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embeddedFontLst>
    <p:embeddedFont>
      <p:font typeface="Quantico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Quantico-regular.fntdata"/><Relationship Id="rId21" Type="http://schemas.openxmlformats.org/officeDocument/2006/relationships/slide" Target="slides/slide15.xml"/><Relationship Id="rId24" Type="http://schemas.openxmlformats.org/officeDocument/2006/relationships/font" Target="fonts/Quantico-italic.fntdata"/><Relationship Id="rId23" Type="http://schemas.openxmlformats.org/officeDocument/2006/relationships/font" Target="fonts/Quantic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Quantico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9db801702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9db80170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9db801702f_0_1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9db801702f_0_1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9db801702f_0_1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9db801702f_0_1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9db801702f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9db801702f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db801702f_0_1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9db801702f_0_1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db801702f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db801702f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9db801702f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9db801702f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db801702f_0_1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9db801702f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9db801702f_0_1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9db801702f_0_1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9db801702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7" name="Google Shape;537;g39db801702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9db801702f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9db801702f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9db801702f_0_10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9db801702f_0_10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9db801702f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6" name="Google Shape;566;g39db801702f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db801702f_0_1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9db801702f_0_1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9db801702f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9db801702f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BLANK_16_1_1"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0" y="0"/>
            <a:ext cx="5440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5440200" y="555250"/>
            <a:ext cx="3703800" cy="4588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636875" y="563400"/>
            <a:ext cx="4803000" cy="4588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57" name="Google Shape;57;p14"/>
          <p:cNvSpPr txBox="1"/>
          <p:nvPr>
            <p:ph type="title"/>
          </p:nvPr>
        </p:nvSpPr>
        <p:spPr>
          <a:xfrm>
            <a:off x="876900" y="874250"/>
            <a:ext cx="4387500" cy="263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"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subTitle"/>
          </p:nvPr>
        </p:nvSpPr>
        <p:spPr>
          <a:xfrm>
            <a:off x="411875" y="389750"/>
            <a:ext cx="2237100" cy="81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3469838" y="21827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3469838" y="106440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3469838" y="1923965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22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3469838" y="281037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subTitle"/>
          </p:nvPr>
        </p:nvSpPr>
        <p:spPr>
          <a:xfrm>
            <a:off x="3469838" y="3646164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7" type="subTitle"/>
          </p:nvPr>
        </p:nvSpPr>
        <p:spPr>
          <a:xfrm>
            <a:off x="3469838" y="4530963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1_1_1_1_1_1">
    <p:bg>
      <p:bgPr>
        <a:solidFill>
          <a:schemeClr val="accen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557100" y="5571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72" name="Google Shape;72;p16"/>
          <p:cNvSpPr txBox="1"/>
          <p:nvPr>
            <p:ph type="title"/>
          </p:nvPr>
        </p:nvSpPr>
        <p:spPr>
          <a:xfrm>
            <a:off x="941650" y="795275"/>
            <a:ext cx="2861400" cy="816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2" type="title"/>
          </p:nvPr>
        </p:nvSpPr>
        <p:spPr>
          <a:xfrm>
            <a:off x="439960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3" type="title"/>
          </p:nvPr>
        </p:nvSpPr>
        <p:spPr>
          <a:xfrm>
            <a:off x="6496050" y="83542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title"/>
          </p:nvPr>
        </p:nvSpPr>
        <p:spPr>
          <a:xfrm>
            <a:off x="438560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title"/>
          </p:nvPr>
        </p:nvSpPr>
        <p:spPr>
          <a:xfrm>
            <a:off x="6496050" y="2797575"/>
            <a:ext cx="27036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2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title"/>
          </p:nvPr>
        </p:nvSpPr>
        <p:spPr>
          <a:xfrm>
            <a:off x="4423700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title"/>
          </p:nvPr>
        </p:nvSpPr>
        <p:spPr>
          <a:xfrm>
            <a:off x="6562725" y="137955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8" type="title"/>
          </p:nvPr>
        </p:nvSpPr>
        <p:spPr>
          <a:xfrm>
            <a:off x="4423700" y="3341700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9" type="title"/>
          </p:nvPr>
        </p:nvSpPr>
        <p:spPr>
          <a:xfrm>
            <a:off x="6562725" y="3341688"/>
            <a:ext cx="1703700" cy="772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3" type="title"/>
          </p:nvPr>
        </p:nvSpPr>
        <p:spPr>
          <a:xfrm>
            <a:off x="966700" y="1417525"/>
            <a:ext cx="2072700" cy="1705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100"/>
              <a:buFont typeface="Lato"/>
              <a:buNone/>
              <a:defRPr sz="12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1_1_1_1_1_1_1_1_1_1">
    <p:bg>
      <p:bgPr>
        <a:solidFill>
          <a:schemeClr val="dk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792075" y="1776150"/>
            <a:ext cx="2799600" cy="3092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7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87" name="Google Shape;87;p17"/>
          <p:cNvSpPr/>
          <p:nvPr>
            <p:ph idx="2" type="pic"/>
          </p:nvPr>
        </p:nvSpPr>
        <p:spPr>
          <a:xfrm>
            <a:off x="18015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8" name="Google Shape;88;p17"/>
          <p:cNvSpPr/>
          <p:nvPr>
            <p:ph idx="3" type="pic"/>
          </p:nvPr>
        </p:nvSpPr>
        <p:spPr>
          <a:xfrm>
            <a:off x="18015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89" name="Google Shape;89;p17"/>
          <p:cNvSpPr/>
          <p:nvPr>
            <p:ph idx="4" type="pic"/>
          </p:nvPr>
        </p:nvSpPr>
        <p:spPr>
          <a:xfrm>
            <a:off x="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0" name="Google Shape;90;p17"/>
          <p:cNvSpPr/>
          <p:nvPr>
            <p:ph idx="5" type="pic"/>
          </p:nvPr>
        </p:nvSpPr>
        <p:spPr>
          <a:xfrm>
            <a:off x="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1" name="Google Shape;91;p17"/>
          <p:cNvSpPr/>
          <p:nvPr>
            <p:ph idx="6" type="pic"/>
          </p:nvPr>
        </p:nvSpPr>
        <p:spPr>
          <a:xfrm>
            <a:off x="3603000" y="14977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92" name="Google Shape;92;p17"/>
          <p:cNvSpPr/>
          <p:nvPr>
            <p:ph idx="7" type="pic"/>
          </p:nvPr>
        </p:nvSpPr>
        <p:spPr>
          <a:xfrm>
            <a:off x="3603000" y="3320250"/>
            <a:ext cx="1801500" cy="18225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3">
  <p:cSld name="BLANK_1_1_1_1_1_1_1_1_1_1_1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5404500" y="-50"/>
            <a:ext cx="3739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0" y="1499700"/>
            <a:ext cx="9144000" cy="364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6" name="Google Shape;96;p18"/>
          <p:cNvSpPr/>
          <p:nvPr/>
        </p:nvSpPr>
        <p:spPr>
          <a:xfrm>
            <a:off x="5404500" y="1499700"/>
            <a:ext cx="3739500" cy="3645000"/>
          </a:xfrm>
          <a:prstGeom prst="snip1Rect">
            <a:avLst>
              <a:gd fmla="val 16667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5821575" y="1709925"/>
            <a:ext cx="2882700" cy="627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title"/>
          </p:nvPr>
        </p:nvSpPr>
        <p:spPr>
          <a:xfrm>
            <a:off x="516600" y="486575"/>
            <a:ext cx="3823500" cy="67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99" name="Google Shape;99;p18"/>
          <p:cNvSpPr txBox="1"/>
          <p:nvPr>
            <p:ph idx="1" type="subTitle"/>
          </p:nvPr>
        </p:nvSpPr>
        <p:spPr>
          <a:xfrm>
            <a:off x="5821575" y="2476500"/>
            <a:ext cx="2019900" cy="45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8"/>
          <p:cNvSpPr txBox="1"/>
          <p:nvPr>
            <p:ph idx="3" type="title"/>
          </p:nvPr>
        </p:nvSpPr>
        <p:spPr>
          <a:xfrm>
            <a:off x="5810125" y="3070875"/>
            <a:ext cx="2388600" cy="52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1" name="Google Shape;101;p18"/>
          <p:cNvSpPr txBox="1"/>
          <p:nvPr>
            <p:ph idx="4" type="subTitle"/>
          </p:nvPr>
        </p:nvSpPr>
        <p:spPr>
          <a:xfrm>
            <a:off x="5821575" y="34260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8"/>
          <p:cNvSpPr/>
          <p:nvPr>
            <p:ph idx="5" type="pic"/>
          </p:nvPr>
        </p:nvSpPr>
        <p:spPr>
          <a:xfrm>
            <a:off x="0" y="1502400"/>
            <a:ext cx="5404500" cy="3639600"/>
          </a:xfrm>
          <a:prstGeom prst="snip1Rect">
            <a:avLst>
              <a:gd fmla="val 16026" name="adj"/>
            </a:avLst>
          </a:prstGeom>
          <a:noFill/>
          <a:ln>
            <a:noFill/>
          </a:ln>
        </p:spPr>
      </p:sp>
      <p:sp>
        <p:nvSpPr>
          <p:cNvPr id="103" name="Google Shape;103;p18"/>
          <p:cNvSpPr txBox="1"/>
          <p:nvPr>
            <p:ph idx="6" type="subTitle"/>
          </p:nvPr>
        </p:nvSpPr>
        <p:spPr>
          <a:xfrm>
            <a:off x="5794900" y="4333425"/>
            <a:ext cx="2718300" cy="35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5821575" y="4501450"/>
            <a:ext cx="2650500" cy="898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5 ">
  <p:cSld name="BLANK_1_1_1_1_1_1_1">
    <p:bg>
      <p:bgPr>
        <a:solidFill>
          <a:schemeClr val="accent5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/>
          <p:nvPr/>
        </p:nvSpPr>
        <p:spPr>
          <a:xfrm>
            <a:off x="731650" y="619550"/>
            <a:ext cx="84123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920550" y="904500"/>
            <a:ext cx="7226700" cy="908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08" name="Google Shape;108;p19"/>
          <p:cNvSpPr txBox="1"/>
          <p:nvPr>
            <p:ph idx="2" type="title"/>
          </p:nvPr>
        </p:nvSpPr>
        <p:spPr>
          <a:xfrm>
            <a:off x="920550" y="1881950"/>
            <a:ext cx="5228400" cy="194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subTitle"/>
          </p:nvPr>
        </p:nvSpPr>
        <p:spPr>
          <a:xfrm>
            <a:off x="920550" y="4518700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 sz="9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6">
  <p:cSld name="BLANK_1_1_1_1_1_1_2">
    <p:bg>
      <p:bgPr>
        <a:solidFill>
          <a:schemeClr val="accent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>
            <a:off x="99900" y="99900"/>
            <a:ext cx="8944200" cy="4936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252300" y="252300"/>
            <a:ext cx="8639400" cy="463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404700" y="404700"/>
            <a:ext cx="8334600" cy="4326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4" name="Google Shape;114;p20"/>
          <p:cNvSpPr/>
          <p:nvPr/>
        </p:nvSpPr>
        <p:spPr>
          <a:xfrm>
            <a:off x="557100" y="560700"/>
            <a:ext cx="8029800" cy="40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910650" y="1462775"/>
            <a:ext cx="7349400" cy="2513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sz="48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1200" u="sng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16" name="Google Shape;116;p20"/>
          <p:cNvSpPr txBox="1"/>
          <p:nvPr>
            <p:ph idx="1" type="subTitle"/>
          </p:nvPr>
        </p:nvSpPr>
        <p:spPr>
          <a:xfrm>
            <a:off x="948750" y="4188925"/>
            <a:ext cx="18174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" name="Google Shape;117;p20"/>
          <p:cNvSpPr txBox="1"/>
          <p:nvPr>
            <p:ph idx="2" type="title"/>
          </p:nvPr>
        </p:nvSpPr>
        <p:spPr>
          <a:xfrm>
            <a:off x="948750" y="930950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None/>
              <a:defRPr sz="24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b="1" sz="5200">
                <a:solidFill>
                  <a:schemeClr val="accent3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7 ">
  <p:cSld name="CUSTOM_11">
    <p:bg>
      <p:bgPr>
        <a:solidFill>
          <a:schemeClr val="lt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/>
          <p:nvPr/>
        </p:nvSpPr>
        <p:spPr>
          <a:xfrm>
            <a:off x="5444100" y="27283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0" name="Google Shape;120;p21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1" name="Google Shape;121;p21"/>
          <p:cNvSpPr/>
          <p:nvPr/>
        </p:nvSpPr>
        <p:spPr>
          <a:xfrm>
            <a:off x="5448300" y="69495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2" name="Google Shape;122;p21"/>
          <p:cNvSpPr/>
          <p:nvPr/>
        </p:nvSpPr>
        <p:spPr>
          <a:xfrm>
            <a:off x="5438163" y="476175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3" name="Google Shape;123;p21"/>
          <p:cNvSpPr/>
          <p:nvPr/>
        </p:nvSpPr>
        <p:spPr>
          <a:xfrm>
            <a:off x="5437625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931675" y="9070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000"/>
              <a:buNone/>
              <a:defRPr sz="3700">
                <a:solidFill>
                  <a:schemeClr val="accent5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25" name="Google Shape;125;p21"/>
          <p:cNvSpPr txBox="1"/>
          <p:nvPr>
            <p:ph idx="2" type="title"/>
          </p:nvPr>
        </p:nvSpPr>
        <p:spPr>
          <a:xfrm>
            <a:off x="931675" y="1712050"/>
            <a:ext cx="4005900" cy="170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600"/>
              <a:buFont typeface="Lato"/>
              <a:buNone/>
              <a:defRPr sz="1600">
                <a:solidFill>
                  <a:schemeClr val="accent5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8 ">
  <p:cSld name="CUSTOM_12">
    <p:bg>
      <p:bgPr>
        <a:solidFill>
          <a:schemeClr val="accent5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/>
          <p:nvPr/>
        </p:nvSpPr>
        <p:spPr>
          <a:xfrm>
            <a:off x="0" y="0"/>
            <a:ext cx="9144000" cy="4236000"/>
          </a:xfrm>
          <a:prstGeom prst="snip1Rect">
            <a:avLst>
              <a:gd fmla="val 0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5596500" y="27314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29" name="Google Shape;129;p22"/>
          <p:cNvSpPr/>
          <p:nvPr/>
        </p:nvSpPr>
        <p:spPr>
          <a:xfrm>
            <a:off x="5587725" y="698000"/>
            <a:ext cx="2952300" cy="2033400"/>
          </a:xfrm>
          <a:prstGeom prst="snip1Rect">
            <a:avLst>
              <a:gd fmla="val 1390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rPr>
              <a:t> </a:t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0" name="Google Shape;130;p22"/>
          <p:cNvSpPr txBox="1"/>
          <p:nvPr>
            <p:ph type="title"/>
          </p:nvPr>
        </p:nvSpPr>
        <p:spPr>
          <a:xfrm>
            <a:off x="901475" y="9070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7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2" type="title"/>
          </p:nvPr>
        </p:nvSpPr>
        <p:spPr>
          <a:xfrm>
            <a:off x="930907" y="1836900"/>
            <a:ext cx="4005900" cy="1879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ato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2" name="Google Shape;132;p22"/>
          <p:cNvSpPr/>
          <p:nvPr/>
        </p:nvSpPr>
        <p:spPr>
          <a:xfrm>
            <a:off x="5586750" y="-10675"/>
            <a:ext cx="2971800" cy="708675"/>
          </a:xfrm>
          <a:custGeom>
            <a:rect b="b" l="l" r="r" t="t"/>
            <a:pathLst>
              <a:path extrusionOk="0" h="28347" w="118872">
                <a:moveTo>
                  <a:pt x="0" y="0"/>
                </a:moveTo>
                <a:lnTo>
                  <a:pt x="0" y="28347"/>
                </a:lnTo>
                <a:lnTo>
                  <a:pt x="118872" y="28347"/>
                </a:lnTo>
                <a:lnTo>
                  <a:pt x="118872" y="30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</p:sp>
      <p:sp>
        <p:nvSpPr>
          <p:cNvPr id="133" name="Google Shape;133;p22"/>
          <p:cNvSpPr/>
          <p:nvPr/>
        </p:nvSpPr>
        <p:spPr>
          <a:xfrm>
            <a:off x="5590563" y="4762500"/>
            <a:ext cx="2964175" cy="388625"/>
          </a:xfrm>
          <a:custGeom>
            <a:rect b="b" l="l" r="r" t="t"/>
            <a:pathLst>
              <a:path extrusionOk="0" h="15545" w="118567">
                <a:moveTo>
                  <a:pt x="0" y="15545"/>
                </a:moveTo>
                <a:lnTo>
                  <a:pt x="118567" y="15545"/>
                </a:lnTo>
                <a:lnTo>
                  <a:pt x="103022" y="0"/>
                </a:lnTo>
                <a:lnTo>
                  <a:pt x="3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">
    <p:bg>
      <p:bgPr>
        <a:solidFill>
          <a:schemeClr val="accent5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696050" y="619550"/>
            <a:ext cx="8448000" cy="4525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6" name="Google Shape;136;p23"/>
          <p:cNvSpPr/>
          <p:nvPr/>
        </p:nvSpPr>
        <p:spPr>
          <a:xfrm>
            <a:off x="4930700" y="619550"/>
            <a:ext cx="4213200" cy="452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37" name="Google Shape;137;p23"/>
          <p:cNvSpPr/>
          <p:nvPr>
            <p:ph idx="2" type="pic"/>
          </p:nvPr>
        </p:nvSpPr>
        <p:spPr>
          <a:xfrm flipH="1">
            <a:off x="4930693" y="61955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8" name="Google Shape;138;p23"/>
          <p:cNvSpPr txBox="1"/>
          <p:nvPr>
            <p:ph type="title"/>
          </p:nvPr>
        </p:nvSpPr>
        <p:spPr>
          <a:xfrm>
            <a:off x="929475" y="914400"/>
            <a:ext cx="3633000" cy="1077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55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39" name="Google Shape;139;p23"/>
          <p:cNvSpPr/>
          <p:nvPr>
            <p:ph idx="3" type="pic"/>
          </p:nvPr>
        </p:nvSpPr>
        <p:spPr>
          <a:xfrm flipH="1">
            <a:off x="696043" y="2125400"/>
            <a:ext cx="21291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0" name="Google Shape;140;p23"/>
          <p:cNvSpPr/>
          <p:nvPr>
            <p:ph idx="4" type="pic"/>
          </p:nvPr>
        </p:nvSpPr>
        <p:spPr>
          <a:xfrm flipH="1">
            <a:off x="4930693" y="3635300"/>
            <a:ext cx="2100300" cy="15135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1" name="Google Shape;141;p23"/>
          <p:cNvSpPr txBox="1"/>
          <p:nvPr>
            <p:ph idx="5" type="title"/>
          </p:nvPr>
        </p:nvSpPr>
        <p:spPr>
          <a:xfrm>
            <a:off x="7243093" y="85154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2" name="Google Shape;142;p23"/>
          <p:cNvSpPr txBox="1"/>
          <p:nvPr>
            <p:ph idx="6" type="title"/>
          </p:nvPr>
        </p:nvSpPr>
        <p:spPr>
          <a:xfrm>
            <a:off x="3257860" y="2361757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7" type="title"/>
          </p:nvPr>
        </p:nvSpPr>
        <p:spPr>
          <a:xfrm>
            <a:off x="7229582" y="3878226"/>
            <a:ext cx="1696500" cy="26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b="1"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44" name="Google Shape;144;p23"/>
          <p:cNvSpPr txBox="1"/>
          <p:nvPr>
            <p:ph idx="1" type="body"/>
          </p:nvPr>
        </p:nvSpPr>
        <p:spPr>
          <a:xfrm>
            <a:off x="3257120" y="2663823"/>
            <a:ext cx="15789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3"/>
          <p:cNvSpPr txBox="1"/>
          <p:nvPr>
            <p:ph idx="8" type="body"/>
          </p:nvPr>
        </p:nvSpPr>
        <p:spPr>
          <a:xfrm>
            <a:off x="7237317" y="4178575"/>
            <a:ext cx="17844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3"/>
          <p:cNvSpPr txBox="1"/>
          <p:nvPr>
            <p:ph idx="9" type="body"/>
          </p:nvPr>
        </p:nvSpPr>
        <p:spPr>
          <a:xfrm>
            <a:off x="7246218" y="1157300"/>
            <a:ext cx="1680000" cy="83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4">
  <p:cSld name="CUSTOM_15">
    <p:bg>
      <p:bgPr>
        <a:solidFill>
          <a:schemeClr val="lt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 amt="10000"/>
          </a:blip>
          <a:srcRect b="0" l="789" r="12434" t="0"/>
          <a:stretch/>
        </p:blipFill>
        <p:spPr>
          <a:xfrm>
            <a:off x="0" y="-125"/>
            <a:ext cx="6696900" cy="51435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>
            <p:ph type="title"/>
          </p:nvPr>
        </p:nvSpPr>
        <p:spPr>
          <a:xfrm>
            <a:off x="7055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0" name="Google Shape;150;p24"/>
          <p:cNvSpPr txBox="1"/>
          <p:nvPr>
            <p:ph idx="2" type="title"/>
          </p:nvPr>
        </p:nvSpPr>
        <p:spPr>
          <a:xfrm>
            <a:off x="7055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3" type="title"/>
          </p:nvPr>
        </p:nvSpPr>
        <p:spPr>
          <a:xfrm>
            <a:off x="34617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4" type="title"/>
          </p:nvPr>
        </p:nvSpPr>
        <p:spPr>
          <a:xfrm>
            <a:off x="34617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5" type="title"/>
          </p:nvPr>
        </p:nvSpPr>
        <p:spPr>
          <a:xfrm>
            <a:off x="6219150" y="39343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6" type="title"/>
          </p:nvPr>
        </p:nvSpPr>
        <p:spPr>
          <a:xfrm>
            <a:off x="6219150" y="2635250"/>
            <a:ext cx="2247900" cy="92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Lato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55" name="Google Shape;155;p24"/>
          <p:cNvSpPr txBox="1"/>
          <p:nvPr>
            <p:ph idx="7" type="title"/>
          </p:nvPr>
        </p:nvSpPr>
        <p:spPr>
          <a:xfrm>
            <a:off x="430209" y="907725"/>
            <a:ext cx="6815400" cy="1038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700"/>
              <a:buNone/>
              <a:defRPr sz="37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4800"/>
              <a:buNone/>
              <a:defRPr b="1" sz="48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9 ">
  <p:cSld name="BLANK_1_1_1_1_1_1_1_1_1_1_1_1_1_1_1_1_1_1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3400700" y="0"/>
            <a:ext cx="5742900" cy="1427100"/>
          </a:xfrm>
          <a:prstGeom prst="snip1Rect">
            <a:avLst>
              <a:gd fmla="val 27405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3718425" y="402000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59" name="Google Shape;159;p25"/>
          <p:cNvSpPr/>
          <p:nvPr/>
        </p:nvSpPr>
        <p:spPr>
          <a:xfrm>
            <a:off x="3400700" y="1427100"/>
            <a:ext cx="5742900" cy="1790400"/>
          </a:xfrm>
          <a:prstGeom prst="snip1Rect">
            <a:avLst>
              <a:gd fmla="val 23783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3400700" y="3217500"/>
            <a:ext cx="5742900" cy="1924500"/>
          </a:xfrm>
          <a:prstGeom prst="snip1Rect">
            <a:avLst>
              <a:gd fmla="val 22192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61" name="Google Shape;161;p25"/>
          <p:cNvSpPr txBox="1"/>
          <p:nvPr>
            <p:ph idx="2" type="subTitle"/>
          </p:nvPr>
        </p:nvSpPr>
        <p:spPr>
          <a:xfrm>
            <a:off x="4249525" y="402000"/>
            <a:ext cx="43158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3" type="subTitle"/>
          </p:nvPr>
        </p:nvSpPr>
        <p:spPr>
          <a:xfrm>
            <a:off x="3718425" y="1696338"/>
            <a:ext cx="14595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4" type="subTitle"/>
          </p:nvPr>
        </p:nvSpPr>
        <p:spPr>
          <a:xfrm>
            <a:off x="4249525" y="1696338"/>
            <a:ext cx="18684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type="title"/>
          </p:nvPr>
        </p:nvSpPr>
        <p:spPr>
          <a:xfrm>
            <a:off x="556500" y="531900"/>
            <a:ext cx="27147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5" name="Google Shape;165;p25"/>
          <p:cNvSpPr/>
          <p:nvPr>
            <p:ph idx="5" type="pic"/>
          </p:nvPr>
        </p:nvSpPr>
        <p:spPr>
          <a:xfrm>
            <a:off x="75" y="2673275"/>
            <a:ext cx="3400800" cy="2471400"/>
          </a:xfrm>
          <a:prstGeom prst="snip1Rect">
            <a:avLst>
              <a:gd fmla="val 21231" name="adj"/>
            </a:avLst>
          </a:prstGeom>
          <a:noFill/>
          <a:ln>
            <a:noFill/>
          </a:ln>
        </p:spPr>
      </p:sp>
      <p:sp>
        <p:nvSpPr>
          <p:cNvPr id="166" name="Google Shape;166;p25"/>
          <p:cNvSpPr txBox="1"/>
          <p:nvPr>
            <p:ph idx="6" type="subTitle"/>
          </p:nvPr>
        </p:nvSpPr>
        <p:spPr>
          <a:xfrm>
            <a:off x="582450" y="1733025"/>
            <a:ext cx="2400600" cy="745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25"/>
          <p:cNvSpPr txBox="1"/>
          <p:nvPr>
            <p:ph idx="7" type="subTitle"/>
          </p:nvPr>
        </p:nvSpPr>
        <p:spPr>
          <a:xfrm>
            <a:off x="3718450" y="3470325"/>
            <a:ext cx="3678300" cy="45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400"/>
              <a:buFont typeface="Quantico"/>
              <a:buNone/>
              <a:defRPr sz="1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68" name="Google Shape;168;p25"/>
          <p:cNvSpPr txBox="1"/>
          <p:nvPr>
            <p:ph idx="8" type="subTitle"/>
          </p:nvPr>
        </p:nvSpPr>
        <p:spPr>
          <a:xfrm>
            <a:off x="3724200" y="3884675"/>
            <a:ext cx="5063100" cy="1039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69" name="Google Shape;169;p25"/>
          <p:cNvSpPr txBox="1"/>
          <p:nvPr>
            <p:ph idx="9" type="subTitle"/>
          </p:nvPr>
        </p:nvSpPr>
        <p:spPr>
          <a:xfrm>
            <a:off x="5999175" y="1696338"/>
            <a:ext cx="2787300" cy="125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0">
  <p:cSld name="BLANK_1_1_1_1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508000" y="466750"/>
            <a:ext cx="37527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400">
                <a:solidFill>
                  <a:schemeClr val="lt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72" name="Google Shape;172;p26"/>
          <p:cNvSpPr/>
          <p:nvPr>
            <p:ph idx="2" type="pic"/>
          </p:nvPr>
        </p:nvSpPr>
        <p:spPr>
          <a:xfrm>
            <a:off x="75" y="2673275"/>
            <a:ext cx="3014400" cy="2471400"/>
          </a:xfrm>
          <a:prstGeom prst="snip1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73" name="Google Shape;173;p26"/>
          <p:cNvSpPr/>
          <p:nvPr>
            <p:ph idx="3" type="pic"/>
          </p:nvPr>
        </p:nvSpPr>
        <p:spPr>
          <a:xfrm>
            <a:off x="5341625" y="-3800"/>
            <a:ext cx="3802500" cy="1899300"/>
          </a:xfrm>
          <a:prstGeom prst="snip1Rect">
            <a:avLst>
              <a:gd fmla="val 17337" name="adj"/>
            </a:avLst>
          </a:prstGeom>
          <a:noFill/>
          <a:ln>
            <a:noFill/>
          </a:ln>
        </p:spPr>
      </p:sp>
      <p:sp>
        <p:nvSpPr>
          <p:cNvPr id="174" name="Google Shape;174;p26"/>
          <p:cNvSpPr/>
          <p:nvPr/>
        </p:nvSpPr>
        <p:spPr>
          <a:xfrm>
            <a:off x="5341400" y="1709375"/>
            <a:ext cx="3802500" cy="3435300"/>
          </a:xfrm>
          <a:prstGeom prst="snip1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3014300" y="2673275"/>
            <a:ext cx="2327100" cy="24714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176" name="Google Shape;176;p26"/>
          <p:cNvSpPr txBox="1"/>
          <p:nvPr>
            <p:ph idx="1" type="subTitle"/>
          </p:nvPr>
        </p:nvSpPr>
        <p:spPr>
          <a:xfrm>
            <a:off x="3364075" y="3159975"/>
            <a:ext cx="1459500" cy="1868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7" name="Google Shape;177;p26"/>
          <p:cNvSpPr txBox="1"/>
          <p:nvPr>
            <p:ph idx="4" type="subTitle"/>
          </p:nvPr>
        </p:nvSpPr>
        <p:spPr>
          <a:xfrm>
            <a:off x="5794450" y="2073450"/>
            <a:ext cx="1459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8" name="Google Shape;178;p26"/>
          <p:cNvSpPr txBox="1"/>
          <p:nvPr>
            <p:ph idx="5" type="subTitle"/>
          </p:nvPr>
        </p:nvSpPr>
        <p:spPr>
          <a:xfrm>
            <a:off x="7371675" y="2073450"/>
            <a:ext cx="1294500" cy="1642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79" name="Google Shape;179;p26"/>
          <p:cNvSpPr txBox="1"/>
          <p:nvPr>
            <p:ph idx="6" type="subTitle"/>
          </p:nvPr>
        </p:nvSpPr>
        <p:spPr>
          <a:xfrm>
            <a:off x="5794450" y="3940350"/>
            <a:ext cx="2831400" cy="917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200"/>
              <a:buFont typeface="Lato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1">
  <p:cSld name="BLANK_1_1_1_1_1_1_1_1_1_1_1_1_1_1_1">
    <p:bg>
      <p:bgPr>
        <a:solidFill>
          <a:schemeClr val="lt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/>
          <p:nvPr>
            <p:ph idx="1" type="subTitle"/>
          </p:nvPr>
        </p:nvSpPr>
        <p:spPr>
          <a:xfrm>
            <a:off x="455153" y="1847050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2" name="Google Shape;182;p27"/>
          <p:cNvSpPr txBox="1"/>
          <p:nvPr>
            <p:ph idx="2" type="subTitle"/>
          </p:nvPr>
        </p:nvSpPr>
        <p:spPr>
          <a:xfrm>
            <a:off x="455153" y="2961963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3" name="Google Shape;183;p27"/>
          <p:cNvSpPr txBox="1"/>
          <p:nvPr>
            <p:ph idx="3" type="subTitle"/>
          </p:nvPr>
        </p:nvSpPr>
        <p:spPr>
          <a:xfrm>
            <a:off x="455146" y="3929375"/>
            <a:ext cx="1278600" cy="410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4" name="Google Shape;184;p27"/>
          <p:cNvSpPr txBox="1"/>
          <p:nvPr>
            <p:ph idx="4" type="subTitle"/>
          </p:nvPr>
        </p:nvSpPr>
        <p:spPr>
          <a:xfrm>
            <a:off x="178107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5" name="Google Shape;185;p27"/>
          <p:cNvSpPr txBox="1"/>
          <p:nvPr>
            <p:ph idx="5" type="subTitle"/>
          </p:nvPr>
        </p:nvSpPr>
        <p:spPr>
          <a:xfrm>
            <a:off x="3596300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6" name="Google Shape;186;p27"/>
          <p:cNvSpPr txBox="1"/>
          <p:nvPr>
            <p:ph idx="6" type="subTitle"/>
          </p:nvPr>
        </p:nvSpPr>
        <p:spPr>
          <a:xfrm>
            <a:off x="5411525" y="1241375"/>
            <a:ext cx="1498800" cy="276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7" name="Google Shape;187;p27"/>
          <p:cNvSpPr txBox="1"/>
          <p:nvPr>
            <p:ph idx="7" type="subTitle"/>
          </p:nvPr>
        </p:nvSpPr>
        <p:spPr>
          <a:xfrm>
            <a:off x="7226750" y="1241375"/>
            <a:ext cx="1498800" cy="264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Font typeface="Quantico"/>
              <a:buNone/>
              <a:defRPr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188" name="Google Shape;188;p27"/>
          <p:cNvSpPr txBox="1"/>
          <p:nvPr>
            <p:ph idx="8" type="subTitle"/>
          </p:nvPr>
        </p:nvSpPr>
        <p:spPr>
          <a:xfrm>
            <a:off x="19796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7"/>
          <p:cNvSpPr txBox="1"/>
          <p:nvPr>
            <p:ph idx="9" type="subTitle"/>
          </p:nvPr>
        </p:nvSpPr>
        <p:spPr>
          <a:xfrm>
            <a:off x="19796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7"/>
          <p:cNvSpPr txBox="1"/>
          <p:nvPr>
            <p:ph idx="13" type="subTitle"/>
          </p:nvPr>
        </p:nvSpPr>
        <p:spPr>
          <a:xfrm>
            <a:off x="19796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7"/>
          <p:cNvSpPr txBox="1"/>
          <p:nvPr>
            <p:ph idx="14" type="subTitle"/>
          </p:nvPr>
        </p:nvSpPr>
        <p:spPr>
          <a:xfrm>
            <a:off x="38059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7"/>
          <p:cNvSpPr txBox="1"/>
          <p:nvPr>
            <p:ph idx="15" type="subTitle"/>
          </p:nvPr>
        </p:nvSpPr>
        <p:spPr>
          <a:xfrm>
            <a:off x="38059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7"/>
          <p:cNvSpPr txBox="1"/>
          <p:nvPr>
            <p:ph idx="16" type="subTitle"/>
          </p:nvPr>
        </p:nvSpPr>
        <p:spPr>
          <a:xfrm>
            <a:off x="38059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" name="Google Shape;194;p27"/>
          <p:cNvSpPr txBox="1"/>
          <p:nvPr>
            <p:ph idx="17" type="subTitle"/>
          </p:nvPr>
        </p:nvSpPr>
        <p:spPr>
          <a:xfrm>
            <a:off x="56322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18" type="subTitle"/>
          </p:nvPr>
        </p:nvSpPr>
        <p:spPr>
          <a:xfrm>
            <a:off x="56322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6" name="Google Shape;196;p27"/>
          <p:cNvSpPr txBox="1"/>
          <p:nvPr>
            <p:ph idx="19" type="subTitle"/>
          </p:nvPr>
        </p:nvSpPr>
        <p:spPr>
          <a:xfrm>
            <a:off x="56322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20" type="subTitle"/>
          </p:nvPr>
        </p:nvSpPr>
        <p:spPr>
          <a:xfrm>
            <a:off x="7458575" y="17903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1" type="subTitle"/>
          </p:nvPr>
        </p:nvSpPr>
        <p:spPr>
          <a:xfrm>
            <a:off x="7458575" y="2883669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22" type="subTitle"/>
          </p:nvPr>
        </p:nvSpPr>
        <p:spPr>
          <a:xfrm>
            <a:off x="7458575" y="4040075"/>
            <a:ext cx="1381200" cy="488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0" name="Google Shape;200;p27"/>
          <p:cNvSpPr txBox="1"/>
          <p:nvPr>
            <p:ph type="title"/>
          </p:nvPr>
        </p:nvSpPr>
        <p:spPr>
          <a:xfrm>
            <a:off x="452621" y="455239"/>
            <a:ext cx="6964800" cy="651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2">
  <p:cSld name="CUSTOM_14">
    <p:bg>
      <p:bgPr>
        <a:solidFill>
          <a:schemeClr val="lt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8"/>
          <p:cNvSpPr txBox="1"/>
          <p:nvPr>
            <p:ph type="title"/>
          </p:nvPr>
        </p:nvSpPr>
        <p:spPr>
          <a:xfrm>
            <a:off x="966625" y="1926200"/>
            <a:ext cx="1589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2" type="title"/>
          </p:nvPr>
        </p:nvSpPr>
        <p:spPr>
          <a:xfrm>
            <a:off x="2768150" y="1926200"/>
            <a:ext cx="15189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4" name="Google Shape;204;p28"/>
          <p:cNvSpPr txBox="1"/>
          <p:nvPr>
            <p:ph idx="3" type="title"/>
          </p:nvPr>
        </p:nvSpPr>
        <p:spPr>
          <a:xfrm>
            <a:off x="4609425" y="1926200"/>
            <a:ext cx="16200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4" type="title"/>
          </p:nvPr>
        </p:nvSpPr>
        <p:spPr>
          <a:xfrm>
            <a:off x="2876400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6" name="Google Shape;206;p28"/>
          <p:cNvSpPr txBox="1"/>
          <p:nvPr>
            <p:ph idx="5" type="title"/>
          </p:nvPr>
        </p:nvSpPr>
        <p:spPr>
          <a:xfrm>
            <a:off x="6564575" y="405315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None/>
              <a:defRPr sz="8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6" type="title"/>
          </p:nvPr>
        </p:nvSpPr>
        <p:spPr>
          <a:xfrm>
            <a:off x="966625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7" type="title"/>
          </p:nvPr>
        </p:nvSpPr>
        <p:spPr>
          <a:xfrm>
            <a:off x="2768161" y="2228000"/>
            <a:ext cx="12945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8" type="title"/>
          </p:nvPr>
        </p:nvSpPr>
        <p:spPr>
          <a:xfrm>
            <a:off x="4609425" y="2228000"/>
            <a:ext cx="13767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9" type="title"/>
          </p:nvPr>
        </p:nvSpPr>
        <p:spPr>
          <a:xfrm>
            <a:off x="6437300" y="1926200"/>
            <a:ext cx="1376700" cy="301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None/>
              <a:defRPr sz="1200">
                <a:solidFill>
                  <a:schemeClr val="accent4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13" type="title"/>
          </p:nvPr>
        </p:nvSpPr>
        <p:spPr>
          <a:xfrm>
            <a:off x="6437293" y="2228000"/>
            <a:ext cx="1244400" cy="109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None/>
              <a:defRPr sz="10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4" type="title"/>
          </p:nvPr>
        </p:nvSpPr>
        <p:spPr>
          <a:xfrm>
            <a:off x="474675" y="467679"/>
            <a:ext cx="3593100" cy="1008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None/>
              <a:defRPr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3">
  <p:cSld name="BLANK_1_1_1_1_1_1_1_1_1_1_1_1_1_1_2">
    <p:bg>
      <p:bgPr>
        <a:solidFill>
          <a:schemeClr val="lt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/>
          <p:nvPr/>
        </p:nvSpPr>
        <p:spPr>
          <a:xfrm>
            <a:off x="2070256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847072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6" name="Google Shape;216;p29"/>
          <p:cNvSpPr/>
          <p:nvPr/>
        </p:nvSpPr>
        <p:spPr>
          <a:xfrm>
            <a:off x="203824" y="436468"/>
            <a:ext cx="4729500" cy="4415700"/>
          </a:xfrm>
          <a:prstGeom prst="snip1Rect">
            <a:avLst>
              <a:gd fmla="val 12424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0" y="432050"/>
            <a:ext cx="46656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18" name="Google Shape;218;p29"/>
          <p:cNvSpPr txBox="1"/>
          <p:nvPr>
            <p:ph type="title"/>
          </p:nvPr>
        </p:nvSpPr>
        <p:spPr>
          <a:xfrm>
            <a:off x="443725" y="920775"/>
            <a:ext cx="3730500" cy="1095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19" name="Google Shape;219;p29"/>
          <p:cNvSpPr/>
          <p:nvPr/>
        </p:nvSpPr>
        <p:spPr>
          <a:xfrm>
            <a:off x="24725" y="2393073"/>
            <a:ext cx="9144000" cy="2750400"/>
          </a:xfrm>
          <a:prstGeom prst="snip1Rect">
            <a:avLst>
              <a:gd fmla="val 15953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0" name="Google Shape;220;p29"/>
          <p:cNvSpPr/>
          <p:nvPr/>
        </p:nvSpPr>
        <p:spPr>
          <a:xfrm>
            <a:off x="0" y="2393075"/>
            <a:ext cx="3186600" cy="2750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21" name="Google Shape;221;p29"/>
          <p:cNvSpPr txBox="1"/>
          <p:nvPr>
            <p:ph idx="2" type="title"/>
          </p:nvPr>
        </p:nvSpPr>
        <p:spPr>
          <a:xfrm>
            <a:off x="507250" y="2657169"/>
            <a:ext cx="2344800" cy="44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2" name="Google Shape;222;p29"/>
          <p:cNvSpPr txBox="1"/>
          <p:nvPr>
            <p:ph idx="3" type="title"/>
          </p:nvPr>
        </p:nvSpPr>
        <p:spPr>
          <a:xfrm>
            <a:off x="454725" y="1387875"/>
            <a:ext cx="31092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400"/>
              <a:buFont typeface="Lato"/>
              <a:buNone/>
              <a:defRPr sz="16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3" name="Google Shape;223;p29"/>
          <p:cNvSpPr txBox="1"/>
          <p:nvPr>
            <p:ph idx="4" type="title"/>
          </p:nvPr>
        </p:nvSpPr>
        <p:spPr>
          <a:xfrm>
            <a:off x="507250" y="3648688"/>
            <a:ext cx="21378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4" name="Google Shape;224;p29"/>
          <p:cNvSpPr txBox="1"/>
          <p:nvPr>
            <p:ph idx="5" type="title"/>
          </p:nvPr>
        </p:nvSpPr>
        <p:spPr>
          <a:xfrm>
            <a:off x="507250" y="3960850"/>
            <a:ext cx="2242500" cy="708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6" type="title"/>
          </p:nvPr>
        </p:nvSpPr>
        <p:spPr>
          <a:xfrm>
            <a:off x="507250" y="2950200"/>
            <a:ext cx="22425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7" type="title"/>
          </p:nvPr>
        </p:nvSpPr>
        <p:spPr>
          <a:xfrm>
            <a:off x="5654225" y="2657175"/>
            <a:ext cx="9612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8" type="title"/>
          </p:nvPr>
        </p:nvSpPr>
        <p:spPr>
          <a:xfrm>
            <a:off x="7295800" y="2657175"/>
            <a:ext cx="11091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9" type="title"/>
          </p:nvPr>
        </p:nvSpPr>
        <p:spPr>
          <a:xfrm>
            <a:off x="3958525" y="2657175"/>
            <a:ext cx="1003500" cy="40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Quantico"/>
              <a:buNone/>
              <a:defRPr b="1" sz="1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b="1" sz="13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29" name="Google Shape;229;p29"/>
          <p:cNvSpPr txBox="1"/>
          <p:nvPr>
            <p:ph idx="13" type="title"/>
          </p:nvPr>
        </p:nvSpPr>
        <p:spPr>
          <a:xfrm>
            <a:off x="3477950" y="3170975"/>
            <a:ext cx="1583400" cy="643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14" type="title"/>
          </p:nvPr>
        </p:nvSpPr>
        <p:spPr>
          <a:xfrm>
            <a:off x="5156125" y="3170975"/>
            <a:ext cx="15516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15" type="title"/>
          </p:nvPr>
        </p:nvSpPr>
        <p:spPr>
          <a:xfrm>
            <a:off x="6837850" y="3170975"/>
            <a:ext cx="2022000" cy="159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16" type="title"/>
          </p:nvPr>
        </p:nvSpPr>
        <p:spPr>
          <a:xfrm>
            <a:off x="3624875" y="4016425"/>
            <a:ext cx="14364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17" type="title"/>
          </p:nvPr>
        </p:nvSpPr>
        <p:spPr>
          <a:xfrm>
            <a:off x="5303050" y="4016425"/>
            <a:ext cx="1404600" cy="750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4">
  <p:cSld name="CUSTOM_5_1">
    <p:bg>
      <p:bgPr>
        <a:solidFill>
          <a:schemeClr val="l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/>
          <p:nvPr/>
        </p:nvSpPr>
        <p:spPr>
          <a:xfrm>
            <a:off x="1067025" y="437190"/>
            <a:ext cx="7197300" cy="38658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6" name="Google Shape;236;p30"/>
          <p:cNvSpPr/>
          <p:nvPr/>
        </p:nvSpPr>
        <p:spPr>
          <a:xfrm>
            <a:off x="1491600" y="1330871"/>
            <a:ext cx="7197300" cy="36744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114875" y="875230"/>
            <a:ext cx="7197300" cy="3977100"/>
          </a:xfrm>
          <a:prstGeom prst="snip1Rect">
            <a:avLst>
              <a:gd fmla="val 11506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8" name="Google Shape;238;p30"/>
          <p:cNvSpPr/>
          <p:nvPr/>
        </p:nvSpPr>
        <p:spPr>
          <a:xfrm>
            <a:off x="-8050" y="432050"/>
            <a:ext cx="3686700" cy="4689000"/>
          </a:xfrm>
          <a:prstGeom prst="snip1Rect">
            <a:avLst>
              <a:gd fmla="val 1153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39" name="Google Shape;239;p30"/>
          <p:cNvSpPr txBox="1"/>
          <p:nvPr>
            <p:ph type="title"/>
          </p:nvPr>
        </p:nvSpPr>
        <p:spPr>
          <a:xfrm>
            <a:off x="451900" y="843775"/>
            <a:ext cx="296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40" name="Google Shape;240;p30"/>
          <p:cNvSpPr txBox="1"/>
          <p:nvPr>
            <p:ph idx="1" type="subTitle"/>
          </p:nvPr>
        </p:nvSpPr>
        <p:spPr>
          <a:xfrm>
            <a:off x="478650" y="2476500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30"/>
          <p:cNvSpPr txBox="1"/>
          <p:nvPr>
            <p:ph idx="2" type="title"/>
          </p:nvPr>
        </p:nvSpPr>
        <p:spPr>
          <a:xfrm>
            <a:off x="488175" y="2044800"/>
            <a:ext cx="14520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2" name="Google Shape;242;p30"/>
          <p:cNvSpPr txBox="1"/>
          <p:nvPr>
            <p:ph idx="3" type="subTitle"/>
          </p:nvPr>
        </p:nvSpPr>
        <p:spPr>
          <a:xfrm>
            <a:off x="2102625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" name="Google Shape;243;p30"/>
          <p:cNvSpPr txBox="1"/>
          <p:nvPr>
            <p:ph idx="4" type="title"/>
          </p:nvPr>
        </p:nvSpPr>
        <p:spPr>
          <a:xfrm>
            <a:off x="2102625" y="2044800"/>
            <a:ext cx="15825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4" name="Google Shape;244;p30"/>
          <p:cNvSpPr txBox="1"/>
          <p:nvPr>
            <p:ph idx="5" type="subTitle"/>
          </p:nvPr>
        </p:nvSpPr>
        <p:spPr>
          <a:xfrm>
            <a:off x="3875050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30"/>
          <p:cNvSpPr txBox="1"/>
          <p:nvPr>
            <p:ph idx="6" type="title"/>
          </p:nvPr>
        </p:nvSpPr>
        <p:spPr>
          <a:xfrm>
            <a:off x="3875051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6" name="Google Shape;246;p30"/>
          <p:cNvSpPr txBox="1"/>
          <p:nvPr>
            <p:ph idx="7" type="subTitle"/>
          </p:nvPr>
        </p:nvSpPr>
        <p:spPr>
          <a:xfrm>
            <a:off x="5618263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30"/>
          <p:cNvSpPr txBox="1"/>
          <p:nvPr>
            <p:ph idx="8" type="title"/>
          </p:nvPr>
        </p:nvSpPr>
        <p:spPr>
          <a:xfrm>
            <a:off x="5618275" y="2044800"/>
            <a:ext cx="15579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48" name="Google Shape;248;p30"/>
          <p:cNvSpPr txBox="1"/>
          <p:nvPr>
            <p:ph idx="9" type="subTitle"/>
          </p:nvPr>
        </p:nvSpPr>
        <p:spPr>
          <a:xfrm>
            <a:off x="7354438" y="2476488"/>
            <a:ext cx="1374300" cy="416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ato"/>
              <a:buNone/>
              <a:defRPr b="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30"/>
          <p:cNvSpPr txBox="1"/>
          <p:nvPr>
            <p:ph idx="13" type="title"/>
          </p:nvPr>
        </p:nvSpPr>
        <p:spPr>
          <a:xfrm>
            <a:off x="7354449" y="2044799"/>
            <a:ext cx="1797600" cy="37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Quantico"/>
              <a:buNone/>
              <a:defRPr b="1" sz="14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b="1" sz="17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50" name="Google Shape;250;p30"/>
          <p:cNvSpPr txBox="1"/>
          <p:nvPr>
            <p:ph idx="14" type="subTitle"/>
          </p:nvPr>
        </p:nvSpPr>
        <p:spPr>
          <a:xfrm>
            <a:off x="478650" y="3104100"/>
            <a:ext cx="1452000" cy="61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" name="Google Shape;251;p30"/>
          <p:cNvSpPr txBox="1"/>
          <p:nvPr>
            <p:ph idx="15" type="subTitle"/>
          </p:nvPr>
        </p:nvSpPr>
        <p:spPr>
          <a:xfrm>
            <a:off x="2102625" y="3104100"/>
            <a:ext cx="1582500" cy="642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30"/>
          <p:cNvSpPr txBox="1"/>
          <p:nvPr>
            <p:ph idx="16" type="subTitle"/>
          </p:nvPr>
        </p:nvSpPr>
        <p:spPr>
          <a:xfrm>
            <a:off x="5618275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30"/>
          <p:cNvSpPr txBox="1"/>
          <p:nvPr>
            <p:ph idx="17" type="subTitle"/>
          </p:nvPr>
        </p:nvSpPr>
        <p:spPr>
          <a:xfrm>
            <a:off x="7354450" y="3104109"/>
            <a:ext cx="12384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0"/>
          <p:cNvSpPr txBox="1"/>
          <p:nvPr>
            <p:ph idx="18" type="subTitle"/>
          </p:nvPr>
        </p:nvSpPr>
        <p:spPr>
          <a:xfrm>
            <a:off x="625400" y="3960650"/>
            <a:ext cx="11397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30"/>
          <p:cNvSpPr txBox="1"/>
          <p:nvPr>
            <p:ph idx="19" type="subTitle"/>
          </p:nvPr>
        </p:nvSpPr>
        <p:spPr>
          <a:xfrm>
            <a:off x="2239700" y="3960657"/>
            <a:ext cx="1139700" cy="8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30"/>
          <p:cNvSpPr txBox="1"/>
          <p:nvPr>
            <p:ph idx="20" type="subTitle"/>
          </p:nvPr>
        </p:nvSpPr>
        <p:spPr>
          <a:xfrm>
            <a:off x="4021800" y="3960660"/>
            <a:ext cx="11397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30"/>
          <p:cNvSpPr txBox="1"/>
          <p:nvPr>
            <p:ph idx="21" type="subTitle"/>
          </p:nvPr>
        </p:nvSpPr>
        <p:spPr>
          <a:xfrm>
            <a:off x="5765025" y="3960650"/>
            <a:ext cx="1411200" cy="897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8" name="Google Shape;258;p30"/>
          <p:cNvSpPr txBox="1"/>
          <p:nvPr>
            <p:ph idx="22" type="subTitle"/>
          </p:nvPr>
        </p:nvSpPr>
        <p:spPr>
          <a:xfrm>
            <a:off x="7491550" y="3960657"/>
            <a:ext cx="1139700" cy="774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" name="Google Shape;259;p30"/>
          <p:cNvSpPr txBox="1"/>
          <p:nvPr>
            <p:ph idx="23" type="subTitle"/>
          </p:nvPr>
        </p:nvSpPr>
        <p:spPr>
          <a:xfrm>
            <a:off x="3875050" y="3104100"/>
            <a:ext cx="1557900" cy="73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200"/>
              <a:buFont typeface="Lato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1">
  <p:cSld name="CUSTOM_5_1_1_1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/>
          <p:nvPr>
            <p:ph idx="2" type="pic"/>
          </p:nvPr>
        </p:nvSpPr>
        <p:spPr>
          <a:xfrm>
            <a:off x="-1600" y="1969350"/>
            <a:ext cx="9144000" cy="3174600"/>
          </a:xfrm>
          <a:prstGeom prst="snip1Rect">
            <a:avLst>
              <a:gd fmla="val 19548" name="adj"/>
            </a:avLst>
          </a:prstGeom>
          <a:noFill/>
          <a:ln>
            <a:noFill/>
          </a:ln>
        </p:spPr>
      </p:sp>
      <p:sp>
        <p:nvSpPr>
          <p:cNvPr id="262" name="Google Shape;262;p31"/>
          <p:cNvSpPr txBox="1"/>
          <p:nvPr>
            <p:ph type="title"/>
          </p:nvPr>
        </p:nvSpPr>
        <p:spPr>
          <a:xfrm>
            <a:off x="5254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3" name="Google Shape;263;p31"/>
          <p:cNvSpPr txBox="1"/>
          <p:nvPr>
            <p:ph idx="1" type="body"/>
          </p:nvPr>
        </p:nvSpPr>
        <p:spPr>
          <a:xfrm>
            <a:off x="5254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4" name="Google Shape;264;p31"/>
          <p:cNvSpPr txBox="1"/>
          <p:nvPr>
            <p:ph idx="3" type="title"/>
          </p:nvPr>
        </p:nvSpPr>
        <p:spPr>
          <a:xfrm>
            <a:off x="24096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5" name="Google Shape;265;p31"/>
          <p:cNvSpPr txBox="1"/>
          <p:nvPr>
            <p:ph idx="4" type="body"/>
          </p:nvPr>
        </p:nvSpPr>
        <p:spPr>
          <a:xfrm>
            <a:off x="24096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6" name="Google Shape;266;p31"/>
          <p:cNvSpPr txBox="1"/>
          <p:nvPr>
            <p:ph idx="5" type="title"/>
          </p:nvPr>
        </p:nvSpPr>
        <p:spPr>
          <a:xfrm>
            <a:off x="42938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7" name="Google Shape;267;p31"/>
          <p:cNvSpPr txBox="1"/>
          <p:nvPr>
            <p:ph idx="6" type="body"/>
          </p:nvPr>
        </p:nvSpPr>
        <p:spPr>
          <a:xfrm>
            <a:off x="42938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31"/>
          <p:cNvSpPr txBox="1"/>
          <p:nvPr>
            <p:ph idx="7" type="title"/>
          </p:nvPr>
        </p:nvSpPr>
        <p:spPr>
          <a:xfrm>
            <a:off x="6178025" y="2247450"/>
            <a:ext cx="1624500" cy="16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Lato"/>
              <a:buNone/>
              <a:defRPr b="1" sz="13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69" name="Google Shape;269;p31"/>
          <p:cNvSpPr txBox="1"/>
          <p:nvPr>
            <p:ph idx="8" type="body"/>
          </p:nvPr>
        </p:nvSpPr>
        <p:spPr>
          <a:xfrm>
            <a:off x="6178025" y="2446425"/>
            <a:ext cx="1624500" cy="869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2pPr>
            <a:lvl3pPr indent="-2921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31"/>
          <p:cNvSpPr txBox="1"/>
          <p:nvPr>
            <p:ph idx="9" type="subTitle"/>
          </p:nvPr>
        </p:nvSpPr>
        <p:spPr>
          <a:xfrm>
            <a:off x="24096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1" name="Google Shape;271;p31"/>
          <p:cNvSpPr txBox="1"/>
          <p:nvPr>
            <p:ph idx="13" type="subTitle"/>
          </p:nvPr>
        </p:nvSpPr>
        <p:spPr>
          <a:xfrm>
            <a:off x="5254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2" name="Google Shape;272;p31"/>
          <p:cNvSpPr txBox="1"/>
          <p:nvPr>
            <p:ph idx="14" type="subTitle"/>
          </p:nvPr>
        </p:nvSpPr>
        <p:spPr>
          <a:xfrm>
            <a:off x="42938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3" name="Google Shape;273;p31"/>
          <p:cNvSpPr txBox="1"/>
          <p:nvPr>
            <p:ph idx="15" type="subTitle"/>
          </p:nvPr>
        </p:nvSpPr>
        <p:spPr>
          <a:xfrm>
            <a:off x="6178025" y="3381375"/>
            <a:ext cx="1624500" cy="15792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Autofit/>
          </a:bodyPr>
          <a:lstStyle>
            <a:lvl1pPr lvl="0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antico"/>
              <a:buNone/>
              <a:defRPr b="1" sz="14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lnSpc>
                <a:spcPct val="2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Quantico"/>
              <a:buNone/>
              <a:defRPr b="1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4" name="Google Shape;274;p31"/>
          <p:cNvSpPr txBox="1"/>
          <p:nvPr>
            <p:ph idx="16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5" name="Google Shape;275;p31"/>
          <p:cNvSpPr txBox="1"/>
          <p:nvPr>
            <p:ph idx="17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4">
  <p:cSld name="CUSTOM_5_1_1_1_1">
    <p:bg>
      <p:bgPr>
        <a:solidFill>
          <a:schemeClr val="lt1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2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8" name="Google Shape;278;p32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79" name="Google Shape;279;p32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0" name="Google Shape;280;p32"/>
          <p:cNvSpPr txBox="1"/>
          <p:nvPr>
            <p:ph idx="2" type="title"/>
          </p:nvPr>
        </p:nvSpPr>
        <p:spPr>
          <a:xfrm>
            <a:off x="6026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1" name="Google Shape;281;p32"/>
          <p:cNvSpPr txBox="1"/>
          <p:nvPr>
            <p:ph idx="3" type="body"/>
          </p:nvPr>
        </p:nvSpPr>
        <p:spPr>
          <a:xfrm>
            <a:off x="6026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2" name="Google Shape;282;p32"/>
          <p:cNvSpPr txBox="1"/>
          <p:nvPr>
            <p:ph idx="4" type="title"/>
          </p:nvPr>
        </p:nvSpPr>
        <p:spPr>
          <a:xfrm>
            <a:off x="2253138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3" name="Google Shape;283;p32"/>
          <p:cNvSpPr txBox="1"/>
          <p:nvPr>
            <p:ph idx="5" type="body"/>
          </p:nvPr>
        </p:nvSpPr>
        <p:spPr>
          <a:xfrm>
            <a:off x="2253138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4" name="Google Shape;284;p32"/>
          <p:cNvSpPr txBox="1"/>
          <p:nvPr>
            <p:ph idx="6" type="title"/>
          </p:nvPr>
        </p:nvSpPr>
        <p:spPr>
          <a:xfrm>
            <a:off x="3903575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5" name="Google Shape;285;p32"/>
          <p:cNvSpPr txBox="1"/>
          <p:nvPr>
            <p:ph idx="7" type="body"/>
          </p:nvPr>
        </p:nvSpPr>
        <p:spPr>
          <a:xfrm>
            <a:off x="3903575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6" name="Google Shape;286;p32"/>
          <p:cNvSpPr txBox="1"/>
          <p:nvPr>
            <p:ph idx="8" type="title"/>
          </p:nvPr>
        </p:nvSpPr>
        <p:spPr>
          <a:xfrm>
            <a:off x="555405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7" name="Google Shape;287;p32"/>
          <p:cNvSpPr txBox="1"/>
          <p:nvPr>
            <p:ph idx="9" type="body"/>
          </p:nvPr>
        </p:nvSpPr>
        <p:spPr>
          <a:xfrm>
            <a:off x="555405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88" name="Google Shape;288;p32"/>
          <p:cNvSpPr txBox="1"/>
          <p:nvPr>
            <p:ph idx="13" type="title"/>
          </p:nvPr>
        </p:nvSpPr>
        <p:spPr>
          <a:xfrm>
            <a:off x="7204500" y="2574475"/>
            <a:ext cx="1336800" cy="410100"/>
          </a:xfrm>
          <a:prstGeom prst="rect">
            <a:avLst/>
          </a:prstGeom>
        </p:spPr>
        <p:txBody>
          <a:bodyPr anchorCtr="0" anchor="ctr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Quantico"/>
              <a:buNone/>
              <a:defRPr sz="10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89" name="Google Shape;289;p32"/>
          <p:cNvSpPr txBox="1"/>
          <p:nvPr>
            <p:ph idx="14" type="body"/>
          </p:nvPr>
        </p:nvSpPr>
        <p:spPr>
          <a:xfrm>
            <a:off x="7204500" y="3034200"/>
            <a:ext cx="1336800" cy="141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_3">
    <p:bg>
      <p:bgPr>
        <a:solidFill>
          <a:schemeClr val="accent4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/>
          <p:nvPr/>
        </p:nvSpPr>
        <p:spPr>
          <a:xfrm>
            <a:off x="0" y="0"/>
            <a:ext cx="55215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292" name="Google Shape;292;p33"/>
          <p:cNvSpPr txBox="1"/>
          <p:nvPr>
            <p:ph idx="1" type="subTitle"/>
          </p:nvPr>
        </p:nvSpPr>
        <p:spPr>
          <a:xfrm>
            <a:off x="462950" y="41990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700"/>
              <a:buFont typeface="Lato"/>
              <a:buNone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3"/>
          <p:cNvSpPr txBox="1"/>
          <p:nvPr>
            <p:ph type="title"/>
          </p:nvPr>
        </p:nvSpPr>
        <p:spPr>
          <a:xfrm>
            <a:off x="459325" y="1827800"/>
            <a:ext cx="3977700" cy="61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4" name="Google Shape;294;p33"/>
          <p:cNvSpPr txBox="1"/>
          <p:nvPr>
            <p:ph idx="2" type="title"/>
          </p:nvPr>
        </p:nvSpPr>
        <p:spPr>
          <a:xfrm>
            <a:off x="6422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5" name="Google Shape;295;p33"/>
          <p:cNvSpPr txBox="1"/>
          <p:nvPr>
            <p:ph idx="3" type="title"/>
          </p:nvPr>
        </p:nvSpPr>
        <p:spPr>
          <a:xfrm>
            <a:off x="6396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6" name="Google Shape;296;p33"/>
          <p:cNvSpPr txBox="1"/>
          <p:nvPr>
            <p:ph idx="4" type="title"/>
          </p:nvPr>
        </p:nvSpPr>
        <p:spPr>
          <a:xfrm>
            <a:off x="3222225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7" name="Google Shape;297;p33"/>
          <p:cNvSpPr txBox="1"/>
          <p:nvPr>
            <p:ph idx="5" type="title"/>
          </p:nvPr>
        </p:nvSpPr>
        <p:spPr>
          <a:xfrm>
            <a:off x="3219600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8" name="Google Shape;298;p33"/>
          <p:cNvSpPr txBox="1"/>
          <p:nvPr>
            <p:ph idx="6" type="title"/>
          </p:nvPr>
        </p:nvSpPr>
        <p:spPr>
          <a:xfrm>
            <a:off x="5807450" y="2940425"/>
            <a:ext cx="1927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299" name="Google Shape;299;p33"/>
          <p:cNvSpPr txBox="1"/>
          <p:nvPr>
            <p:ph idx="7" type="title"/>
          </p:nvPr>
        </p:nvSpPr>
        <p:spPr>
          <a:xfrm>
            <a:off x="5804825" y="3619500"/>
            <a:ext cx="2212500" cy="1113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0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00" name="Google Shape;300;p33"/>
          <p:cNvSpPr txBox="1"/>
          <p:nvPr>
            <p:ph idx="8" type="title"/>
          </p:nvPr>
        </p:nvSpPr>
        <p:spPr>
          <a:xfrm>
            <a:off x="459325" y="788000"/>
            <a:ext cx="46482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3">
  <p:cSld name="CUSTOM_5_1_1_1_2">
    <p:bg>
      <p:bgPr>
        <a:solidFill>
          <a:schemeClr val="lt1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4"/>
          <p:cNvSpPr txBox="1"/>
          <p:nvPr/>
        </p:nvSpPr>
        <p:spPr>
          <a:xfrm>
            <a:off x="8578200" y="4960647"/>
            <a:ext cx="2811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fld id="{00000000-1234-1234-1234-123412341234}" type="slidenum">
              <a:rPr lang="en" sz="5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‹#›</a:t>
            </a:fld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00"/>
              <a:buNone/>
            </a:pPr>
            <a:r>
              <a:t/>
            </a:r>
            <a:endParaRPr sz="5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3" name="Google Shape;303;p34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4" name="Google Shape;304;p34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5" name="Google Shape;305;p34"/>
          <p:cNvSpPr txBox="1"/>
          <p:nvPr>
            <p:ph idx="2" type="title"/>
          </p:nvPr>
        </p:nvSpPr>
        <p:spPr>
          <a:xfrm>
            <a:off x="423025" y="2331750"/>
            <a:ext cx="16002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6" name="Google Shape;306;p34"/>
          <p:cNvSpPr txBox="1"/>
          <p:nvPr>
            <p:ph idx="3" type="body"/>
          </p:nvPr>
        </p:nvSpPr>
        <p:spPr>
          <a:xfrm>
            <a:off x="423025" y="2733050"/>
            <a:ext cx="16002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7" name="Google Shape;307;p34"/>
          <p:cNvSpPr txBox="1"/>
          <p:nvPr>
            <p:ph idx="4" type="title"/>
          </p:nvPr>
        </p:nvSpPr>
        <p:spPr>
          <a:xfrm>
            <a:off x="256857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08" name="Google Shape;308;p34"/>
          <p:cNvSpPr txBox="1"/>
          <p:nvPr>
            <p:ph idx="5" type="body"/>
          </p:nvPr>
        </p:nvSpPr>
        <p:spPr>
          <a:xfrm>
            <a:off x="2568575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09" name="Google Shape;309;p34"/>
          <p:cNvSpPr txBox="1"/>
          <p:nvPr>
            <p:ph idx="6" type="title"/>
          </p:nvPr>
        </p:nvSpPr>
        <p:spPr>
          <a:xfrm>
            <a:off x="4751950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0" name="Google Shape;310;p34"/>
          <p:cNvSpPr txBox="1"/>
          <p:nvPr>
            <p:ph idx="7" type="body"/>
          </p:nvPr>
        </p:nvSpPr>
        <p:spPr>
          <a:xfrm>
            <a:off x="475195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1" name="Google Shape;311;p34"/>
          <p:cNvSpPr txBox="1"/>
          <p:nvPr>
            <p:ph idx="8" type="title"/>
          </p:nvPr>
        </p:nvSpPr>
        <p:spPr>
          <a:xfrm>
            <a:off x="6909425" y="2331750"/>
            <a:ext cx="1722300" cy="252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Quantico"/>
              <a:buNone/>
              <a:defRPr sz="12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2" name="Google Shape;312;p34"/>
          <p:cNvSpPr txBox="1"/>
          <p:nvPr>
            <p:ph idx="9" type="body"/>
          </p:nvPr>
        </p:nvSpPr>
        <p:spPr>
          <a:xfrm>
            <a:off x="6855900" y="2733050"/>
            <a:ext cx="1722300" cy="19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●"/>
              <a:defRPr sz="900">
                <a:solidFill>
                  <a:schemeClr val="accent6"/>
                </a:solidFill>
              </a:defRPr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Char char="○"/>
              <a:defRPr sz="900">
                <a:solidFill>
                  <a:schemeClr val="accent6"/>
                </a:solidFill>
              </a:defRPr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Char char="■"/>
              <a:defRPr sz="9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ideas - ALT 2">
  <p:cSld name="CUSTOM_5_1_1_1_3">
    <p:bg>
      <p:bgPr>
        <a:solidFill>
          <a:schemeClr val="lt1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 txBox="1"/>
          <p:nvPr>
            <p:ph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15" name="Google Shape;315;p35"/>
          <p:cNvSpPr txBox="1"/>
          <p:nvPr>
            <p:ph idx="1" type="subTitle"/>
          </p:nvPr>
        </p:nvSpPr>
        <p:spPr>
          <a:xfrm>
            <a:off x="446900" y="397650"/>
            <a:ext cx="5344500" cy="57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6" name="Google Shape;316;p35"/>
          <p:cNvSpPr txBox="1"/>
          <p:nvPr>
            <p:ph idx="2" type="subTitle"/>
          </p:nvPr>
        </p:nvSpPr>
        <p:spPr>
          <a:xfrm>
            <a:off x="705575" y="23879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7" name="Google Shape;317;p35"/>
          <p:cNvSpPr txBox="1"/>
          <p:nvPr>
            <p:ph idx="3" type="subTitle"/>
          </p:nvPr>
        </p:nvSpPr>
        <p:spPr>
          <a:xfrm>
            <a:off x="705575" y="2948575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8" name="Google Shape;318;p35"/>
          <p:cNvSpPr txBox="1"/>
          <p:nvPr>
            <p:ph idx="4" type="subTitle"/>
          </p:nvPr>
        </p:nvSpPr>
        <p:spPr>
          <a:xfrm>
            <a:off x="705575" y="3518838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19" name="Google Shape;319;p35"/>
          <p:cNvSpPr txBox="1"/>
          <p:nvPr>
            <p:ph idx="5" type="subTitle"/>
          </p:nvPr>
        </p:nvSpPr>
        <p:spPr>
          <a:xfrm>
            <a:off x="705575" y="409260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0" name="Google Shape;320;p35"/>
          <p:cNvSpPr txBox="1"/>
          <p:nvPr>
            <p:ph idx="6" type="subTitle"/>
          </p:nvPr>
        </p:nvSpPr>
        <p:spPr>
          <a:xfrm>
            <a:off x="705575" y="4654250"/>
            <a:ext cx="1236900" cy="391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900"/>
              <a:buNone/>
              <a:defRPr sz="9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1" name="Google Shape;321;p35"/>
          <p:cNvSpPr txBox="1"/>
          <p:nvPr>
            <p:ph idx="7" type="body"/>
          </p:nvPr>
        </p:nvSpPr>
        <p:spPr>
          <a:xfrm>
            <a:off x="5843600" y="463467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2" name="Google Shape;322;p35"/>
          <p:cNvSpPr txBox="1"/>
          <p:nvPr>
            <p:ph idx="8" type="body"/>
          </p:nvPr>
        </p:nvSpPr>
        <p:spPr>
          <a:xfrm>
            <a:off x="5843600" y="4088050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3" name="Google Shape;323;p35"/>
          <p:cNvSpPr txBox="1"/>
          <p:nvPr>
            <p:ph idx="9" type="body"/>
          </p:nvPr>
        </p:nvSpPr>
        <p:spPr>
          <a:xfrm>
            <a:off x="5843600" y="3509538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4" name="Google Shape;324;p35"/>
          <p:cNvSpPr txBox="1"/>
          <p:nvPr>
            <p:ph idx="13" type="body"/>
          </p:nvPr>
        </p:nvSpPr>
        <p:spPr>
          <a:xfrm>
            <a:off x="5843600" y="2948725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5" name="Google Shape;325;p35"/>
          <p:cNvSpPr txBox="1"/>
          <p:nvPr>
            <p:ph idx="14" type="title"/>
          </p:nvPr>
        </p:nvSpPr>
        <p:spPr>
          <a:xfrm>
            <a:off x="5235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6" name="Google Shape;326;p35"/>
          <p:cNvSpPr txBox="1"/>
          <p:nvPr>
            <p:ph idx="15" type="title"/>
          </p:nvPr>
        </p:nvSpPr>
        <p:spPr>
          <a:xfrm>
            <a:off x="22278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7" name="Google Shape;327;p35"/>
          <p:cNvSpPr txBox="1"/>
          <p:nvPr>
            <p:ph idx="16" type="title"/>
          </p:nvPr>
        </p:nvSpPr>
        <p:spPr>
          <a:xfrm>
            <a:off x="3932100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8" name="Google Shape;328;p35"/>
          <p:cNvSpPr txBox="1"/>
          <p:nvPr>
            <p:ph idx="17" type="title"/>
          </p:nvPr>
        </p:nvSpPr>
        <p:spPr>
          <a:xfrm>
            <a:off x="5845325" y="1876038"/>
            <a:ext cx="1419000" cy="3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29" name="Google Shape;329;p35"/>
          <p:cNvSpPr txBox="1"/>
          <p:nvPr>
            <p:ph idx="18" type="body"/>
          </p:nvPr>
        </p:nvSpPr>
        <p:spPr>
          <a:xfrm>
            <a:off x="3930375" y="4634677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0" name="Google Shape;330;p35"/>
          <p:cNvSpPr txBox="1"/>
          <p:nvPr>
            <p:ph idx="19" type="body"/>
          </p:nvPr>
        </p:nvSpPr>
        <p:spPr>
          <a:xfrm>
            <a:off x="3930375" y="408805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1" name="Google Shape;331;p35"/>
          <p:cNvSpPr txBox="1"/>
          <p:nvPr>
            <p:ph idx="20" type="body"/>
          </p:nvPr>
        </p:nvSpPr>
        <p:spPr>
          <a:xfrm>
            <a:off x="3930375" y="350954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2" name="Google Shape;332;p35"/>
          <p:cNvSpPr txBox="1"/>
          <p:nvPr>
            <p:ph idx="21" type="body"/>
          </p:nvPr>
        </p:nvSpPr>
        <p:spPr>
          <a:xfrm>
            <a:off x="3930375" y="294873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3" name="Google Shape;333;p35"/>
          <p:cNvSpPr txBox="1"/>
          <p:nvPr>
            <p:ph idx="22" type="body"/>
          </p:nvPr>
        </p:nvSpPr>
        <p:spPr>
          <a:xfrm>
            <a:off x="2226950" y="46346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4" name="Google Shape;334;p35"/>
          <p:cNvSpPr txBox="1"/>
          <p:nvPr>
            <p:ph idx="23" type="body"/>
          </p:nvPr>
        </p:nvSpPr>
        <p:spPr>
          <a:xfrm>
            <a:off x="2226950" y="4088053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5" name="Google Shape;335;p35"/>
          <p:cNvSpPr txBox="1"/>
          <p:nvPr>
            <p:ph idx="24" type="body"/>
          </p:nvPr>
        </p:nvSpPr>
        <p:spPr>
          <a:xfrm>
            <a:off x="2226950" y="350954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6" name="Google Shape;336;p35"/>
          <p:cNvSpPr txBox="1"/>
          <p:nvPr>
            <p:ph idx="25" type="body"/>
          </p:nvPr>
        </p:nvSpPr>
        <p:spPr>
          <a:xfrm>
            <a:off x="2226950" y="2948734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7" name="Google Shape;337;p35"/>
          <p:cNvSpPr txBox="1"/>
          <p:nvPr>
            <p:ph idx="26" type="body"/>
          </p:nvPr>
        </p:nvSpPr>
        <p:spPr>
          <a:xfrm>
            <a:off x="5843600" y="2388163"/>
            <a:ext cx="24771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8" name="Google Shape;338;p35"/>
          <p:cNvSpPr txBox="1"/>
          <p:nvPr>
            <p:ph idx="27" type="body"/>
          </p:nvPr>
        </p:nvSpPr>
        <p:spPr>
          <a:xfrm>
            <a:off x="3930375" y="2388175"/>
            <a:ext cx="17538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39" name="Google Shape;339;p35"/>
          <p:cNvSpPr txBox="1"/>
          <p:nvPr>
            <p:ph idx="28" type="body"/>
          </p:nvPr>
        </p:nvSpPr>
        <p:spPr>
          <a:xfrm>
            <a:off x="2226950" y="2388175"/>
            <a:ext cx="1662000" cy="41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0">
  <p:cSld name="CUSTOM_2_1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6"/>
          <p:cNvSpPr txBox="1"/>
          <p:nvPr>
            <p:ph type="title"/>
          </p:nvPr>
        </p:nvSpPr>
        <p:spPr>
          <a:xfrm>
            <a:off x="5135225" y="2600350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2" name="Google Shape;342;p36"/>
          <p:cNvSpPr txBox="1"/>
          <p:nvPr>
            <p:ph idx="2" type="title"/>
          </p:nvPr>
        </p:nvSpPr>
        <p:spPr>
          <a:xfrm>
            <a:off x="5135225" y="3562743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3" name="Google Shape;343;p36"/>
          <p:cNvSpPr txBox="1"/>
          <p:nvPr>
            <p:ph idx="3" type="title"/>
          </p:nvPr>
        </p:nvSpPr>
        <p:spPr>
          <a:xfrm>
            <a:off x="5135225" y="4500074"/>
            <a:ext cx="554100" cy="367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b="1" sz="2200">
                <a:solidFill>
                  <a:schemeClr val="accent2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4" name="Google Shape;344;p36"/>
          <p:cNvSpPr txBox="1"/>
          <p:nvPr>
            <p:ph idx="4" type="title"/>
          </p:nvPr>
        </p:nvSpPr>
        <p:spPr>
          <a:xfrm>
            <a:off x="439550" y="765750"/>
            <a:ext cx="5045700" cy="1039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45" name="Google Shape;345;p36"/>
          <p:cNvSpPr txBox="1"/>
          <p:nvPr>
            <p:ph idx="1" type="subTitle"/>
          </p:nvPr>
        </p:nvSpPr>
        <p:spPr>
          <a:xfrm>
            <a:off x="446900" y="397650"/>
            <a:ext cx="5344500" cy="309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700"/>
              <a:buFont typeface="Lato"/>
              <a:buNone/>
              <a:defRPr sz="16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6" name="Google Shape;346;p36"/>
          <p:cNvSpPr txBox="1"/>
          <p:nvPr>
            <p:ph idx="5" type="body"/>
          </p:nvPr>
        </p:nvSpPr>
        <p:spPr>
          <a:xfrm>
            <a:off x="5761162" y="2472057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7" name="Google Shape;347;p36"/>
          <p:cNvSpPr txBox="1"/>
          <p:nvPr>
            <p:ph idx="6" type="body"/>
          </p:nvPr>
        </p:nvSpPr>
        <p:spPr>
          <a:xfrm>
            <a:off x="5761162" y="3436244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8" name="Google Shape;348;p36"/>
          <p:cNvSpPr txBox="1"/>
          <p:nvPr>
            <p:ph idx="7" type="body"/>
          </p:nvPr>
        </p:nvSpPr>
        <p:spPr>
          <a:xfrm>
            <a:off x="5761162" y="4399826"/>
            <a:ext cx="2955900" cy="5184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49" name="Google Shape;349;p36"/>
          <p:cNvSpPr txBox="1"/>
          <p:nvPr>
            <p:ph idx="8" type="body"/>
          </p:nvPr>
        </p:nvSpPr>
        <p:spPr>
          <a:xfrm>
            <a:off x="706399" y="2753996"/>
            <a:ext cx="3288300" cy="17310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1pPr>
            <a:lvl2pPr indent="-3302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2pPr>
            <a:lvl3pPr indent="-33020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3pPr>
            <a:lvl4pPr indent="-33020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4pPr>
            <a:lvl5pPr indent="-33020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5pPr>
            <a:lvl6pPr indent="-33020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6pPr>
            <a:lvl7pPr indent="-33020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●"/>
              <a:defRPr sz="1600">
                <a:solidFill>
                  <a:schemeClr val="accent6"/>
                </a:solidFill>
              </a:defRPr>
            </a:lvl7pPr>
            <a:lvl8pPr indent="-33020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600"/>
              <a:buChar char="○"/>
              <a:defRPr sz="1600">
                <a:solidFill>
                  <a:schemeClr val="accent6"/>
                </a:solidFill>
              </a:defRPr>
            </a:lvl8pPr>
            <a:lvl9pPr indent="-33020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600"/>
              <a:buChar char="■"/>
              <a:defRPr sz="1600"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CUSTOM_2">
    <p:bg>
      <p:bgPr>
        <a:solidFill>
          <a:schemeClr val="lt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/>
          <p:nvPr/>
        </p:nvSpPr>
        <p:spPr>
          <a:xfrm>
            <a:off x="0" y="1088675"/>
            <a:ext cx="3627900" cy="4054800"/>
          </a:xfrm>
          <a:prstGeom prst="snip1Rect">
            <a:avLst>
              <a:gd fmla="val 10918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2" name="Google Shape;352;p37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 sz="2400">
                <a:solidFill>
                  <a:schemeClr val="accent6"/>
                </a:solidFill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53" name="Google Shape;353;p37"/>
          <p:cNvSpPr txBox="1"/>
          <p:nvPr>
            <p:ph idx="1" type="body"/>
          </p:nvPr>
        </p:nvSpPr>
        <p:spPr>
          <a:xfrm>
            <a:off x="3869875" y="1390269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354" name="Google Shape;354;p37"/>
          <p:cNvSpPr txBox="1"/>
          <p:nvPr>
            <p:ph idx="2" type="body"/>
          </p:nvPr>
        </p:nvSpPr>
        <p:spPr>
          <a:xfrm>
            <a:off x="474675" y="1390150"/>
            <a:ext cx="25713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●"/>
              <a:defRPr>
                <a:solidFill>
                  <a:schemeClr val="accent6"/>
                </a:solidFill>
              </a:defRPr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000"/>
              <a:buChar char="○"/>
              <a:defRPr>
                <a:solidFill>
                  <a:schemeClr val="accent6"/>
                </a:solidFill>
              </a:defRPr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Clr>
                <a:schemeClr val="accent6"/>
              </a:buClr>
              <a:buSzPts val="1000"/>
              <a:buChar char="■"/>
              <a:defRPr>
                <a:solidFill>
                  <a:schemeClr val="accent6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9">
  <p:cSld name="CUSTOM_1">
    <p:bg>
      <p:bgPr>
        <a:solidFill>
          <a:schemeClr val="accent1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8"/>
          <p:cNvSpPr/>
          <p:nvPr/>
        </p:nvSpPr>
        <p:spPr>
          <a:xfrm flipH="1">
            <a:off x="433300" y="-6150"/>
            <a:ext cx="8560200" cy="515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7" name="Google Shape;357;p38"/>
          <p:cNvSpPr/>
          <p:nvPr/>
        </p:nvSpPr>
        <p:spPr>
          <a:xfrm flipH="1">
            <a:off x="433300" y="-2175"/>
            <a:ext cx="8415900" cy="515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8" name="Google Shape;358;p38"/>
          <p:cNvSpPr/>
          <p:nvPr/>
        </p:nvSpPr>
        <p:spPr>
          <a:xfrm flipH="1">
            <a:off x="-10550" y="-6150"/>
            <a:ext cx="8710800" cy="5155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59" name="Google Shape;359;p38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24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  <p:sp>
        <p:nvSpPr>
          <p:cNvPr id="360" name="Google Shape;360;p38"/>
          <p:cNvSpPr txBox="1"/>
          <p:nvPr>
            <p:ph idx="2" type="title"/>
          </p:nvPr>
        </p:nvSpPr>
        <p:spPr>
          <a:xfrm>
            <a:off x="420000" y="860450"/>
            <a:ext cx="35112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1" name="Google Shape;361;p38"/>
          <p:cNvSpPr txBox="1"/>
          <p:nvPr>
            <p:ph idx="3" type="title"/>
          </p:nvPr>
        </p:nvSpPr>
        <p:spPr>
          <a:xfrm>
            <a:off x="5128700" y="38960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2" name="Google Shape;362;p38"/>
          <p:cNvSpPr txBox="1"/>
          <p:nvPr>
            <p:ph idx="1" type="subTitle"/>
          </p:nvPr>
        </p:nvSpPr>
        <p:spPr>
          <a:xfrm>
            <a:off x="7258100" y="38960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3" name="Google Shape;363;p38"/>
          <p:cNvSpPr txBox="1"/>
          <p:nvPr>
            <p:ph idx="4" type="title"/>
          </p:nvPr>
        </p:nvSpPr>
        <p:spPr>
          <a:xfrm>
            <a:off x="5128700" y="28383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4" name="Google Shape;364;p38"/>
          <p:cNvSpPr txBox="1"/>
          <p:nvPr>
            <p:ph idx="5" type="subTitle"/>
          </p:nvPr>
        </p:nvSpPr>
        <p:spPr>
          <a:xfrm>
            <a:off x="7258100" y="28383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5" name="Google Shape;365;p38"/>
          <p:cNvSpPr txBox="1"/>
          <p:nvPr>
            <p:ph idx="6" type="title"/>
          </p:nvPr>
        </p:nvSpPr>
        <p:spPr>
          <a:xfrm>
            <a:off x="5128700" y="1812925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6" name="Google Shape;366;p38"/>
          <p:cNvSpPr txBox="1"/>
          <p:nvPr>
            <p:ph idx="7" type="subTitle"/>
          </p:nvPr>
        </p:nvSpPr>
        <p:spPr>
          <a:xfrm>
            <a:off x="7258100" y="1812925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67" name="Google Shape;367;p38"/>
          <p:cNvSpPr txBox="1"/>
          <p:nvPr>
            <p:ph idx="8" type="title"/>
          </p:nvPr>
        </p:nvSpPr>
        <p:spPr>
          <a:xfrm>
            <a:off x="5128700" y="838600"/>
            <a:ext cx="2026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None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68" name="Google Shape;368;p38"/>
          <p:cNvSpPr txBox="1"/>
          <p:nvPr>
            <p:ph idx="9" type="subTitle"/>
          </p:nvPr>
        </p:nvSpPr>
        <p:spPr>
          <a:xfrm>
            <a:off x="7258100" y="838600"/>
            <a:ext cx="811500" cy="385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0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1_1">
    <p:bg>
      <p:bgPr>
        <a:solidFill>
          <a:schemeClr val="accent1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9"/>
          <p:cNvSpPr/>
          <p:nvPr/>
        </p:nvSpPr>
        <p:spPr>
          <a:xfrm flipH="1">
            <a:off x="433300" y="0"/>
            <a:ext cx="85602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1" name="Google Shape;371;p39"/>
          <p:cNvSpPr/>
          <p:nvPr/>
        </p:nvSpPr>
        <p:spPr>
          <a:xfrm flipH="1">
            <a:off x="433300" y="0"/>
            <a:ext cx="84159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2" name="Google Shape;372;p39"/>
          <p:cNvSpPr/>
          <p:nvPr/>
        </p:nvSpPr>
        <p:spPr>
          <a:xfrm flipH="1">
            <a:off x="-10550" y="0"/>
            <a:ext cx="87108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3" name="Google Shape;373;p39"/>
          <p:cNvSpPr/>
          <p:nvPr/>
        </p:nvSpPr>
        <p:spPr>
          <a:xfrm>
            <a:off x="1504259" y="3582046"/>
            <a:ext cx="3354000" cy="1037700"/>
          </a:xfrm>
          <a:prstGeom prst="snip1Rect">
            <a:avLst>
              <a:gd fmla="val 24462" name="adj"/>
            </a:avLst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id="374" name="Google Shape;374;p39"/>
          <p:cNvSpPr txBox="1"/>
          <p:nvPr>
            <p:ph type="title"/>
          </p:nvPr>
        </p:nvSpPr>
        <p:spPr>
          <a:xfrm>
            <a:off x="2131600" y="3667325"/>
            <a:ext cx="2026500" cy="3672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/>
            </a:lvl9pPr>
          </a:lstStyle>
          <a:p/>
        </p:txBody>
      </p:sp>
      <p:sp>
        <p:nvSpPr>
          <p:cNvPr id="375" name="Google Shape;375;p39"/>
          <p:cNvSpPr txBox="1"/>
          <p:nvPr>
            <p:ph idx="1" type="subTitle"/>
          </p:nvPr>
        </p:nvSpPr>
        <p:spPr>
          <a:xfrm>
            <a:off x="1917225" y="4072850"/>
            <a:ext cx="2536500" cy="546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0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" name="Google Shape;376;p39"/>
          <p:cNvSpPr/>
          <p:nvPr>
            <p:ph idx="2" type="pic"/>
          </p:nvPr>
        </p:nvSpPr>
        <p:spPr>
          <a:xfrm>
            <a:off x="387475" y="3575855"/>
            <a:ext cx="1309500" cy="10500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7" name="Google Shape;377;p39"/>
          <p:cNvSpPr txBox="1"/>
          <p:nvPr>
            <p:ph idx="3" type="title"/>
          </p:nvPr>
        </p:nvSpPr>
        <p:spPr>
          <a:xfrm>
            <a:off x="409500" y="1578275"/>
            <a:ext cx="3354000" cy="1091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16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8" name="Google Shape;378;p39"/>
          <p:cNvSpPr txBox="1"/>
          <p:nvPr>
            <p:ph idx="4" type="title"/>
          </p:nvPr>
        </p:nvSpPr>
        <p:spPr>
          <a:xfrm>
            <a:off x="409500" y="401500"/>
            <a:ext cx="3748500" cy="1091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>
                <a:latin typeface="Quantico"/>
                <a:ea typeface="Quantico"/>
                <a:cs typeface="Quantico"/>
                <a:sym typeface="Quantic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" name="Google Shape;38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8" name="Google Shape;38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3" name="Google Shape;39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4" name="Google Shape;39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9" name="Google Shape;39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4" name="Google Shape;40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5" name="Google Shape;40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6" name="Google Shape;40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7" name="Google Shape;40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8" name="Google Shape;40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1" name="Google Shape;41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2" name="Google Shape;41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5" name="Google Shape;41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6" name="Google Shape;41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7" name="Google Shape;41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1" name="Google Shape;42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2" name="Google Shape;42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3" name="Google Shape;42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4" name="Google Shape;42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0" name="Google Shape;43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1" name="Google Shape;43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10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10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10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1000"/>
              </a:spcBef>
              <a:spcAft>
                <a:spcPts val="10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2" name="Google Shape;43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3" name="Google Shape;43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4" name="Google Shape;43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5" name="Google Shape;43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6" name="Google Shape;43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9" name="Google Shape;43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2" name="Google Shape;44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5" name="Google Shape;44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6" name="Google Shape;44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7" name="Google Shape;44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0" name="Google Shape;45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5" name="Google Shape;4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6" name="Google Shape;45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7" name="Google Shape;45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4" name="Google Shape;46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5" name="Google Shape;46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6" name="Google Shape;46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7" name="Google Shape;46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69" name="Google Shape;46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3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84700" y="460250"/>
            <a:ext cx="8574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antico"/>
              <a:buNone/>
              <a:defRPr sz="3000">
                <a:solidFill>
                  <a:schemeClr val="dk1"/>
                </a:solidFill>
                <a:latin typeface="Quantico"/>
                <a:ea typeface="Quantico"/>
                <a:cs typeface="Quantico"/>
                <a:sym typeface="Quantico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84700" y="12997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210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210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210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210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210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210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●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210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Lato"/>
              <a:buChar char="○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210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dk2"/>
              </a:buClr>
              <a:buSzPts val="1000"/>
              <a:buFont typeface="Lato"/>
              <a:buChar char="■"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gif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wireshark.org/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gif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9"/>
          <p:cNvSpPr txBox="1"/>
          <p:nvPr>
            <p:ph idx="1" type="subTitle"/>
          </p:nvPr>
        </p:nvSpPr>
        <p:spPr>
          <a:xfrm>
            <a:off x="958450" y="4298625"/>
            <a:ext cx="2008500" cy="45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October 28th, 2025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CS 151.1001</a:t>
            </a:r>
            <a:endParaRPr sz="1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/>
              <a:t>UNR CSE Department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7" name="Google Shape;477;p59"/>
          <p:cNvSpPr txBox="1"/>
          <p:nvPr>
            <p:ph type="title"/>
          </p:nvPr>
        </p:nvSpPr>
        <p:spPr>
          <a:xfrm>
            <a:off x="876900" y="874250"/>
            <a:ext cx="4538100" cy="342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7000"/>
              <a:t>Intro to Wireshark &amp; Bluetooth</a:t>
            </a:r>
            <a:endParaRPr sz="7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60"/>
          <p:cNvSpPr txBox="1"/>
          <p:nvPr>
            <p:ph idx="2" type="title"/>
          </p:nvPr>
        </p:nvSpPr>
        <p:spPr>
          <a:xfrm>
            <a:off x="916350" y="3016950"/>
            <a:ext cx="7311300" cy="120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0000">
                <a:solidFill>
                  <a:schemeClr val="accent6"/>
                </a:solidFill>
              </a:rPr>
              <a:t>Bluetooth</a:t>
            </a:r>
            <a:endParaRPr sz="100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83" name="Google Shape;48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6875" y="693700"/>
            <a:ext cx="1410251" cy="215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61"/>
          <p:cNvSpPr txBox="1"/>
          <p:nvPr>
            <p:ph type="title"/>
          </p:nvPr>
        </p:nvSpPr>
        <p:spPr>
          <a:xfrm>
            <a:off x="565625" y="34192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Bluetooth</a:t>
            </a:r>
            <a:endParaRPr sz="5000"/>
          </a:p>
        </p:txBody>
      </p:sp>
      <p:sp>
        <p:nvSpPr>
          <p:cNvPr id="489" name="Google Shape;489;p61"/>
          <p:cNvSpPr txBox="1"/>
          <p:nvPr>
            <p:ph idx="2" type="title"/>
          </p:nvPr>
        </p:nvSpPr>
        <p:spPr>
          <a:xfrm>
            <a:off x="435875" y="1169275"/>
            <a:ext cx="4265400" cy="304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u="sng"/>
              <a:t>Wireless</a:t>
            </a:r>
            <a:r>
              <a:rPr lang="en"/>
              <a:t> protocol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Uses</a:t>
            </a:r>
            <a:r>
              <a:rPr lang="en"/>
              <a:t> ISM radio bands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ISM– are portions of the radio spectrum reserved internationally for industrial, scientific, and medical (ISM) purposes.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Two types: 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Low Energy (BLE)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Classic </a:t>
            </a:r>
            <a:endParaRPr/>
          </a:p>
        </p:txBody>
      </p:sp>
      <p:pic>
        <p:nvPicPr>
          <p:cNvPr id="490" name="Google Shape;490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863" y="2844800"/>
            <a:ext cx="1743075" cy="1743075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491" name="Google Shape;49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70500" y="254425"/>
            <a:ext cx="3487024" cy="2469975"/>
          </a:xfrm>
          <a:prstGeom prst="rect">
            <a:avLst/>
          </a:prstGeom>
          <a:noFill/>
          <a:ln cap="flat" cmpd="sng" w="2857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2"/>
          <p:cNvSpPr txBox="1"/>
          <p:nvPr>
            <p:ph type="title"/>
          </p:nvPr>
        </p:nvSpPr>
        <p:spPr>
          <a:xfrm>
            <a:off x="446100" y="396225"/>
            <a:ext cx="5101800" cy="853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BLE</a:t>
            </a:r>
            <a:r>
              <a:rPr lang="en" sz="5000"/>
              <a:t> vs. Classic</a:t>
            </a:r>
            <a:endParaRPr sz="5000"/>
          </a:p>
        </p:txBody>
      </p:sp>
      <p:sp>
        <p:nvSpPr>
          <p:cNvPr id="497" name="Google Shape;497;p62"/>
          <p:cNvSpPr txBox="1"/>
          <p:nvPr>
            <p:ph idx="1" type="body"/>
          </p:nvPr>
        </p:nvSpPr>
        <p:spPr>
          <a:xfrm>
            <a:off x="3857375" y="1390144"/>
            <a:ext cx="31734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Classic:</a:t>
            </a:r>
            <a:endParaRPr b="1"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rate: 3Mbps</a:t>
            </a:r>
            <a:endParaRPr sz="15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500"/>
              <a:t>Larger amounts of data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Ex: Video/audio streaming</a:t>
            </a:r>
            <a:endParaRPr sz="15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500"/>
              <a:t>Larger packet size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62"/>
          <p:cNvSpPr txBox="1"/>
          <p:nvPr>
            <p:ph idx="2" type="body"/>
          </p:nvPr>
        </p:nvSpPr>
        <p:spPr>
          <a:xfrm>
            <a:off x="383900" y="1390150"/>
            <a:ext cx="3018900" cy="342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BLE:</a:t>
            </a:r>
            <a:endParaRPr b="1" sz="20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Data rate: 1Mbps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Small amounts of data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Ex: Fitbits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Low power consumption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BLE now serves all of the functions that Bluetooth Classic was designed for.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62"/>
          <p:cNvSpPr/>
          <p:nvPr/>
        </p:nvSpPr>
        <p:spPr>
          <a:xfrm rot="5400000">
            <a:off x="6915600" y="2915100"/>
            <a:ext cx="1790100" cy="2666700"/>
          </a:xfrm>
          <a:prstGeom prst="snip1Rect">
            <a:avLst>
              <a:gd fmla="val 22757" name="adj"/>
            </a:avLst>
          </a:prstGeom>
          <a:solidFill>
            <a:schemeClr val="lt2"/>
          </a:solidFill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0" name="Google Shape;500;p62"/>
          <p:cNvSpPr txBox="1"/>
          <p:nvPr/>
        </p:nvSpPr>
        <p:spPr>
          <a:xfrm>
            <a:off x="6776400" y="3617250"/>
            <a:ext cx="2068500" cy="12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6"/>
                </a:solidFill>
                <a:latin typeface="Lato"/>
                <a:ea typeface="Lato"/>
                <a:cs typeface="Lato"/>
                <a:sym typeface="Lato"/>
              </a:rPr>
              <a:t>Almost all mobile devices support both (dual mode). </a:t>
            </a:r>
            <a:endParaRPr sz="1000">
              <a:solidFill>
                <a:schemeClr val="accent6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01" name="Google Shape;501;p62"/>
          <p:cNvPicPr preferRelativeResize="0"/>
          <p:nvPr/>
        </p:nvPicPr>
        <p:blipFill rotWithShape="1">
          <a:blip r:embed="rId3">
            <a:alphaModFix/>
          </a:blip>
          <a:srcRect b="0" l="18690" r="16567" t="0"/>
          <a:stretch/>
        </p:blipFill>
        <p:spPr>
          <a:xfrm>
            <a:off x="7147025" y="764215"/>
            <a:ext cx="1635400" cy="189461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3"/>
          <p:cNvSpPr txBox="1"/>
          <p:nvPr>
            <p:ph type="title"/>
          </p:nvPr>
        </p:nvSpPr>
        <p:spPr>
          <a:xfrm>
            <a:off x="659775" y="38567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Bluetooth</a:t>
            </a:r>
            <a:endParaRPr sz="5000"/>
          </a:p>
        </p:txBody>
      </p:sp>
      <p:sp>
        <p:nvSpPr>
          <p:cNvPr id="507" name="Google Shape;507;p63"/>
          <p:cNvSpPr txBox="1"/>
          <p:nvPr>
            <p:ph idx="2" type="title"/>
          </p:nvPr>
        </p:nvSpPr>
        <p:spPr>
          <a:xfrm>
            <a:off x="659775" y="788875"/>
            <a:ext cx="4824300" cy="266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Bluetooth defines </a:t>
            </a:r>
            <a:r>
              <a:rPr lang="en" u="sng"/>
              <a:t>two transmissions types</a:t>
            </a:r>
            <a:r>
              <a:rPr lang="en"/>
              <a:t>: data and advertising transmissions.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devices initially begin in advertising mode.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Advertising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Device discovery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Connection establishment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Data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Bidirectional connection between devices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Bluetooth LE packet format:</a:t>
            </a:r>
            <a:endParaRPr/>
          </a:p>
        </p:txBody>
      </p:sp>
      <p:pic>
        <p:nvPicPr>
          <p:cNvPr id="508" name="Google Shape;50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575" y="3501874"/>
            <a:ext cx="7836848" cy="12357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4"/>
          <p:cNvSpPr txBox="1"/>
          <p:nvPr>
            <p:ph type="title"/>
          </p:nvPr>
        </p:nvSpPr>
        <p:spPr>
          <a:xfrm>
            <a:off x="565625" y="391925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Bluetooth</a:t>
            </a:r>
            <a:endParaRPr sz="5000"/>
          </a:p>
        </p:txBody>
      </p:sp>
      <p:sp>
        <p:nvSpPr>
          <p:cNvPr id="514" name="Google Shape;514;p64"/>
          <p:cNvSpPr txBox="1"/>
          <p:nvPr>
            <p:ph idx="2" type="title"/>
          </p:nvPr>
        </p:nvSpPr>
        <p:spPr>
          <a:xfrm>
            <a:off x="565625" y="1145550"/>
            <a:ext cx="4265400" cy="3084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Initially devices are in Standby state.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Devices enter a Discovery state where the device wishing to be discovered becomes the Advertiser and host wishing to connect becomes a Scanner.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Advertiser sends advertising packets containing basic information about the host.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 Scanners receive these packets.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5" name="Google Shape;51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9175" y="1211801"/>
            <a:ext cx="3566998" cy="271989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5"/>
          <p:cNvSpPr txBox="1"/>
          <p:nvPr>
            <p:ph type="title"/>
          </p:nvPr>
        </p:nvSpPr>
        <p:spPr>
          <a:xfrm>
            <a:off x="317050" y="285750"/>
            <a:ext cx="56556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Bluetooth Attacks</a:t>
            </a:r>
            <a:endParaRPr sz="5000"/>
          </a:p>
        </p:txBody>
      </p:sp>
      <p:sp>
        <p:nvSpPr>
          <p:cNvPr id="521" name="Google Shape;521;p65"/>
          <p:cNvSpPr txBox="1"/>
          <p:nvPr>
            <p:ph idx="2" type="title"/>
          </p:nvPr>
        </p:nvSpPr>
        <p:spPr>
          <a:xfrm>
            <a:off x="565625" y="1145550"/>
            <a:ext cx="4265400" cy="304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Bluejacking– sending unsolicited messages to a Bluetooth-enabled device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Bluesnarfing– extracting and stealing stored data.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Hackers pair to a victim’s device by skipping the code pairing process.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Bluetooth v4 and v5 have encryption now. </a:t>
            </a:r>
            <a:endParaRPr/>
          </a:p>
        </p:txBody>
      </p:sp>
      <p:pic>
        <p:nvPicPr>
          <p:cNvPr id="522" name="Google Shape;52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9050" y="1373788"/>
            <a:ext cx="3717052" cy="2395925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8951" y="753150"/>
            <a:ext cx="6466099" cy="363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67"/>
          <p:cNvSpPr txBox="1"/>
          <p:nvPr>
            <p:ph type="title"/>
          </p:nvPr>
        </p:nvSpPr>
        <p:spPr>
          <a:xfrm>
            <a:off x="931675" y="754400"/>
            <a:ext cx="4005900" cy="70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/>
              <a:t>Wireshark</a:t>
            </a:r>
            <a:endParaRPr sz="5000"/>
          </a:p>
        </p:txBody>
      </p:sp>
      <p:sp>
        <p:nvSpPr>
          <p:cNvPr id="533" name="Google Shape;533;p67"/>
          <p:cNvSpPr txBox="1"/>
          <p:nvPr>
            <p:ph idx="2" type="title"/>
          </p:nvPr>
        </p:nvSpPr>
        <p:spPr>
          <a:xfrm>
            <a:off x="931675" y="1463000"/>
            <a:ext cx="4005900" cy="26619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“Wireshark is a powerful, open-source network protocol analyzer that allows users to capture and interactively browse the traffic running on a computer network, providing deep inspection of hundreds of protocols.” -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https://www.wireshark.org/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**Note: DO NOT CAPTURE NETWORK TRAFFIC ON PUBLIC/SHARED WI-FI</a:t>
            </a:r>
            <a:endParaRPr/>
          </a:p>
        </p:txBody>
      </p:sp>
      <p:pic>
        <p:nvPicPr>
          <p:cNvPr id="534" name="Google Shape;53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5175" y="754400"/>
            <a:ext cx="2050100" cy="19071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hape where the section titles go" id="539" name="Google Shape;539;p68"/>
          <p:cNvSpPr/>
          <p:nvPr/>
        </p:nvSpPr>
        <p:spPr>
          <a:xfrm flipH="1">
            <a:off x="3144850" y="3431252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540" name="Google Shape;540;p68"/>
          <p:cNvSpPr/>
          <p:nvPr/>
        </p:nvSpPr>
        <p:spPr>
          <a:xfrm flipH="1">
            <a:off x="4059550" y="2568550"/>
            <a:ext cx="5084400" cy="862800"/>
          </a:xfrm>
          <a:prstGeom prst="snip1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541" name="Google Shape;541;p68"/>
          <p:cNvSpPr/>
          <p:nvPr/>
        </p:nvSpPr>
        <p:spPr>
          <a:xfrm flipH="1">
            <a:off x="3144850" y="1705803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hape where the section titles go" id="542" name="Google Shape;542;p68"/>
          <p:cNvSpPr/>
          <p:nvPr/>
        </p:nvSpPr>
        <p:spPr>
          <a:xfrm flipH="1">
            <a:off x="3144849" y="849450"/>
            <a:ext cx="5999100" cy="862800"/>
          </a:xfrm>
          <a:prstGeom prst="snip1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Quantico"/>
              <a:ea typeface="Quantico"/>
              <a:cs typeface="Quantico"/>
              <a:sym typeface="Quantico"/>
            </a:endParaRPr>
          </a:p>
        </p:txBody>
      </p:sp>
      <p:sp>
        <p:nvSpPr>
          <p:cNvPr descr="Spaces to add section titles" id="543" name="Google Shape;543;p68"/>
          <p:cNvSpPr txBox="1"/>
          <p:nvPr>
            <p:ph idx="1" type="subTitle"/>
          </p:nvPr>
        </p:nvSpPr>
        <p:spPr>
          <a:xfrm>
            <a:off x="284175" y="285750"/>
            <a:ext cx="2830800" cy="1294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4500"/>
              <a:t>Wireshark Steps</a:t>
            </a:r>
            <a:endParaRPr sz="4500"/>
          </a:p>
        </p:txBody>
      </p:sp>
      <p:sp>
        <p:nvSpPr>
          <p:cNvPr descr="Spaces to add section titles" id="544" name="Google Shape;544;p68"/>
          <p:cNvSpPr txBox="1"/>
          <p:nvPr>
            <p:ph idx="2" type="subTitle"/>
          </p:nvPr>
        </p:nvSpPr>
        <p:spPr>
          <a:xfrm>
            <a:off x="3469788" y="1067928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Download &amp; install Wireshark 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(01)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545" name="Google Shape;545;p68"/>
          <p:cNvSpPr txBox="1"/>
          <p:nvPr>
            <p:ph idx="3" type="subTitle"/>
          </p:nvPr>
        </p:nvSpPr>
        <p:spPr>
          <a:xfrm>
            <a:off x="3469788" y="1914052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Open a packet capture file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(02)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546" name="Google Shape;546;p68"/>
          <p:cNvSpPr txBox="1"/>
          <p:nvPr>
            <p:ph idx="4" type="subTitle"/>
          </p:nvPr>
        </p:nvSpPr>
        <p:spPr>
          <a:xfrm>
            <a:off x="4417200" y="2787100"/>
            <a:ext cx="4726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File &gt; Open &gt; File name &gt; Open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(02a)</a:t>
            </a:r>
            <a:r>
              <a:rPr lang="en"/>
              <a:t> </a:t>
            </a:r>
            <a:endParaRPr/>
          </a:p>
        </p:txBody>
      </p:sp>
      <p:sp>
        <p:nvSpPr>
          <p:cNvPr descr="Spaces to add section titles" id="547" name="Google Shape;547;p68"/>
          <p:cNvSpPr txBox="1"/>
          <p:nvPr>
            <p:ph idx="5" type="subTitle"/>
          </p:nvPr>
        </p:nvSpPr>
        <p:spPr>
          <a:xfrm>
            <a:off x="3469788" y="3660026"/>
            <a:ext cx="5659800" cy="4527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Analyze and filter packets!   </a:t>
            </a:r>
            <a:r>
              <a:rPr lang="en" sz="1200">
                <a:latin typeface="Quantico"/>
                <a:ea typeface="Quantico"/>
                <a:cs typeface="Quantico"/>
                <a:sym typeface="Quantico"/>
              </a:rPr>
              <a:t>(03)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9"/>
          <p:cNvSpPr txBox="1"/>
          <p:nvPr>
            <p:ph idx="2" type="title"/>
          </p:nvPr>
        </p:nvSpPr>
        <p:spPr>
          <a:xfrm>
            <a:off x="636275" y="662225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accent6"/>
                </a:solidFill>
              </a:rPr>
              <a:t>(01)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3" name="Google Shape;55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550" y="775675"/>
            <a:ext cx="6156257" cy="3592152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70"/>
          <p:cNvSpPr txBox="1"/>
          <p:nvPr>
            <p:ph idx="2" type="title"/>
          </p:nvPr>
        </p:nvSpPr>
        <p:spPr>
          <a:xfrm>
            <a:off x="636275" y="662225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accent6"/>
                </a:solidFill>
              </a:rPr>
              <a:t>(02)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59" name="Google Shape;559;p70"/>
          <p:cNvPicPr preferRelativeResize="0"/>
          <p:nvPr/>
        </p:nvPicPr>
        <p:blipFill rotWithShape="1">
          <a:blip r:embed="rId3">
            <a:alphaModFix/>
          </a:blip>
          <a:srcRect b="0" l="0" r="56786" t="0"/>
          <a:stretch/>
        </p:blipFill>
        <p:spPr>
          <a:xfrm>
            <a:off x="1756543" y="645263"/>
            <a:ext cx="2074075" cy="153052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0" name="Google Shape;560;p70"/>
          <p:cNvPicPr preferRelativeResize="0"/>
          <p:nvPr/>
        </p:nvPicPr>
        <p:blipFill rotWithShape="1">
          <a:blip r:embed="rId4">
            <a:alphaModFix/>
          </a:blip>
          <a:srcRect b="0" l="0" r="49784" t="0"/>
          <a:stretch/>
        </p:blipFill>
        <p:spPr>
          <a:xfrm>
            <a:off x="5459275" y="662213"/>
            <a:ext cx="2413312" cy="14966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1" name="Google Shape;561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825" y="2571750"/>
            <a:ext cx="2720351" cy="1724524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62" name="Google Shape;562;p70"/>
          <p:cNvSpPr/>
          <p:nvPr/>
        </p:nvSpPr>
        <p:spPr>
          <a:xfrm>
            <a:off x="4076150" y="1294888"/>
            <a:ext cx="1137600" cy="2313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63" name="Google Shape;563;p70"/>
          <p:cNvSpPr/>
          <p:nvPr/>
        </p:nvSpPr>
        <p:spPr>
          <a:xfrm rot="7847685">
            <a:off x="5870705" y="2835874"/>
            <a:ext cx="1657608" cy="252053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1"/>
          <p:cNvSpPr txBox="1"/>
          <p:nvPr>
            <p:ph idx="2" type="title"/>
          </p:nvPr>
        </p:nvSpPr>
        <p:spPr>
          <a:xfrm>
            <a:off x="636275" y="662225"/>
            <a:ext cx="7311300" cy="31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accent6"/>
                </a:solidFill>
              </a:rPr>
              <a:t>(03)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2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569" name="Google Shape;56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5725" y="805788"/>
            <a:ext cx="6412549" cy="353192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2"/>
          <p:cNvSpPr txBox="1"/>
          <p:nvPr>
            <p:ph type="title"/>
          </p:nvPr>
        </p:nvSpPr>
        <p:spPr>
          <a:xfrm>
            <a:off x="474675" y="1427175"/>
            <a:ext cx="4695000" cy="862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Wireshark Activity</a:t>
            </a:r>
            <a:endParaRPr sz="4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(pssstt check WebCampus)</a:t>
            </a:r>
            <a:endParaRPr sz="1500"/>
          </a:p>
        </p:txBody>
      </p:sp>
      <p:pic>
        <p:nvPicPr>
          <p:cNvPr id="575" name="Google Shape;575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3375" y="737225"/>
            <a:ext cx="3690175" cy="1861027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6" name="Google Shape;576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42750" y="2934008"/>
            <a:ext cx="2431424" cy="1673625"/>
          </a:xfrm>
          <a:prstGeom prst="rect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3"/>
          <p:cNvSpPr txBox="1"/>
          <p:nvPr>
            <p:ph type="title"/>
          </p:nvPr>
        </p:nvSpPr>
        <p:spPr>
          <a:xfrm>
            <a:off x="409625" y="401500"/>
            <a:ext cx="4011600" cy="43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solidFill>
                  <a:schemeClr val="lt1"/>
                </a:solidFill>
              </a:rPr>
              <a:t>References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582" name="Google Shape;582;p73"/>
          <p:cNvSpPr txBox="1"/>
          <p:nvPr>
            <p:ph idx="2" type="title"/>
          </p:nvPr>
        </p:nvSpPr>
        <p:spPr>
          <a:xfrm>
            <a:off x="420000" y="860450"/>
            <a:ext cx="8076000" cy="38760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Char char="●"/>
            </a:pPr>
            <a:r>
              <a:rPr lang="en">
                <a:solidFill>
                  <a:schemeClr val="lt1"/>
                </a:solidFill>
              </a:rPr>
              <a:t>https://www.ezurio.com/resources/blog/bluetooth-low-energy-vs-bluetooth-classic-what-s-the-difference?srsltid=AfmBOopF3Mn79Uwjn_rimpsgZ50dcSdHcP_IsMKvZaaqkbUENoks6IMq </a:t>
            </a:r>
            <a:endParaRPr>
              <a:solidFill>
                <a:schemeClr val="lt1"/>
              </a:solidFill>
            </a:endParaRPr>
          </a:p>
          <a:p>
            <a:pPr indent="-444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Char char="●"/>
            </a:pPr>
            <a:r>
              <a:rPr lang="en">
                <a:solidFill>
                  <a:schemeClr val="lt1"/>
                </a:solidFill>
              </a:rPr>
              <a:t>https://www.santander.com/en/stories/what-is-bluesnarfing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lides Pitch 2024">
  <a:themeElements>
    <a:clrScheme name="Google Colours">
      <a:dk1>
        <a:srgbClr val="000000"/>
      </a:dk1>
      <a:lt1>
        <a:srgbClr val="182A43"/>
      </a:lt1>
      <a:dk2>
        <a:srgbClr val="253851"/>
      </a:dk2>
      <a:lt2>
        <a:srgbClr val="364D6C"/>
      </a:lt2>
      <a:accent1>
        <a:srgbClr val="4F6887"/>
      </a:accent1>
      <a:accent2>
        <a:srgbClr val="6C87A6"/>
      </a:accent2>
      <a:accent3>
        <a:srgbClr val="86A3C3"/>
      </a:accent3>
      <a:accent4>
        <a:srgbClr val="97C5EF"/>
      </a:accent4>
      <a:accent5>
        <a:srgbClr val="A7D4FF"/>
      </a:accent5>
      <a:accent6>
        <a:srgbClr val="BEDEFF"/>
      </a:accent6>
      <a:hlink>
        <a:srgbClr val="FFFF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