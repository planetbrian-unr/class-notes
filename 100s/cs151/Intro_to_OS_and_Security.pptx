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5" r:id="rId1"/>
  </p:sldMasterIdLst>
  <p:notesMasterIdLst>
    <p:notesMasterId r:id="rId51"/>
  </p:notesMasterIdLst>
  <p:sldIdLst>
    <p:sldId id="256" r:id="rId2"/>
    <p:sldId id="258" r:id="rId3"/>
    <p:sldId id="259" r:id="rId4"/>
    <p:sldId id="312" r:id="rId5"/>
    <p:sldId id="313" r:id="rId6"/>
    <p:sldId id="316" r:id="rId7"/>
    <p:sldId id="318" r:id="rId8"/>
    <p:sldId id="319" r:id="rId9"/>
    <p:sldId id="320" r:id="rId10"/>
    <p:sldId id="322" r:id="rId11"/>
    <p:sldId id="321" r:id="rId12"/>
    <p:sldId id="323" r:id="rId13"/>
    <p:sldId id="325" r:id="rId14"/>
    <p:sldId id="327" r:id="rId15"/>
    <p:sldId id="326" r:id="rId16"/>
    <p:sldId id="328" r:id="rId17"/>
    <p:sldId id="329" r:id="rId18"/>
    <p:sldId id="330" r:id="rId19"/>
    <p:sldId id="331" r:id="rId20"/>
    <p:sldId id="333" r:id="rId21"/>
    <p:sldId id="335" r:id="rId22"/>
    <p:sldId id="332" r:id="rId23"/>
    <p:sldId id="334" r:id="rId24"/>
    <p:sldId id="336" r:id="rId25"/>
    <p:sldId id="337" r:id="rId26"/>
    <p:sldId id="338" r:id="rId27"/>
    <p:sldId id="339" r:id="rId28"/>
    <p:sldId id="341" r:id="rId29"/>
    <p:sldId id="342" r:id="rId30"/>
    <p:sldId id="340" r:id="rId31"/>
    <p:sldId id="343" r:id="rId32"/>
    <p:sldId id="344" r:id="rId33"/>
    <p:sldId id="347" r:id="rId34"/>
    <p:sldId id="346" r:id="rId35"/>
    <p:sldId id="348" r:id="rId36"/>
    <p:sldId id="345" r:id="rId37"/>
    <p:sldId id="314" r:id="rId38"/>
    <p:sldId id="350" r:id="rId39"/>
    <p:sldId id="351" r:id="rId40"/>
    <p:sldId id="355" r:id="rId41"/>
    <p:sldId id="359" r:id="rId42"/>
    <p:sldId id="354" r:id="rId43"/>
    <p:sldId id="361" r:id="rId44"/>
    <p:sldId id="360" r:id="rId45"/>
    <p:sldId id="353" r:id="rId46"/>
    <p:sldId id="352" r:id="rId47"/>
    <p:sldId id="356" r:id="rId48"/>
    <p:sldId id="357" r:id="rId49"/>
    <p:sldId id="324" r:id="rId5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2F7"/>
    <a:srgbClr val="C0F8D5"/>
    <a:srgbClr val="BBC6FD"/>
    <a:srgbClr val="EF9E95"/>
    <a:srgbClr val="42413F"/>
    <a:srgbClr val="BCBBBB"/>
    <a:srgbClr val="FF7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0BB0C8-4BD1-4013-A31B-C0A43EB212B8}">
  <a:tblStyle styleId="{7B0BB0C8-4BD1-4013-A31B-C0A43EB212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>
        <p:scale>
          <a:sx n="81" d="100"/>
          <a:sy n="81" d="100"/>
        </p:scale>
        <p:origin x="85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b09410e8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b09410e82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28c1208e2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28c1208e2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0348C544-8066-5B54-FF6C-F506136C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97C81EFD-B494-2087-ABBF-1934057B5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A4B73B85-73CA-4054-06DC-E1BE2E6FD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228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D7F2A1A7-46BA-1E4B-2BAD-597BAAB8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8B2DAD0D-4817-0825-F933-F9F778DEE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A10FFC7D-4A72-6875-271A-9EE777749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93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F3C7D17F-FB6A-9F88-20D8-CFC894F3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0007FEA1-6D8A-7F4E-7FBA-D13BDF5FB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2A666C26-786D-6B5A-CE84-7604E60AD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675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80961AED-BF26-3913-0D29-DC2C7FBB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F673A392-00DE-FA3F-B07F-3F0472729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27485536-A17C-C18C-A8EB-BA65B0991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944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D66E72C2-AE1F-C746-0185-FD67EC59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28c1208e2d_0_114:notes">
            <a:extLst>
              <a:ext uri="{FF2B5EF4-FFF2-40B4-BE49-F238E27FC236}">
                <a16:creationId xmlns:a16="http://schemas.microsoft.com/office/drawing/2014/main" id="{17A6F7C8-D53B-1712-8F3B-5FFBAFB36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28c1208e2d_0_114:notes">
            <a:extLst>
              <a:ext uri="{FF2B5EF4-FFF2-40B4-BE49-F238E27FC236}">
                <a16:creationId xmlns:a16="http://schemas.microsoft.com/office/drawing/2014/main" id="{366ABD27-886F-B94C-5A81-D6938BA7C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94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7B4A72A2-EFD7-C758-CD88-2363B5AF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a7be6e973_0_1029:notes">
            <a:extLst>
              <a:ext uri="{FF2B5EF4-FFF2-40B4-BE49-F238E27FC236}">
                <a16:creationId xmlns:a16="http://schemas.microsoft.com/office/drawing/2014/main" id="{D88F6077-D7C3-9651-C277-CD0C3E619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a7be6e973_0_1029:notes">
            <a:extLst>
              <a:ext uri="{FF2B5EF4-FFF2-40B4-BE49-F238E27FC236}">
                <a16:creationId xmlns:a16="http://schemas.microsoft.com/office/drawing/2014/main" id="{470B363C-5EFB-5513-7FEE-91A215DB9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242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>
          <a:extLst>
            <a:ext uri="{FF2B5EF4-FFF2-40B4-BE49-F238E27FC236}">
              <a16:creationId xmlns:a16="http://schemas.microsoft.com/office/drawing/2014/main" id="{DE532A67-5C8D-06BC-3851-4999FF19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a7be6e973_0_932:notes">
            <a:extLst>
              <a:ext uri="{FF2B5EF4-FFF2-40B4-BE49-F238E27FC236}">
                <a16:creationId xmlns:a16="http://schemas.microsoft.com/office/drawing/2014/main" id="{1E1B4591-137C-5D85-EAA8-F9FA045D3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a7be6e973_0_932:notes">
            <a:extLst>
              <a:ext uri="{FF2B5EF4-FFF2-40B4-BE49-F238E27FC236}">
                <a16:creationId xmlns:a16="http://schemas.microsoft.com/office/drawing/2014/main" id="{1AFF404D-C9AF-08E3-1D4F-A7953830B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085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D8CF49C5-0D2D-336E-BB63-3456AF56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a7be6e973_0_1029:notes">
            <a:extLst>
              <a:ext uri="{FF2B5EF4-FFF2-40B4-BE49-F238E27FC236}">
                <a16:creationId xmlns:a16="http://schemas.microsoft.com/office/drawing/2014/main" id="{9BCCB79D-4749-1547-4DA2-1318ABCE8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a7be6e973_0_1029:notes">
            <a:extLst>
              <a:ext uri="{FF2B5EF4-FFF2-40B4-BE49-F238E27FC236}">
                <a16:creationId xmlns:a16="http://schemas.microsoft.com/office/drawing/2014/main" id="{2E3EF010-5A3A-FC03-942E-786449631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011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>
          <a:extLst>
            <a:ext uri="{FF2B5EF4-FFF2-40B4-BE49-F238E27FC236}">
              <a16:creationId xmlns:a16="http://schemas.microsoft.com/office/drawing/2014/main" id="{DBC2DD4C-289D-9A17-4219-B0B05F3E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a7be6e973_0_932:notes">
            <a:extLst>
              <a:ext uri="{FF2B5EF4-FFF2-40B4-BE49-F238E27FC236}">
                <a16:creationId xmlns:a16="http://schemas.microsoft.com/office/drawing/2014/main" id="{36EF728B-937B-A0D5-6C7A-1E96BB0EE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a7be6e973_0_932:notes">
            <a:extLst>
              <a:ext uri="{FF2B5EF4-FFF2-40B4-BE49-F238E27FC236}">
                <a16:creationId xmlns:a16="http://schemas.microsoft.com/office/drawing/2014/main" id="{B1364711-F1C3-BEDC-AC0C-8C19564BF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765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B4F66245-EA47-EDF3-91A1-E861BE74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4C6AD582-CE5E-6438-4258-41D5D011D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71A591E5-D123-579A-FA01-C1A026D5C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545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18649CFD-CF89-012F-ED08-D9FEE9D2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6B6358AB-12A3-14F4-0BB3-45940CB26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DCADFF0D-52A3-73D3-06A5-35524A028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685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048D7D7-F428-2AA6-D8A3-B5A8F3F6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1A716BC1-2A13-A87B-5319-0AFDC6446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836175C6-EBA9-6E1E-D2CC-41761AF76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0639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3ECEC843-BA63-DDD1-58F0-E7BDB46C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B384F953-3267-8E03-CD99-BF0F28EDA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A71135E9-501F-56FA-4111-DAF47DD71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91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DDCAA4C9-7E38-1463-7924-9D2EDC1F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6F3185F6-EE1C-4F0B-D13A-4A1104C02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B7FDC30A-2A36-B2B9-58EF-1E00152F6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93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95351C6D-3EDE-555F-B1FB-E5DCF38D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3C880749-0133-717E-67B6-F994FB1FE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3A5AD9DA-0DA8-5B6B-2C87-09EBDD30F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682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00A5323F-1FD0-8914-017C-DF9EB91D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4C3403E4-E3F6-343C-8F87-6A310552E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1FA191D7-B0B5-B290-918E-370821E54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6707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8DD08B0-8A3A-0AEB-CC9A-10A55F47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21507845-5B91-0C1F-FC08-C6509CF64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5D603B64-34D3-A671-28F3-6DEE2B1E6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0428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E9D8130D-D1B2-0C9D-8F84-65C81C64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66FFD5E9-14CE-DEC2-8194-437FEF7A9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3DB82C93-A73F-650B-6AE6-AD462EB4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400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B181E465-9B30-C02B-156D-7DF804EA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0EEF9824-92FD-8800-52A7-99A206C0C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98555FD4-0B2C-26CD-8E12-61328C797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731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48B3216B-5C00-6220-A3B0-E5D4DFB7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B56E8879-1A7D-0F5F-0906-D047D2756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80447B65-5751-EF84-83B6-9F8D20CDF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298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2B1618E4-460F-B3BC-F994-0ABC8C53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490BABEF-F1DC-B066-281B-8913E18D4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3C3686C9-2E5E-E088-5DF6-1A5E42506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0025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90401326-A264-6A1C-B3B7-E9D939E1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63D14656-7351-E746-9AE3-384A7714D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3ADDCC0C-FDE3-3022-31DC-163654EFE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400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5EABAD08-703F-C9F8-F3BB-A97765B0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28c1208e2d_0_114:notes">
            <a:extLst>
              <a:ext uri="{FF2B5EF4-FFF2-40B4-BE49-F238E27FC236}">
                <a16:creationId xmlns:a16="http://schemas.microsoft.com/office/drawing/2014/main" id="{B2786190-6C96-6B0D-65EF-7CC6BB439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28c1208e2d_0_114:notes">
            <a:extLst>
              <a:ext uri="{FF2B5EF4-FFF2-40B4-BE49-F238E27FC236}">
                <a16:creationId xmlns:a16="http://schemas.microsoft.com/office/drawing/2014/main" id="{93C41C83-4CD1-C374-4853-36F26CF79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6610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2B8539D5-B2B7-5E17-5951-BB7C686C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EB02D6FF-04A0-EC38-EA52-63B08BB6E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358F773A-C41A-33BF-7408-CAE300E79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8920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E41DF4CE-41F0-019C-C54E-17C34445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D9E5274F-E0A7-A4A1-7A9E-1241B54C1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99C462E7-6C0B-2472-A3FD-B4D55B0DC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8394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9A50B3C5-B8D2-803A-5C79-2A45D173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24894A07-B83C-1649-923C-47DE986C0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B4077EC3-B6C5-4DBA-F6AE-A97BAD1B6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226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0B926B86-C637-F3AB-BC2F-A1544E4E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B34EA02F-EADA-A413-64B1-BB2BBC02E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3AE89E49-061B-EB77-034D-39D0FB7E2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1765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D1F1052D-57A0-9219-409D-21C3701DC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4001D0E7-FAD5-E93B-26A2-830FE2944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B1140FFE-3787-73E7-692D-4716336E7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2549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BB94224B-33CB-3CBC-C162-5147F973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67023E0F-F10E-60AC-F3B6-967B91F3C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99850A7B-22F2-4DA6-7B7E-DC0D0A3C2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5146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4FA54E26-2063-3DBD-02FB-9CA6B5D9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1523B388-993C-30D8-9B55-F8571C67E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B66260D3-194D-F205-31A8-AF7EA456D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42709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DE01914E-730F-8BB9-68F6-B7BC8D2D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1E6010AA-289F-344F-7C33-47882A0F0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E4BBAD79-D024-32CA-CC97-A36771AD6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2960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67DF7C51-9A4E-04C1-456E-F0CD269E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1B5958CF-F9AB-C1DE-F287-C5072CD93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DD371C99-E264-3C47-0B30-9DD49A67E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72533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>
          <a:extLst>
            <a:ext uri="{FF2B5EF4-FFF2-40B4-BE49-F238E27FC236}">
              <a16:creationId xmlns:a16="http://schemas.microsoft.com/office/drawing/2014/main" id="{C87D77A2-1B80-161E-1D43-C0058FA6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a7be6e973_0_23:notes">
            <a:extLst>
              <a:ext uri="{FF2B5EF4-FFF2-40B4-BE49-F238E27FC236}">
                <a16:creationId xmlns:a16="http://schemas.microsoft.com/office/drawing/2014/main" id="{BBAF394C-090B-4BC7-B5DB-626186CA4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a7be6e973_0_23:notes">
            <a:extLst>
              <a:ext uri="{FF2B5EF4-FFF2-40B4-BE49-F238E27FC236}">
                <a16:creationId xmlns:a16="http://schemas.microsoft.com/office/drawing/2014/main" id="{1258D4F0-D521-60D9-5F97-12DB555BB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7914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0AAB8CA7-75D1-DCE3-9C38-DB770C35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28c1208e2d_0_114:notes">
            <a:extLst>
              <a:ext uri="{FF2B5EF4-FFF2-40B4-BE49-F238E27FC236}">
                <a16:creationId xmlns:a16="http://schemas.microsoft.com/office/drawing/2014/main" id="{CBC44C20-4B55-6860-10D3-BD238294F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28c1208e2d_0_114:notes">
            <a:extLst>
              <a:ext uri="{FF2B5EF4-FFF2-40B4-BE49-F238E27FC236}">
                <a16:creationId xmlns:a16="http://schemas.microsoft.com/office/drawing/2014/main" id="{2A6EBD0F-65BA-913C-8265-2CA85A09A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5429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45FD798F-93B5-3227-A943-37896173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16878CA5-C28A-E906-55E0-73BAC422D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6C24F7EE-308A-6293-B744-BCF71A11E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6579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467099B8-8BB5-4D67-8C1C-2619BB27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6CC9EA13-1852-CC0F-44DC-AE1CD7E97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920FCC44-7CC1-389A-5AF0-27A5C6E0E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4109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0C58DD6E-C9B0-35AC-F466-37EF8C24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6EEAA763-BAEE-A6B8-6719-1D5D6DD97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DA757D8D-DEDA-F872-15B2-D972CEA43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4027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FA9E2FFA-84C8-25B9-916F-EC30C8FB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5860C0FD-0AEF-6329-9DF7-408DA10B7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12F4156C-94BA-5C25-106D-59887C266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693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64518B35-EDA4-C91B-4BE4-DE97ED22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0865D2E1-0A98-8C95-49EA-A92171B1A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1595CA94-BAFF-81FC-E2BE-41637F33D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0994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289F663B-A1E6-68B5-4F5E-A209E417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B2FAAD04-C170-F90A-16EA-D124462BB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492CD7D7-E5DE-4D00-1001-AA1B19ED6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7118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291F6E4C-2DD0-2DC2-3CBF-12050378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218002D2-8D8E-47BF-3AAD-1102A61C5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EFD7E3C8-7AC5-8EF2-B973-3764BAD93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2926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7B32EAD9-821D-FFC8-984C-62C12CB9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4FCA4969-456A-F8EA-CDD8-A12A8F640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CABC36B7-A2FF-64BE-CF1B-C9F846F1A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5458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7CA71942-179E-F91B-5212-6D6C9FB6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32:notes">
            <a:extLst>
              <a:ext uri="{FF2B5EF4-FFF2-40B4-BE49-F238E27FC236}">
                <a16:creationId xmlns:a16="http://schemas.microsoft.com/office/drawing/2014/main" id="{EA260505-CF59-281C-D7D4-C9B90ADA8B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32:notes">
            <a:extLst>
              <a:ext uri="{FF2B5EF4-FFF2-40B4-BE49-F238E27FC236}">
                <a16:creationId xmlns:a16="http://schemas.microsoft.com/office/drawing/2014/main" id="{4FBC1892-9F3C-C37E-586E-D7462D611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22115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B4456FDB-95AA-33E1-C429-D7B8F22E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1F6E9509-9831-1EE6-4473-90763B0CD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2B380D9A-B0F7-A2BD-450C-B8DA710E2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9217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C418AACB-FEC0-3AA3-23A3-C36ED031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a7be6e973_0_11:notes">
            <a:extLst>
              <a:ext uri="{FF2B5EF4-FFF2-40B4-BE49-F238E27FC236}">
                <a16:creationId xmlns:a16="http://schemas.microsoft.com/office/drawing/2014/main" id="{64666239-D334-21C6-80E3-64C1DD0BC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a7be6e973_0_11:notes">
            <a:extLst>
              <a:ext uri="{FF2B5EF4-FFF2-40B4-BE49-F238E27FC236}">
                <a16:creationId xmlns:a16="http://schemas.microsoft.com/office/drawing/2014/main" id="{413C4F41-8C36-65A7-9093-A0A53D1BA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3413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>
          <a:extLst>
            <a:ext uri="{FF2B5EF4-FFF2-40B4-BE49-F238E27FC236}">
              <a16:creationId xmlns:a16="http://schemas.microsoft.com/office/drawing/2014/main" id="{AE54619E-A91E-A3B0-80DD-804B97C6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0a7be6e973_0_1572:notes">
            <a:extLst>
              <a:ext uri="{FF2B5EF4-FFF2-40B4-BE49-F238E27FC236}">
                <a16:creationId xmlns:a16="http://schemas.microsoft.com/office/drawing/2014/main" id="{B5F2EE48-E0F2-12B3-8FD8-7FF42958F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0a7be6e973_0_1572:notes">
            <a:extLst>
              <a:ext uri="{FF2B5EF4-FFF2-40B4-BE49-F238E27FC236}">
                <a16:creationId xmlns:a16="http://schemas.microsoft.com/office/drawing/2014/main" id="{26194490-73D1-611A-FBC8-4C1092A43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88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867250" y="3967995"/>
            <a:ext cx="4857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7750" y="539500"/>
            <a:ext cx="6073500" cy="31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355625" y="2594282"/>
            <a:ext cx="4435500" cy="11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355622" y="3990563"/>
            <a:ext cx="44355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782272" y="876407"/>
            <a:ext cx="1582200" cy="13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3082975" y="1358675"/>
            <a:ext cx="5480100" cy="3240600"/>
          </a:xfrm>
          <a:prstGeom prst="bevel">
            <a:avLst>
              <a:gd name="adj" fmla="val 4694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31;p7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7"/>
          <p:cNvGrpSpPr/>
          <p:nvPr userDrawn="1"/>
        </p:nvGrpSpPr>
        <p:grpSpPr>
          <a:xfrm>
            <a:off x="567601" y="1358668"/>
            <a:ext cx="2445529" cy="3240702"/>
            <a:chOff x="567601" y="1358668"/>
            <a:chExt cx="2445529" cy="3240702"/>
          </a:xfrm>
        </p:grpSpPr>
        <p:sp>
          <p:nvSpPr>
            <p:cNvPr id="35" name="Google Shape;35;p7"/>
            <p:cNvSpPr/>
            <p:nvPr/>
          </p:nvSpPr>
          <p:spPr>
            <a:xfrm>
              <a:off x="567601" y="3005349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7"/>
            <p:cNvSpPr/>
            <p:nvPr/>
          </p:nvSpPr>
          <p:spPr>
            <a:xfrm>
              <a:off x="567601" y="2182008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7"/>
            <p:cNvGrpSpPr/>
            <p:nvPr/>
          </p:nvGrpSpPr>
          <p:grpSpPr>
            <a:xfrm rot="10800000">
              <a:off x="764835" y="2380313"/>
              <a:ext cx="374100" cy="374100"/>
              <a:chOff x="7854948" y="3207801"/>
              <a:chExt cx="374100" cy="374100"/>
            </a:xfrm>
          </p:grpSpPr>
          <p:sp>
            <p:nvSpPr>
              <p:cNvPr id="38" name="Google Shape;38;p7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39" name="Google Shape;39;p7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40" name="Google Shape;40;p7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7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" name="Google Shape;42;p7"/>
            <p:cNvGrpSpPr/>
            <p:nvPr/>
          </p:nvGrpSpPr>
          <p:grpSpPr>
            <a:xfrm>
              <a:off x="764860" y="3203626"/>
              <a:ext cx="374100" cy="374100"/>
              <a:chOff x="7854948" y="3207801"/>
              <a:chExt cx="374100" cy="374100"/>
            </a:xfrm>
          </p:grpSpPr>
          <p:sp>
            <p:nvSpPr>
              <p:cNvPr id="43" name="Google Shape;43;p7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44" name="Google Shape;44;p7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45" name="Google Shape;45;p7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7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7" name="Google Shape;47;p7"/>
            <p:cNvSpPr/>
            <p:nvPr/>
          </p:nvSpPr>
          <p:spPr>
            <a:xfrm>
              <a:off x="567601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1406065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2244529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406065" y="3002922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567601" y="1358668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 flipH="1">
              <a:off x="812389" y="4057435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7"/>
            <p:cNvSpPr/>
            <p:nvPr/>
          </p:nvSpPr>
          <p:spPr>
            <a:xfrm rot="-5400000" flipH="1">
              <a:off x="1650819" y="4057467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 flipH="1">
              <a:off x="1603407" y="3201138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5400000" flipH="1">
              <a:off x="1684242" y="3269177"/>
              <a:ext cx="212318" cy="238200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10800000" flipH="1">
              <a:off x="2489344" y="4057467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flipH="1">
              <a:off x="764882" y="1556951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7"/>
            <p:cNvGrpSpPr/>
            <p:nvPr/>
          </p:nvGrpSpPr>
          <p:grpSpPr>
            <a:xfrm>
              <a:off x="832799" y="1624668"/>
              <a:ext cx="238218" cy="238688"/>
              <a:chOff x="3977494" y="2173070"/>
              <a:chExt cx="379449" cy="380258"/>
            </a:xfrm>
          </p:grpSpPr>
          <p:sp>
            <p:nvSpPr>
              <p:cNvPr id="59" name="Google Shape;59;p7"/>
              <p:cNvSpPr/>
              <p:nvPr/>
            </p:nvSpPr>
            <p:spPr>
              <a:xfrm>
                <a:off x="3977494" y="2173070"/>
                <a:ext cx="379449" cy="380258"/>
              </a:xfrm>
              <a:custGeom>
                <a:avLst/>
                <a:gdLst/>
                <a:ahLst/>
                <a:cxnLst/>
                <a:rect l="l" t="t" r="r" b="b"/>
                <a:pathLst>
                  <a:path w="10789" h="10812" extrusionOk="0">
                    <a:moveTo>
                      <a:pt x="10169" y="643"/>
                    </a:moveTo>
                    <a:lnTo>
                      <a:pt x="10169" y="10169"/>
                    </a:lnTo>
                    <a:lnTo>
                      <a:pt x="644" y="10169"/>
                    </a:lnTo>
                    <a:lnTo>
                      <a:pt x="644" y="643"/>
                    </a:lnTo>
                    <a:close/>
                    <a:moveTo>
                      <a:pt x="1" y="0"/>
                    </a:moveTo>
                    <a:lnTo>
                      <a:pt x="1" y="10812"/>
                    </a:lnTo>
                    <a:lnTo>
                      <a:pt x="10789" y="10812"/>
                    </a:lnTo>
                    <a:lnTo>
                      <a:pt x="107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7"/>
              <p:cNvSpPr/>
              <p:nvPr/>
            </p:nvSpPr>
            <p:spPr>
              <a:xfrm>
                <a:off x="4031093" y="2227478"/>
                <a:ext cx="271407" cy="271407"/>
              </a:xfrm>
              <a:custGeom>
                <a:avLst/>
                <a:gdLst/>
                <a:ahLst/>
                <a:cxnLst/>
                <a:rect l="l" t="t" r="r" b="b"/>
                <a:pathLst>
                  <a:path w="7717" h="7717" extrusionOk="0">
                    <a:moveTo>
                      <a:pt x="3909" y="2644"/>
                    </a:moveTo>
                    <a:cubicBezTo>
                      <a:pt x="3924" y="2644"/>
                      <a:pt x="3939" y="2644"/>
                      <a:pt x="3954" y="2644"/>
                    </a:cubicBezTo>
                    <a:cubicBezTo>
                      <a:pt x="4573" y="2668"/>
                      <a:pt x="5073" y="3168"/>
                      <a:pt x="5097" y="3811"/>
                    </a:cubicBezTo>
                    <a:cubicBezTo>
                      <a:pt x="5145" y="4478"/>
                      <a:pt x="4573" y="5073"/>
                      <a:pt x="3883" y="5073"/>
                    </a:cubicBezTo>
                    <a:cubicBezTo>
                      <a:pt x="3192" y="5050"/>
                      <a:pt x="2668" y="4526"/>
                      <a:pt x="2668" y="3859"/>
                    </a:cubicBezTo>
                    <a:cubicBezTo>
                      <a:pt x="2668" y="3183"/>
                      <a:pt x="3216" y="2644"/>
                      <a:pt x="3909" y="2644"/>
                    </a:cubicBezTo>
                    <a:close/>
                    <a:moveTo>
                      <a:pt x="2311" y="1"/>
                    </a:moveTo>
                    <a:lnTo>
                      <a:pt x="1287" y="1001"/>
                    </a:lnTo>
                    <a:lnTo>
                      <a:pt x="1739" y="1454"/>
                    </a:lnTo>
                    <a:lnTo>
                      <a:pt x="2001" y="1215"/>
                    </a:lnTo>
                    <a:lnTo>
                      <a:pt x="2001" y="3835"/>
                    </a:lnTo>
                    <a:cubicBezTo>
                      <a:pt x="2001" y="4311"/>
                      <a:pt x="2192" y="4716"/>
                      <a:pt x="2454" y="5050"/>
                    </a:cubicBezTo>
                    <a:lnTo>
                      <a:pt x="1239" y="5050"/>
                    </a:lnTo>
                    <a:lnTo>
                      <a:pt x="1477" y="4788"/>
                    </a:lnTo>
                    <a:lnTo>
                      <a:pt x="1025" y="4335"/>
                    </a:lnTo>
                    <a:lnTo>
                      <a:pt x="1" y="5359"/>
                    </a:lnTo>
                    <a:lnTo>
                      <a:pt x="1072" y="6431"/>
                    </a:lnTo>
                    <a:lnTo>
                      <a:pt x="1573" y="6002"/>
                    </a:lnTo>
                    <a:lnTo>
                      <a:pt x="1263" y="5716"/>
                    </a:lnTo>
                    <a:lnTo>
                      <a:pt x="3906" y="5716"/>
                    </a:lnTo>
                    <a:cubicBezTo>
                      <a:pt x="4359" y="5716"/>
                      <a:pt x="4811" y="5526"/>
                      <a:pt x="5097" y="5264"/>
                    </a:cubicBezTo>
                    <a:lnTo>
                      <a:pt x="5097" y="6478"/>
                    </a:lnTo>
                    <a:lnTo>
                      <a:pt x="4859" y="6240"/>
                    </a:lnTo>
                    <a:lnTo>
                      <a:pt x="4406" y="6693"/>
                    </a:lnTo>
                    <a:lnTo>
                      <a:pt x="5430" y="7717"/>
                    </a:lnTo>
                    <a:lnTo>
                      <a:pt x="6478" y="6645"/>
                    </a:lnTo>
                    <a:lnTo>
                      <a:pt x="6026" y="6193"/>
                    </a:lnTo>
                    <a:lnTo>
                      <a:pt x="5716" y="6478"/>
                    </a:lnTo>
                    <a:lnTo>
                      <a:pt x="5716" y="3835"/>
                    </a:lnTo>
                    <a:cubicBezTo>
                      <a:pt x="5716" y="3383"/>
                      <a:pt x="5550" y="2954"/>
                      <a:pt x="5288" y="2644"/>
                    </a:cubicBezTo>
                    <a:lnTo>
                      <a:pt x="6502" y="2644"/>
                    </a:lnTo>
                    <a:lnTo>
                      <a:pt x="6193" y="2954"/>
                    </a:lnTo>
                    <a:lnTo>
                      <a:pt x="6645" y="3383"/>
                    </a:lnTo>
                    <a:lnTo>
                      <a:pt x="7717" y="2359"/>
                    </a:lnTo>
                    <a:lnTo>
                      <a:pt x="6693" y="1335"/>
                    </a:lnTo>
                    <a:lnTo>
                      <a:pt x="6240" y="1787"/>
                    </a:lnTo>
                    <a:lnTo>
                      <a:pt x="6478" y="2025"/>
                    </a:lnTo>
                    <a:lnTo>
                      <a:pt x="3859" y="2025"/>
                    </a:lnTo>
                    <a:cubicBezTo>
                      <a:pt x="3382" y="2025"/>
                      <a:pt x="2954" y="2192"/>
                      <a:pt x="2620" y="2478"/>
                    </a:cubicBezTo>
                    <a:lnTo>
                      <a:pt x="2620" y="1215"/>
                    </a:lnTo>
                    <a:lnTo>
                      <a:pt x="2930" y="1525"/>
                    </a:lnTo>
                    <a:lnTo>
                      <a:pt x="3382" y="1073"/>
                    </a:lnTo>
                    <a:lnTo>
                      <a:pt x="23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1_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574877" y="1358675"/>
            <a:ext cx="7988198" cy="3240600"/>
          </a:xfrm>
          <a:prstGeom prst="bevel">
            <a:avLst>
              <a:gd name="adj" fmla="val 4694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31;p7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812800" y="1624675"/>
            <a:ext cx="7505225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66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/>
          <p:nvPr/>
        </p:nvSpPr>
        <p:spPr>
          <a:xfrm>
            <a:off x="-7200" y="-14375"/>
            <a:ext cx="9151200" cy="51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3561000" y="1567150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4014600" y="73367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3561000" y="2021225"/>
            <a:ext cx="2182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3"/>
          </p:nvPr>
        </p:nvSpPr>
        <p:spPr>
          <a:xfrm>
            <a:off x="6108900" y="1567150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4" hasCustomPrompt="1"/>
          </p:nvPr>
        </p:nvSpPr>
        <p:spPr>
          <a:xfrm>
            <a:off x="6562500" y="73367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5"/>
          </p:nvPr>
        </p:nvSpPr>
        <p:spPr>
          <a:xfrm>
            <a:off x="6108900" y="2021225"/>
            <a:ext cx="2182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6"/>
          </p:nvPr>
        </p:nvSpPr>
        <p:spPr>
          <a:xfrm>
            <a:off x="3561000" y="3655079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7" hasCustomPrompt="1"/>
          </p:nvPr>
        </p:nvSpPr>
        <p:spPr>
          <a:xfrm>
            <a:off x="4014600" y="284698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3561000" y="4109004"/>
            <a:ext cx="2182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9"/>
          </p:nvPr>
        </p:nvSpPr>
        <p:spPr>
          <a:xfrm>
            <a:off x="6108900" y="3655079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3" hasCustomPrompt="1"/>
          </p:nvPr>
        </p:nvSpPr>
        <p:spPr>
          <a:xfrm>
            <a:off x="6562500" y="284698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6108900" y="4109004"/>
            <a:ext cx="2182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5"/>
          </p:nvPr>
        </p:nvSpPr>
        <p:spPr>
          <a:xfrm>
            <a:off x="892575" y="1833900"/>
            <a:ext cx="2182500" cy="147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2632025" y="1358675"/>
            <a:ext cx="3879600" cy="3237600"/>
          </a:xfrm>
          <a:prstGeom prst="bevel">
            <a:avLst>
              <a:gd name="adj" fmla="val 4713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996750" y="3083978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title" idx="2"/>
          </p:nvPr>
        </p:nvSpPr>
        <p:spPr>
          <a:xfrm>
            <a:off x="5166450" y="3083978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ubTitle" idx="1"/>
          </p:nvPr>
        </p:nvSpPr>
        <p:spPr>
          <a:xfrm>
            <a:off x="5166150" y="3495787"/>
            <a:ext cx="29814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subTitle" idx="3"/>
          </p:nvPr>
        </p:nvSpPr>
        <p:spPr>
          <a:xfrm>
            <a:off x="996750" y="3495787"/>
            <a:ext cx="29808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720000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subTitle" idx="1"/>
          </p:nvPr>
        </p:nvSpPr>
        <p:spPr>
          <a:xfrm>
            <a:off x="720000" y="3430900"/>
            <a:ext cx="2127900" cy="9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title" idx="2"/>
          </p:nvPr>
        </p:nvSpPr>
        <p:spPr>
          <a:xfrm>
            <a:off x="3509491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subTitle" idx="3"/>
          </p:nvPr>
        </p:nvSpPr>
        <p:spPr>
          <a:xfrm>
            <a:off x="3509491" y="3430900"/>
            <a:ext cx="2127900" cy="9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title" idx="4"/>
          </p:nvPr>
        </p:nvSpPr>
        <p:spPr>
          <a:xfrm>
            <a:off x="6296100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subTitle" idx="5"/>
          </p:nvPr>
        </p:nvSpPr>
        <p:spPr>
          <a:xfrm>
            <a:off x="6296100" y="3430900"/>
            <a:ext cx="2127900" cy="9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>
            <a:spLocks noGrp="1"/>
          </p:cNvSpPr>
          <p:nvPr>
            <p:ph type="title"/>
          </p:nvPr>
        </p:nvSpPr>
        <p:spPr>
          <a:xfrm>
            <a:off x="975100" y="539500"/>
            <a:ext cx="64389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subTitle" idx="1"/>
          </p:nvPr>
        </p:nvSpPr>
        <p:spPr>
          <a:xfrm>
            <a:off x="975100" y="1614025"/>
            <a:ext cx="4928700" cy="13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717750" y="4277725"/>
            <a:ext cx="7708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/>
          <p:nvPr/>
        </p:nvSpPr>
        <p:spPr>
          <a:xfrm>
            <a:off x="574877" y="390825"/>
            <a:ext cx="7988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35"/>
          <p:cNvGrpSpPr/>
          <p:nvPr/>
        </p:nvGrpSpPr>
        <p:grpSpPr>
          <a:xfrm>
            <a:off x="567601" y="1358668"/>
            <a:ext cx="2445529" cy="3240702"/>
            <a:chOff x="567601" y="1358668"/>
            <a:chExt cx="2445529" cy="3240702"/>
          </a:xfrm>
        </p:grpSpPr>
        <p:sp>
          <p:nvSpPr>
            <p:cNvPr id="290" name="Google Shape;290;p35"/>
            <p:cNvSpPr/>
            <p:nvPr/>
          </p:nvSpPr>
          <p:spPr>
            <a:xfrm>
              <a:off x="567601" y="3005349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567601" y="2182008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2" name="Google Shape;292;p35"/>
            <p:cNvGrpSpPr/>
            <p:nvPr/>
          </p:nvGrpSpPr>
          <p:grpSpPr>
            <a:xfrm rot="10800000">
              <a:off x="764835" y="2380313"/>
              <a:ext cx="374100" cy="374100"/>
              <a:chOff x="7854948" y="3207801"/>
              <a:chExt cx="374100" cy="374100"/>
            </a:xfrm>
          </p:grpSpPr>
          <p:sp>
            <p:nvSpPr>
              <p:cNvPr id="293" name="Google Shape;293;p35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294" name="Google Shape;294;p35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295" name="Google Shape;295;p35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35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7" name="Google Shape;297;p35"/>
            <p:cNvGrpSpPr/>
            <p:nvPr/>
          </p:nvGrpSpPr>
          <p:grpSpPr>
            <a:xfrm>
              <a:off x="764860" y="3203626"/>
              <a:ext cx="374100" cy="374100"/>
              <a:chOff x="7854948" y="3207801"/>
              <a:chExt cx="374100" cy="374100"/>
            </a:xfrm>
          </p:grpSpPr>
          <p:sp>
            <p:nvSpPr>
              <p:cNvPr id="298" name="Google Shape;298;p35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299" name="Google Shape;299;p35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300" name="Google Shape;300;p35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35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02" name="Google Shape;302;p35"/>
            <p:cNvSpPr/>
            <p:nvPr/>
          </p:nvSpPr>
          <p:spPr>
            <a:xfrm>
              <a:off x="567601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1406065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2244529" y="382867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1406065" y="3002922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567601" y="1358668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 flipH="1">
              <a:off x="812389" y="4057435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 rot="-5400000" flipH="1">
              <a:off x="1650819" y="4057467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 flipH="1">
              <a:off x="1603407" y="3201138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 rot="5400000" flipH="1">
              <a:off x="1684242" y="3269177"/>
              <a:ext cx="212318" cy="238200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 rot="10800000" flipH="1">
              <a:off x="2489344" y="4057467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 flipH="1">
              <a:off x="764882" y="1556951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3" name="Google Shape;313;p35"/>
            <p:cNvGrpSpPr/>
            <p:nvPr/>
          </p:nvGrpSpPr>
          <p:grpSpPr>
            <a:xfrm>
              <a:off x="832799" y="1624668"/>
              <a:ext cx="238218" cy="238688"/>
              <a:chOff x="3977494" y="2173070"/>
              <a:chExt cx="379449" cy="380258"/>
            </a:xfrm>
          </p:grpSpPr>
          <p:sp>
            <p:nvSpPr>
              <p:cNvPr id="314" name="Google Shape;314;p35"/>
              <p:cNvSpPr/>
              <p:nvPr/>
            </p:nvSpPr>
            <p:spPr>
              <a:xfrm>
                <a:off x="3977494" y="2173070"/>
                <a:ext cx="379449" cy="380258"/>
              </a:xfrm>
              <a:custGeom>
                <a:avLst/>
                <a:gdLst/>
                <a:ahLst/>
                <a:cxnLst/>
                <a:rect l="l" t="t" r="r" b="b"/>
                <a:pathLst>
                  <a:path w="10789" h="10812" extrusionOk="0">
                    <a:moveTo>
                      <a:pt x="10169" y="643"/>
                    </a:moveTo>
                    <a:lnTo>
                      <a:pt x="10169" y="10169"/>
                    </a:lnTo>
                    <a:lnTo>
                      <a:pt x="644" y="10169"/>
                    </a:lnTo>
                    <a:lnTo>
                      <a:pt x="644" y="643"/>
                    </a:lnTo>
                    <a:close/>
                    <a:moveTo>
                      <a:pt x="1" y="0"/>
                    </a:moveTo>
                    <a:lnTo>
                      <a:pt x="1" y="10812"/>
                    </a:lnTo>
                    <a:lnTo>
                      <a:pt x="10789" y="10812"/>
                    </a:lnTo>
                    <a:lnTo>
                      <a:pt x="107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5"/>
              <p:cNvSpPr/>
              <p:nvPr/>
            </p:nvSpPr>
            <p:spPr>
              <a:xfrm>
                <a:off x="4031093" y="2227478"/>
                <a:ext cx="271407" cy="271407"/>
              </a:xfrm>
              <a:custGeom>
                <a:avLst/>
                <a:gdLst/>
                <a:ahLst/>
                <a:cxnLst/>
                <a:rect l="l" t="t" r="r" b="b"/>
                <a:pathLst>
                  <a:path w="7717" h="7717" extrusionOk="0">
                    <a:moveTo>
                      <a:pt x="3909" y="2644"/>
                    </a:moveTo>
                    <a:cubicBezTo>
                      <a:pt x="3924" y="2644"/>
                      <a:pt x="3939" y="2644"/>
                      <a:pt x="3954" y="2644"/>
                    </a:cubicBezTo>
                    <a:cubicBezTo>
                      <a:pt x="4573" y="2668"/>
                      <a:pt x="5073" y="3168"/>
                      <a:pt x="5097" y="3811"/>
                    </a:cubicBezTo>
                    <a:cubicBezTo>
                      <a:pt x="5145" y="4478"/>
                      <a:pt x="4573" y="5073"/>
                      <a:pt x="3883" y="5073"/>
                    </a:cubicBezTo>
                    <a:cubicBezTo>
                      <a:pt x="3192" y="5050"/>
                      <a:pt x="2668" y="4526"/>
                      <a:pt x="2668" y="3859"/>
                    </a:cubicBezTo>
                    <a:cubicBezTo>
                      <a:pt x="2668" y="3183"/>
                      <a:pt x="3216" y="2644"/>
                      <a:pt x="3909" y="2644"/>
                    </a:cubicBezTo>
                    <a:close/>
                    <a:moveTo>
                      <a:pt x="2311" y="1"/>
                    </a:moveTo>
                    <a:lnTo>
                      <a:pt x="1287" y="1001"/>
                    </a:lnTo>
                    <a:lnTo>
                      <a:pt x="1739" y="1454"/>
                    </a:lnTo>
                    <a:lnTo>
                      <a:pt x="2001" y="1215"/>
                    </a:lnTo>
                    <a:lnTo>
                      <a:pt x="2001" y="3835"/>
                    </a:lnTo>
                    <a:cubicBezTo>
                      <a:pt x="2001" y="4311"/>
                      <a:pt x="2192" y="4716"/>
                      <a:pt x="2454" y="5050"/>
                    </a:cubicBezTo>
                    <a:lnTo>
                      <a:pt x="1239" y="5050"/>
                    </a:lnTo>
                    <a:lnTo>
                      <a:pt x="1477" y="4788"/>
                    </a:lnTo>
                    <a:lnTo>
                      <a:pt x="1025" y="4335"/>
                    </a:lnTo>
                    <a:lnTo>
                      <a:pt x="1" y="5359"/>
                    </a:lnTo>
                    <a:lnTo>
                      <a:pt x="1072" y="6431"/>
                    </a:lnTo>
                    <a:lnTo>
                      <a:pt x="1573" y="6002"/>
                    </a:lnTo>
                    <a:lnTo>
                      <a:pt x="1263" y="5716"/>
                    </a:lnTo>
                    <a:lnTo>
                      <a:pt x="3906" y="5716"/>
                    </a:lnTo>
                    <a:cubicBezTo>
                      <a:pt x="4359" y="5716"/>
                      <a:pt x="4811" y="5526"/>
                      <a:pt x="5097" y="5264"/>
                    </a:cubicBezTo>
                    <a:lnTo>
                      <a:pt x="5097" y="6478"/>
                    </a:lnTo>
                    <a:lnTo>
                      <a:pt x="4859" y="6240"/>
                    </a:lnTo>
                    <a:lnTo>
                      <a:pt x="4406" y="6693"/>
                    </a:lnTo>
                    <a:lnTo>
                      <a:pt x="5430" y="7717"/>
                    </a:lnTo>
                    <a:lnTo>
                      <a:pt x="6478" y="6645"/>
                    </a:lnTo>
                    <a:lnTo>
                      <a:pt x="6026" y="6193"/>
                    </a:lnTo>
                    <a:lnTo>
                      <a:pt x="5716" y="6478"/>
                    </a:lnTo>
                    <a:lnTo>
                      <a:pt x="5716" y="3835"/>
                    </a:lnTo>
                    <a:cubicBezTo>
                      <a:pt x="5716" y="3383"/>
                      <a:pt x="5550" y="2954"/>
                      <a:pt x="5288" y="2644"/>
                    </a:cubicBezTo>
                    <a:lnTo>
                      <a:pt x="6502" y="2644"/>
                    </a:lnTo>
                    <a:lnTo>
                      <a:pt x="6193" y="2954"/>
                    </a:lnTo>
                    <a:lnTo>
                      <a:pt x="6645" y="3383"/>
                    </a:lnTo>
                    <a:lnTo>
                      <a:pt x="7717" y="2359"/>
                    </a:lnTo>
                    <a:lnTo>
                      <a:pt x="6693" y="1335"/>
                    </a:lnTo>
                    <a:lnTo>
                      <a:pt x="6240" y="1787"/>
                    </a:lnTo>
                    <a:lnTo>
                      <a:pt x="6478" y="2025"/>
                    </a:lnTo>
                    <a:lnTo>
                      <a:pt x="3859" y="2025"/>
                    </a:lnTo>
                    <a:cubicBezTo>
                      <a:pt x="3382" y="2025"/>
                      <a:pt x="2954" y="2192"/>
                      <a:pt x="2620" y="2478"/>
                    </a:cubicBezTo>
                    <a:lnTo>
                      <a:pt x="2620" y="1215"/>
                    </a:lnTo>
                    <a:lnTo>
                      <a:pt x="2930" y="1525"/>
                    </a:lnTo>
                    <a:lnTo>
                      <a:pt x="3382" y="1073"/>
                    </a:lnTo>
                    <a:lnTo>
                      <a:pt x="23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/>
          <p:nvPr/>
        </p:nvSpPr>
        <p:spPr>
          <a:xfrm>
            <a:off x="3660000" y="539550"/>
            <a:ext cx="4399500" cy="1309800"/>
          </a:xfrm>
          <a:prstGeom prst="bevel">
            <a:avLst>
              <a:gd name="adj" fmla="val 1478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1090650" y="1913600"/>
            <a:ext cx="6955500" cy="1309800"/>
          </a:xfrm>
          <a:prstGeom prst="bevel">
            <a:avLst>
              <a:gd name="adj" fmla="val 14783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6"/>
          <p:cNvSpPr/>
          <p:nvPr/>
        </p:nvSpPr>
        <p:spPr>
          <a:xfrm>
            <a:off x="2469025" y="3287700"/>
            <a:ext cx="5577000" cy="1309800"/>
          </a:xfrm>
          <a:prstGeom prst="bevel">
            <a:avLst>
              <a:gd name="adj" fmla="val 14783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6"/>
          <p:cNvSpPr/>
          <p:nvPr/>
        </p:nvSpPr>
        <p:spPr>
          <a:xfrm>
            <a:off x="1090650" y="539500"/>
            <a:ext cx="2469000" cy="1309800"/>
          </a:xfrm>
          <a:prstGeom prst="bevel">
            <a:avLst>
              <a:gd name="adj" fmla="val 14783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6"/>
          <p:cNvSpPr/>
          <p:nvPr/>
        </p:nvSpPr>
        <p:spPr>
          <a:xfrm>
            <a:off x="1090650" y="3287701"/>
            <a:ext cx="1306200" cy="1309800"/>
          </a:xfrm>
          <a:prstGeom prst="bevel">
            <a:avLst>
              <a:gd name="adj" fmla="val 15959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36"/>
          <p:cNvGrpSpPr/>
          <p:nvPr/>
        </p:nvGrpSpPr>
        <p:grpSpPr>
          <a:xfrm>
            <a:off x="1425939" y="3624691"/>
            <a:ext cx="635783" cy="635783"/>
            <a:chOff x="7854948" y="3207801"/>
            <a:chExt cx="374100" cy="374100"/>
          </a:xfrm>
        </p:grpSpPr>
        <p:sp>
          <p:nvSpPr>
            <p:cNvPr id="323" name="Google Shape;323;p36"/>
            <p:cNvSpPr/>
            <p:nvPr/>
          </p:nvSpPr>
          <p:spPr>
            <a:xfrm>
              <a:off x="7854948" y="3207801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457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grpSp>
          <p:nvGrpSpPr>
            <p:cNvPr id="324" name="Google Shape;324;p36"/>
            <p:cNvGrpSpPr/>
            <p:nvPr/>
          </p:nvGrpSpPr>
          <p:grpSpPr>
            <a:xfrm rot="5400000">
              <a:off x="7915838" y="3307288"/>
              <a:ext cx="252325" cy="175125"/>
              <a:chOff x="4159475" y="2501150"/>
              <a:chExt cx="252325" cy="175125"/>
            </a:xfrm>
          </p:grpSpPr>
          <p:sp>
            <p:nvSpPr>
              <p:cNvPr id="325" name="Google Shape;325;p36"/>
              <p:cNvSpPr/>
              <p:nvPr/>
            </p:nvSpPr>
            <p:spPr>
              <a:xfrm>
                <a:off x="4267550" y="2501150"/>
                <a:ext cx="1442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70" h="7005" extrusionOk="0">
                    <a:moveTo>
                      <a:pt x="1" y="1551"/>
                    </a:moveTo>
                    <a:lnTo>
                      <a:pt x="1" y="1"/>
                    </a:lnTo>
                    <a:lnTo>
                      <a:pt x="5770" y="3508"/>
                    </a:lnTo>
                    <a:lnTo>
                      <a:pt x="1" y="7005"/>
                    </a:lnTo>
                    <a:lnTo>
                      <a:pt x="1" y="5560"/>
                    </a:lnTo>
                    <a:lnTo>
                      <a:pt x="3194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6"/>
              <p:cNvSpPr/>
              <p:nvPr/>
            </p:nvSpPr>
            <p:spPr>
              <a:xfrm>
                <a:off x="4159475" y="2501150"/>
                <a:ext cx="1439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58" h="7005" extrusionOk="0">
                    <a:moveTo>
                      <a:pt x="0" y="1551"/>
                    </a:moveTo>
                    <a:lnTo>
                      <a:pt x="0" y="1"/>
                    </a:lnTo>
                    <a:lnTo>
                      <a:pt x="5757" y="3508"/>
                    </a:lnTo>
                    <a:lnTo>
                      <a:pt x="0" y="7005"/>
                    </a:lnTo>
                    <a:lnTo>
                      <a:pt x="0" y="5560"/>
                    </a:lnTo>
                    <a:lnTo>
                      <a:pt x="3170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rgbClr val="D6D6D6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87" r:id="rId5"/>
    <p:sldLayoutId id="2147483658" r:id="rId6"/>
    <p:sldLayoutId id="2147483659" r:id="rId7"/>
    <p:sldLayoutId id="2147483662" r:id="rId8"/>
    <p:sldLayoutId id="2147483672" r:id="rId9"/>
    <p:sldLayoutId id="2147483674" r:id="rId10"/>
    <p:sldLayoutId id="2147483680" r:id="rId11"/>
    <p:sldLayoutId id="2147483681" r:id="rId12"/>
    <p:sldLayoutId id="214748368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s.statcounter.com/os-market-share/desktop/worldwid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s.statcounter.com/os-market-share/mobile/worldwid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Linux_Distribution_Timeline.sv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topics/user-mode-and-kernel-mode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tytch.com/blog/what-is-rbac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/>
          <p:nvPr/>
        </p:nvSpPr>
        <p:spPr>
          <a:xfrm>
            <a:off x="717771" y="3832845"/>
            <a:ext cx="51930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40"/>
          <p:cNvSpPr txBox="1">
            <a:spLocks noGrp="1"/>
          </p:cNvSpPr>
          <p:nvPr>
            <p:ph type="subTitle" idx="1"/>
          </p:nvPr>
        </p:nvSpPr>
        <p:spPr>
          <a:xfrm>
            <a:off x="867250" y="3967995"/>
            <a:ext cx="4857600" cy="5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October 14</a:t>
            </a:r>
            <a:r>
              <a:rPr lang="en-US" baseline="30000" dirty="0"/>
              <a:t>th</a:t>
            </a:r>
            <a:r>
              <a:rPr lang="en-US" dirty="0"/>
              <a:t>, 2025</a:t>
            </a:r>
            <a:endParaRPr dirty="0"/>
          </a:p>
        </p:txBody>
      </p:sp>
      <p:sp>
        <p:nvSpPr>
          <p:cNvPr id="339" name="Google Shape;339;p40"/>
          <p:cNvSpPr txBox="1">
            <a:spLocks noGrp="1"/>
          </p:cNvSpPr>
          <p:nvPr>
            <p:ph type="ctrTitle"/>
          </p:nvPr>
        </p:nvSpPr>
        <p:spPr>
          <a:xfrm>
            <a:off x="717750" y="539500"/>
            <a:ext cx="6073500" cy="31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CS 151: 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Operating Systems</a:t>
            </a:r>
            <a:r>
              <a:rPr lang="en" dirty="0">
                <a:solidFill>
                  <a:schemeClr val="dk1"/>
                </a:solidFill>
              </a:rPr>
              <a:t> Fundamentals and Security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340" name="Google Shape;340;p40"/>
          <p:cNvGrpSpPr/>
          <p:nvPr/>
        </p:nvGrpSpPr>
        <p:grpSpPr>
          <a:xfrm>
            <a:off x="5980801" y="539500"/>
            <a:ext cx="2445544" cy="4064045"/>
            <a:chOff x="5980801" y="539500"/>
            <a:chExt cx="2445544" cy="4064045"/>
          </a:xfrm>
        </p:grpSpPr>
        <p:sp>
          <p:nvSpPr>
            <p:cNvPr id="341" name="Google Shape;341;p40"/>
            <p:cNvSpPr/>
            <p:nvPr/>
          </p:nvSpPr>
          <p:spPr>
            <a:xfrm>
              <a:off x="7657704" y="2186183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40"/>
            <p:cNvGrpSpPr/>
            <p:nvPr/>
          </p:nvGrpSpPr>
          <p:grpSpPr>
            <a:xfrm rot="10800000">
              <a:off x="7854923" y="2384488"/>
              <a:ext cx="374100" cy="374100"/>
              <a:chOff x="7854948" y="3207801"/>
              <a:chExt cx="374100" cy="374100"/>
            </a:xfrm>
          </p:grpSpPr>
          <p:sp>
            <p:nvSpPr>
              <p:cNvPr id="343" name="Google Shape;343;p40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344" name="Google Shape;344;p40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345" name="Google Shape;345;p40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6" name="Google Shape;346;p40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47" name="Google Shape;347;p40"/>
            <p:cNvSpPr/>
            <p:nvPr/>
          </p:nvSpPr>
          <p:spPr>
            <a:xfrm>
              <a:off x="7657704" y="3009524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7657679" y="1362830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9" name="Google Shape;349;p40"/>
            <p:cNvGrpSpPr/>
            <p:nvPr/>
          </p:nvGrpSpPr>
          <p:grpSpPr>
            <a:xfrm>
              <a:off x="7657704" y="3832845"/>
              <a:ext cx="768600" cy="770700"/>
              <a:chOff x="7657704" y="3832845"/>
              <a:chExt cx="768600" cy="770700"/>
            </a:xfrm>
          </p:grpSpPr>
          <p:sp>
            <p:nvSpPr>
              <p:cNvPr id="350" name="Google Shape;350;p40"/>
              <p:cNvSpPr/>
              <p:nvPr/>
            </p:nvSpPr>
            <p:spPr>
              <a:xfrm>
                <a:off x="7657704" y="3832845"/>
                <a:ext cx="768600" cy="770700"/>
              </a:xfrm>
              <a:prstGeom prst="bevel">
                <a:avLst>
                  <a:gd name="adj" fmla="val 17936"/>
                </a:avLst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40"/>
              <p:cNvSpPr/>
              <p:nvPr/>
            </p:nvSpPr>
            <p:spPr>
              <a:xfrm>
                <a:off x="7902433" y="4061610"/>
                <a:ext cx="279083" cy="313168"/>
              </a:xfrm>
              <a:custGeom>
                <a:avLst/>
                <a:gdLst/>
                <a:ahLst/>
                <a:cxnLst/>
                <a:rect l="l" t="t" r="r" b="b"/>
                <a:pathLst>
                  <a:path w="22575" h="25327" extrusionOk="0">
                    <a:moveTo>
                      <a:pt x="10186" y="0"/>
                    </a:moveTo>
                    <a:lnTo>
                      <a:pt x="8259" y="1927"/>
                    </a:lnTo>
                    <a:lnTo>
                      <a:pt x="17344" y="11012"/>
                    </a:lnTo>
                    <a:lnTo>
                      <a:pt x="0" y="11012"/>
                    </a:lnTo>
                    <a:lnTo>
                      <a:pt x="0" y="13764"/>
                    </a:lnTo>
                    <a:lnTo>
                      <a:pt x="17344" y="13764"/>
                    </a:lnTo>
                    <a:lnTo>
                      <a:pt x="8259" y="23124"/>
                    </a:lnTo>
                    <a:lnTo>
                      <a:pt x="10186" y="25327"/>
                    </a:lnTo>
                    <a:lnTo>
                      <a:pt x="22574" y="12388"/>
                    </a:lnTo>
                    <a:lnTo>
                      <a:pt x="101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" name="Google Shape;352;p40"/>
            <p:cNvGrpSpPr/>
            <p:nvPr/>
          </p:nvGrpSpPr>
          <p:grpSpPr>
            <a:xfrm>
              <a:off x="6819240" y="3832845"/>
              <a:ext cx="768600" cy="770700"/>
              <a:chOff x="6819240" y="3832845"/>
              <a:chExt cx="768600" cy="770700"/>
            </a:xfrm>
          </p:grpSpPr>
          <p:sp>
            <p:nvSpPr>
              <p:cNvPr id="353" name="Google Shape;353;p40"/>
              <p:cNvSpPr/>
              <p:nvPr/>
            </p:nvSpPr>
            <p:spPr>
              <a:xfrm>
                <a:off x="6819240" y="3832845"/>
                <a:ext cx="768600" cy="770700"/>
              </a:xfrm>
              <a:prstGeom prst="bevel">
                <a:avLst>
                  <a:gd name="adj" fmla="val 17936"/>
                </a:avLst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40"/>
              <p:cNvSpPr/>
              <p:nvPr/>
            </p:nvSpPr>
            <p:spPr>
              <a:xfrm rot="5400000">
                <a:off x="7063946" y="4061642"/>
                <a:ext cx="279140" cy="313105"/>
              </a:xfrm>
              <a:custGeom>
                <a:avLst/>
                <a:gdLst/>
                <a:ahLst/>
                <a:cxnLst/>
                <a:rect l="l" t="t" r="r" b="b"/>
                <a:pathLst>
                  <a:path w="22575" h="25327" extrusionOk="0">
                    <a:moveTo>
                      <a:pt x="10186" y="0"/>
                    </a:moveTo>
                    <a:lnTo>
                      <a:pt x="8259" y="1927"/>
                    </a:lnTo>
                    <a:lnTo>
                      <a:pt x="17344" y="11012"/>
                    </a:lnTo>
                    <a:lnTo>
                      <a:pt x="0" y="11012"/>
                    </a:lnTo>
                    <a:lnTo>
                      <a:pt x="0" y="13764"/>
                    </a:lnTo>
                    <a:lnTo>
                      <a:pt x="17344" y="13764"/>
                    </a:lnTo>
                    <a:lnTo>
                      <a:pt x="8259" y="23124"/>
                    </a:lnTo>
                    <a:lnTo>
                      <a:pt x="10186" y="25327"/>
                    </a:lnTo>
                    <a:lnTo>
                      <a:pt x="22574" y="12388"/>
                    </a:lnTo>
                    <a:lnTo>
                      <a:pt x="101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40"/>
            <p:cNvGrpSpPr/>
            <p:nvPr/>
          </p:nvGrpSpPr>
          <p:grpSpPr>
            <a:xfrm>
              <a:off x="6819240" y="3007097"/>
              <a:ext cx="768600" cy="770700"/>
              <a:chOff x="6819240" y="3007097"/>
              <a:chExt cx="768600" cy="770700"/>
            </a:xfrm>
          </p:grpSpPr>
          <p:sp>
            <p:nvSpPr>
              <p:cNvPr id="356" name="Google Shape;356;p40"/>
              <p:cNvSpPr/>
              <p:nvPr/>
            </p:nvSpPr>
            <p:spPr>
              <a:xfrm>
                <a:off x="6819240" y="3007097"/>
                <a:ext cx="768600" cy="770700"/>
              </a:xfrm>
              <a:prstGeom prst="bevel">
                <a:avLst>
                  <a:gd name="adj" fmla="val 17936"/>
                </a:avLst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40"/>
              <p:cNvSpPr/>
              <p:nvPr/>
            </p:nvSpPr>
            <p:spPr>
              <a:xfrm>
                <a:off x="7016398" y="3205313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40"/>
              <p:cNvSpPr/>
              <p:nvPr/>
            </p:nvSpPr>
            <p:spPr>
              <a:xfrm rot="-5400000">
                <a:off x="7097345" y="3273352"/>
                <a:ext cx="212318" cy="238200"/>
              </a:xfrm>
              <a:custGeom>
                <a:avLst/>
                <a:gdLst/>
                <a:ahLst/>
                <a:cxnLst/>
                <a:rect l="l" t="t" r="r" b="b"/>
                <a:pathLst>
                  <a:path w="22575" h="25327" extrusionOk="0">
                    <a:moveTo>
                      <a:pt x="10186" y="0"/>
                    </a:moveTo>
                    <a:lnTo>
                      <a:pt x="8259" y="1927"/>
                    </a:lnTo>
                    <a:lnTo>
                      <a:pt x="17344" y="11012"/>
                    </a:lnTo>
                    <a:lnTo>
                      <a:pt x="0" y="11012"/>
                    </a:lnTo>
                    <a:lnTo>
                      <a:pt x="0" y="13764"/>
                    </a:lnTo>
                    <a:lnTo>
                      <a:pt x="17344" y="13764"/>
                    </a:lnTo>
                    <a:lnTo>
                      <a:pt x="8259" y="23124"/>
                    </a:lnTo>
                    <a:lnTo>
                      <a:pt x="10186" y="25327"/>
                    </a:lnTo>
                    <a:lnTo>
                      <a:pt x="22574" y="12388"/>
                    </a:lnTo>
                    <a:lnTo>
                      <a:pt x="101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" name="Google Shape;359;p40"/>
            <p:cNvSpPr/>
            <p:nvPr/>
          </p:nvSpPr>
          <p:spPr>
            <a:xfrm>
              <a:off x="6819245" y="539500"/>
              <a:ext cx="16071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40"/>
            <p:cNvGrpSpPr/>
            <p:nvPr/>
          </p:nvGrpSpPr>
          <p:grpSpPr>
            <a:xfrm>
              <a:off x="5980801" y="3832845"/>
              <a:ext cx="768600" cy="770700"/>
              <a:chOff x="5980776" y="3832845"/>
              <a:chExt cx="768600" cy="770700"/>
            </a:xfrm>
          </p:grpSpPr>
          <p:sp>
            <p:nvSpPr>
              <p:cNvPr id="361" name="Google Shape;361;p40"/>
              <p:cNvSpPr/>
              <p:nvPr/>
            </p:nvSpPr>
            <p:spPr>
              <a:xfrm>
                <a:off x="5980776" y="3832845"/>
                <a:ext cx="768600" cy="770700"/>
              </a:xfrm>
              <a:prstGeom prst="bevel">
                <a:avLst>
                  <a:gd name="adj" fmla="val 17936"/>
                </a:avLst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40"/>
              <p:cNvSpPr/>
              <p:nvPr/>
            </p:nvSpPr>
            <p:spPr>
              <a:xfrm rot="10800000">
                <a:off x="6225421" y="4061642"/>
                <a:ext cx="279140" cy="313105"/>
              </a:xfrm>
              <a:custGeom>
                <a:avLst/>
                <a:gdLst/>
                <a:ahLst/>
                <a:cxnLst/>
                <a:rect l="l" t="t" r="r" b="b"/>
                <a:pathLst>
                  <a:path w="22575" h="25327" extrusionOk="0">
                    <a:moveTo>
                      <a:pt x="10186" y="0"/>
                    </a:moveTo>
                    <a:lnTo>
                      <a:pt x="8259" y="1927"/>
                    </a:lnTo>
                    <a:lnTo>
                      <a:pt x="17344" y="11012"/>
                    </a:lnTo>
                    <a:lnTo>
                      <a:pt x="0" y="11012"/>
                    </a:lnTo>
                    <a:lnTo>
                      <a:pt x="0" y="13764"/>
                    </a:lnTo>
                    <a:lnTo>
                      <a:pt x="17344" y="13764"/>
                    </a:lnTo>
                    <a:lnTo>
                      <a:pt x="8259" y="23124"/>
                    </a:lnTo>
                    <a:lnTo>
                      <a:pt x="10186" y="25327"/>
                    </a:lnTo>
                    <a:lnTo>
                      <a:pt x="22574" y="12388"/>
                    </a:lnTo>
                    <a:lnTo>
                      <a:pt x="101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4" name="Google Shape;364;p40"/>
            <p:cNvSpPr/>
            <p:nvPr/>
          </p:nvSpPr>
          <p:spPr>
            <a:xfrm>
              <a:off x="7854923" y="1561126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40"/>
            <p:cNvGrpSpPr/>
            <p:nvPr/>
          </p:nvGrpSpPr>
          <p:grpSpPr>
            <a:xfrm>
              <a:off x="7922888" y="1628843"/>
              <a:ext cx="238218" cy="238688"/>
              <a:chOff x="3977494" y="2173070"/>
              <a:chExt cx="379449" cy="380258"/>
            </a:xfrm>
          </p:grpSpPr>
          <p:sp>
            <p:nvSpPr>
              <p:cNvPr id="366" name="Google Shape;366;p40"/>
              <p:cNvSpPr/>
              <p:nvPr/>
            </p:nvSpPr>
            <p:spPr>
              <a:xfrm>
                <a:off x="3977494" y="2173070"/>
                <a:ext cx="379449" cy="380258"/>
              </a:xfrm>
              <a:custGeom>
                <a:avLst/>
                <a:gdLst/>
                <a:ahLst/>
                <a:cxnLst/>
                <a:rect l="l" t="t" r="r" b="b"/>
                <a:pathLst>
                  <a:path w="10789" h="10812" extrusionOk="0">
                    <a:moveTo>
                      <a:pt x="10169" y="643"/>
                    </a:moveTo>
                    <a:lnTo>
                      <a:pt x="10169" y="10169"/>
                    </a:lnTo>
                    <a:lnTo>
                      <a:pt x="644" y="10169"/>
                    </a:lnTo>
                    <a:lnTo>
                      <a:pt x="644" y="643"/>
                    </a:lnTo>
                    <a:close/>
                    <a:moveTo>
                      <a:pt x="1" y="0"/>
                    </a:moveTo>
                    <a:lnTo>
                      <a:pt x="1" y="10812"/>
                    </a:lnTo>
                    <a:lnTo>
                      <a:pt x="10789" y="10812"/>
                    </a:lnTo>
                    <a:lnTo>
                      <a:pt x="107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40"/>
              <p:cNvSpPr/>
              <p:nvPr/>
            </p:nvSpPr>
            <p:spPr>
              <a:xfrm>
                <a:off x="4031093" y="2227478"/>
                <a:ext cx="271407" cy="271407"/>
              </a:xfrm>
              <a:custGeom>
                <a:avLst/>
                <a:gdLst/>
                <a:ahLst/>
                <a:cxnLst/>
                <a:rect l="l" t="t" r="r" b="b"/>
                <a:pathLst>
                  <a:path w="7717" h="7717" extrusionOk="0">
                    <a:moveTo>
                      <a:pt x="3909" y="2644"/>
                    </a:moveTo>
                    <a:cubicBezTo>
                      <a:pt x="3924" y="2644"/>
                      <a:pt x="3939" y="2644"/>
                      <a:pt x="3954" y="2644"/>
                    </a:cubicBezTo>
                    <a:cubicBezTo>
                      <a:pt x="4573" y="2668"/>
                      <a:pt x="5073" y="3168"/>
                      <a:pt x="5097" y="3811"/>
                    </a:cubicBezTo>
                    <a:cubicBezTo>
                      <a:pt x="5145" y="4478"/>
                      <a:pt x="4573" y="5073"/>
                      <a:pt x="3883" y="5073"/>
                    </a:cubicBezTo>
                    <a:cubicBezTo>
                      <a:pt x="3192" y="5050"/>
                      <a:pt x="2668" y="4526"/>
                      <a:pt x="2668" y="3859"/>
                    </a:cubicBezTo>
                    <a:cubicBezTo>
                      <a:pt x="2668" y="3183"/>
                      <a:pt x="3216" y="2644"/>
                      <a:pt x="3909" y="2644"/>
                    </a:cubicBezTo>
                    <a:close/>
                    <a:moveTo>
                      <a:pt x="2311" y="1"/>
                    </a:moveTo>
                    <a:lnTo>
                      <a:pt x="1287" y="1001"/>
                    </a:lnTo>
                    <a:lnTo>
                      <a:pt x="1739" y="1454"/>
                    </a:lnTo>
                    <a:lnTo>
                      <a:pt x="2001" y="1215"/>
                    </a:lnTo>
                    <a:lnTo>
                      <a:pt x="2001" y="3835"/>
                    </a:lnTo>
                    <a:cubicBezTo>
                      <a:pt x="2001" y="4311"/>
                      <a:pt x="2192" y="4716"/>
                      <a:pt x="2454" y="5050"/>
                    </a:cubicBezTo>
                    <a:lnTo>
                      <a:pt x="1239" y="5050"/>
                    </a:lnTo>
                    <a:lnTo>
                      <a:pt x="1477" y="4788"/>
                    </a:lnTo>
                    <a:lnTo>
                      <a:pt x="1025" y="4335"/>
                    </a:lnTo>
                    <a:lnTo>
                      <a:pt x="1" y="5359"/>
                    </a:lnTo>
                    <a:lnTo>
                      <a:pt x="1072" y="6431"/>
                    </a:lnTo>
                    <a:lnTo>
                      <a:pt x="1573" y="6002"/>
                    </a:lnTo>
                    <a:lnTo>
                      <a:pt x="1263" y="5716"/>
                    </a:lnTo>
                    <a:lnTo>
                      <a:pt x="3906" y="5716"/>
                    </a:lnTo>
                    <a:cubicBezTo>
                      <a:pt x="4359" y="5716"/>
                      <a:pt x="4811" y="5526"/>
                      <a:pt x="5097" y="5264"/>
                    </a:cubicBezTo>
                    <a:lnTo>
                      <a:pt x="5097" y="6478"/>
                    </a:lnTo>
                    <a:lnTo>
                      <a:pt x="4859" y="6240"/>
                    </a:lnTo>
                    <a:lnTo>
                      <a:pt x="4406" y="6693"/>
                    </a:lnTo>
                    <a:lnTo>
                      <a:pt x="5430" y="7717"/>
                    </a:lnTo>
                    <a:lnTo>
                      <a:pt x="6478" y="6645"/>
                    </a:lnTo>
                    <a:lnTo>
                      <a:pt x="6026" y="6193"/>
                    </a:lnTo>
                    <a:lnTo>
                      <a:pt x="5716" y="6478"/>
                    </a:lnTo>
                    <a:lnTo>
                      <a:pt x="5716" y="3835"/>
                    </a:lnTo>
                    <a:cubicBezTo>
                      <a:pt x="5716" y="3383"/>
                      <a:pt x="5550" y="2954"/>
                      <a:pt x="5288" y="2644"/>
                    </a:cubicBezTo>
                    <a:lnTo>
                      <a:pt x="6502" y="2644"/>
                    </a:lnTo>
                    <a:lnTo>
                      <a:pt x="6193" y="2954"/>
                    </a:lnTo>
                    <a:lnTo>
                      <a:pt x="6645" y="3383"/>
                    </a:lnTo>
                    <a:lnTo>
                      <a:pt x="7717" y="2359"/>
                    </a:lnTo>
                    <a:lnTo>
                      <a:pt x="6693" y="1335"/>
                    </a:lnTo>
                    <a:lnTo>
                      <a:pt x="6240" y="1787"/>
                    </a:lnTo>
                    <a:lnTo>
                      <a:pt x="6478" y="2025"/>
                    </a:lnTo>
                    <a:lnTo>
                      <a:pt x="3859" y="2025"/>
                    </a:lnTo>
                    <a:cubicBezTo>
                      <a:pt x="3382" y="2025"/>
                      <a:pt x="2954" y="2192"/>
                      <a:pt x="2620" y="2478"/>
                    </a:cubicBezTo>
                    <a:lnTo>
                      <a:pt x="2620" y="1215"/>
                    </a:lnTo>
                    <a:lnTo>
                      <a:pt x="2930" y="1525"/>
                    </a:lnTo>
                    <a:lnTo>
                      <a:pt x="3382" y="1073"/>
                    </a:lnTo>
                    <a:lnTo>
                      <a:pt x="23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8" name="Google Shape;368;p40"/>
            <p:cNvGrpSpPr/>
            <p:nvPr/>
          </p:nvGrpSpPr>
          <p:grpSpPr>
            <a:xfrm>
              <a:off x="7854948" y="3207801"/>
              <a:ext cx="374100" cy="374100"/>
              <a:chOff x="7854948" y="3207801"/>
              <a:chExt cx="374100" cy="374100"/>
            </a:xfrm>
          </p:grpSpPr>
          <p:sp>
            <p:nvSpPr>
              <p:cNvPr id="369" name="Google Shape;369;p40"/>
              <p:cNvSpPr/>
              <p:nvPr/>
            </p:nvSpPr>
            <p:spPr>
              <a:xfrm>
                <a:off x="7854948" y="3207801"/>
                <a:ext cx="374100" cy="374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45700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endParaRPr>
              </a:p>
            </p:txBody>
          </p:sp>
          <p:grpSp>
            <p:nvGrpSpPr>
              <p:cNvPr id="370" name="Google Shape;370;p40"/>
              <p:cNvGrpSpPr/>
              <p:nvPr/>
            </p:nvGrpSpPr>
            <p:grpSpPr>
              <a:xfrm rot="5400000">
                <a:off x="7915838" y="3307288"/>
                <a:ext cx="252325" cy="175125"/>
                <a:chOff x="4159475" y="2501150"/>
                <a:chExt cx="252325" cy="175125"/>
              </a:xfrm>
            </p:grpSpPr>
            <p:sp>
              <p:nvSpPr>
                <p:cNvPr id="371" name="Google Shape;371;p40"/>
                <p:cNvSpPr/>
                <p:nvPr/>
              </p:nvSpPr>
              <p:spPr>
                <a:xfrm>
                  <a:off x="4267550" y="2501150"/>
                  <a:ext cx="1442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0" h="7005" extrusionOk="0">
                      <a:moveTo>
                        <a:pt x="1" y="1551"/>
                      </a:moveTo>
                      <a:lnTo>
                        <a:pt x="1" y="1"/>
                      </a:lnTo>
                      <a:lnTo>
                        <a:pt x="5770" y="3508"/>
                      </a:lnTo>
                      <a:lnTo>
                        <a:pt x="1" y="7005"/>
                      </a:lnTo>
                      <a:lnTo>
                        <a:pt x="1" y="5560"/>
                      </a:lnTo>
                      <a:lnTo>
                        <a:pt x="3194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40"/>
                <p:cNvSpPr/>
                <p:nvPr/>
              </p:nvSpPr>
              <p:spPr>
                <a:xfrm>
                  <a:off x="4159475" y="2501150"/>
                  <a:ext cx="143950" cy="17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8" h="7005" extrusionOk="0">
                      <a:moveTo>
                        <a:pt x="0" y="1551"/>
                      </a:moveTo>
                      <a:lnTo>
                        <a:pt x="0" y="1"/>
                      </a:lnTo>
                      <a:lnTo>
                        <a:pt x="5757" y="3508"/>
                      </a:lnTo>
                      <a:lnTo>
                        <a:pt x="0" y="7005"/>
                      </a:lnTo>
                      <a:lnTo>
                        <a:pt x="0" y="5560"/>
                      </a:lnTo>
                      <a:lnTo>
                        <a:pt x="3170" y="35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/>
          <p:nvPr/>
        </p:nvSpPr>
        <p:spPr>
          <a:xfrm>
            <a:off x="4223550" y="2643073"/>
            <a:ext cx="857400" cy="8595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2"/>
          <p:cNvSpPr/>
          <p:nvPr/>
        </p:nvSpPr>
        <p:spPr>
          <a:xfrm>
            <a:off x="6771450" y="2650798"/>
            <a:ext cx="857400" cy="8595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6771450" y="547228"/>
            <a:ext cx="857400" cy="8595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2"/>
          <p:cNvSpPr/>
          <p:nvPr/>
        </p:nvSpPr>
        <p:spPr>
          <a:xfrm>
            <a:off x="720003" y="1898893"/>
            <a:ext cx="2542200" cy="1348200"/>
          </a:xfrm>
          <a:prstGeom prst="bevel">
            <a:avLst>
              <a:gd name="adj" fmla="val 12800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2"/>
          <p:cNvSpPr/>
          <p:nvPr/>
        </p:nvSpPr>
        <p:spPr>
          <a:xfrm>
            <a:off x="4223550" y="539649"/>
            <a:ext cx="857400" cy="8595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3561000" y="1567150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OS Basics</a:t>
            </a:r>
            <a:endParaRPr dirty="0"/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6"/>
          </p:nvPr>
        </p:nvSpPr>
        <p:spPr>
          <a:xfrm>
            <a:off x="3561000" y="3655079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OS Security Basics</a:t>
            </a:r>
            <a:endParaRPr dirty="0"/>
          </a:p>
        </p:txBody>
      </p:sp>
      <p:sp>
        <p:nvSpPr>
          <p:cNvPr id="396" name="Google Shape;396;p42"/>
          <p:cNvSpPr txBox="1">
            <a:spLocks noGrp="1"/>
          </p:cNvSpPr>
          <p:nvPr>
            <p:ph type="title" idx="9"/>
          </p:nvPr>
        </p:nvSpPr>
        <p:spPr>
          <a:xfrm>
            <a:off x="6108900" y="3655079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Access Control</a:t>
            </a:r>
            <a:endParaRPr dirty="0"/>
          </a:p>
        </p:txBody>
      </p:sp>
      <p:sp>
        <p:nvSpPr>
          <p:cNvPr id="397" name="Google Shape;397;p42"/>
          <p:cNvSpPr txBox="1">
            <a:spLocks noGrp="1"/>
          </p:cNvSpPr>
          <p:nvPr>
            <p:ph type="title" idx="2"/>
          </p:nvPr>
        </p:nvSpPr>
        <p:spPr>
          <a:xfrm>
            <a:off x="4014600" y="73367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8" name="Google Shape;398;p42"/>
          <p:cNvSpPr txBox="1">
            <a:spLocks noGrp="1"/>
          </p:cNvSpPr>
          <p:nvPr>
            <p:ph type="title" idx="3"/>
          </p:nvPr>
        </p:nvSpPr>
        <p:spPr>
          <a:xfrm>
            <a:off x="6108900" y="1567150"/>
            <a:ext cx="2182500" cy="3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Types of OS</a:t>
            </a:r>
            <a:endParaRPr dirty="0"/>
          </a:p>
        </p:txBody>
      </p:sp>
      <p:sp>
        <p:nvSpPr>
          <p:cNvPr id="399" name="Google Shape;399;p42"/>
          <p:cNvSpPr txBox="1">
            <a:spLocks noGrp="1"/>
          </p:cNvSpPr>
          <p:nvPr>
            <p:ph type="title" idx="4"/>
          </p:nvPr>
        </p:nvSpPr>
        <p:spPr>
          <a:xfrm>
            <a:off x="6562500" y="73367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1" name="Google Shape;401;p42"/>
          <p:cNvSpPr txBox="1">
            <a:spLocks noGrp="1"/>
          </p:cNvSpPr>
          <p:nvPr>
            <p:ph type="title" idx="7"/>
          </p:nvPr>
        </p:nvSpPr>
        <p:spPr>
          <a:xfrm>
            <a:off x="4014600" y="284698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2" name="Google Shape;402;p42"/>
          <p:cNvSpPr txBox="1">
            <a:spLocks noGrp="1"/>
          </p:cNvSpPr>
          <p:nvPr>
            <p:ph type="title" idx="13"/>
          </p:nvPr>
        </p:nvSpPr>
        <p:spPr>
          <a:xfrm>
            <a:off x="6562500" y="2846980"/>
            <a:ext cx="127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04" name="Google Shape;404;p42"/>
          <p:cNvSpPr txBox="1">
            <a:spLocks noGrp="1"/>
          </p:cNvSpPr>
          <p:nvPr>
            <p:ph type="title" idx="15"/>
          </p:nvPr>
        </p:nvSpPr>
        <p:spPr>
          <a:xfrm>
            <a:off x="892575" y="1833900"/>
            <a:ext cx="2182500" cy="147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/>
          <p:nvPr/>
        </p:nvSpPr>
        <p:spPr>
          <a:xfrm>
            <a:off x="3579150" y="565186"/>
            <a:ext cx="1985700" cy="1990800"/>
          </a:xfrm>
          <a:prstGeom prst="bevel">
            <a:avLst>
              <a:gd name="adj" fmla="val 9055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"/>
          <p:cNvSpPr/>
          <p:nvPr/>
        </p:nvSpPr>
        <p:spPr>
          <a:xfrm>
            <a:off x="1981040" y="3832845"/>
            <a:ext cx="51930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3"/>
          <p:cNvSpPr txBox="1">
            <a:spLocks noGrp="1"/>
          </p:cNvSpPr>
          <p:nvPr>
            <p:ph type="title"/>
          </p:nvPr>
        </p:nvSpPr>
        <p:spPr>
          <a:xfrm>
            <a:off x="2355625" y="2594282"/>
            <a:ext cx="4435500" cy="11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OS Basics</a:t>
            </a:r>
            <a:endParaRPr dirty="0"/>
          </a:p>
        </p:txBody>
      </p:sp>
      <p:sp>
        <p:nvSpPr>
          <p:cNvPr id="412" name="Google Shape;412;p43"/>
          <p:cNvSpPr txBox="1">
            <a:spLocks noGrp="1"/>
          </p:cNvSpPr>
          <p:nvPr>
            <p:ph type="subTitle" idx="1"/>
          </p:nvPr>
        </p:nvSpPr>
        <p:spPr>
          <a:xfrm>
            <a:off x="2355622" y="3990563"/>
            <a:ext cx="44355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p43"/>
          <p:cNvSpPr txBox="1">
            <a:spLocks noGrp="1"/>
          </p:cNvSpPr>
          <p:nvPr>
            <p:ph type="title" idx="2"/>
          </p:nvPr>
        </p:nvSpPr>
        <p:spPr>
          <a:xfrm>
            <a:off x="3782272" y="876407"/>
            <a:ext cx="15822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14" name="Google Shape;414;p43"/>
          <p:cNvGrpSpPr/>
          <p:nvPr/>
        </p:nvGrpSpPr>
        <p:grpSpPr>
          <a:xfrm>
            <a:off x="7288342" y="3830770"/>
            <a:ext cx="768600" cy="770700"/>
            <a:chOff x="7657704" y="3832845"/>
            <a:chExt cx="768600" cy="770700"/>
          </a:xfrm>
        </p:grpSpPr>
        <p:sp>
          <p:nvSpPr>
            <p:cNvPr id="415" name="Google Shape;415;p43"/>
            <p:cNvSpPr/>
            <p:nvPr/>
          </p:nvSpPr>
          <p:spPr>
            <a:xfrm>
              <a:off x="7657704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/>
            <p:cNvSpPr/>
            <p:nvPr/>
          </p:nvSpPr>
          <p:spPr>
            <a:xfrm>
              <a:off x="7902433" y="4061610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43"/>
          <p:cNvGrpSpPr/>
          <p:nvPr/>
        </p:nvGrpSpPr>
        <p:grpSpPr>
          <a:xfrm>
            <a:off x="1098151" y="3830770"/>
            <a:ext cx="768600" cy="770700"/>
            <a:chOff x="5980776" y="3832845"/>
            <a:chExt cx="768600" cy="770700"/>
          </a:xfrm>
        </p:grpSpPr>
        <p:sp>
          <p:nvSpPr>
            <p:cNvPr id="418" name="Google Shape;418;p43"/>
            <p:cNvSpPr/>
            <p:nvPr/>
          </p:nvSpPr>
          <p:spPr>
            <a:xfrm>
              <a:off x="5980776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/>
            <p:cNvSpPr/>
            <p:nvPr/>
          </p:nvSpPr>
          <p:spPr>
            <a:xfrm rot="10800000">
              <a:off x="6225421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6A05A99B-DA0F-53F1-870D-6F0432BA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38DAF3A4-AD19-D0B7-4D5B-6C7E85BAC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 piece of software that manages </a:t>
            </a:r>
            <a:r>
              <a:rPr lang="en-US" sz="1800" b="1" dirty="0">
                <a:solidFill>
                  <a:srgbClr val="FF7307"/>
                </a:solidFill>
              </a:rPr>
              <a:t>computer hardware</a:t>
            </a:r>
            <a:r>
              <a:rPr lang="en-US" sz="1800" dirty="0">
                <a:solidFill>
                  <a:srgbClr val="FF7307"/>
                </a:solidFill>
              </a:rPr>
              <a:t>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FF7307"/>
                </a:solidFill>
              </a:rPr>
              <a:t>software resources</a:t>
            </a:r>
            <a:r>
              <a:rPr lang="en-US" sz="1800" dirty="0"/>
              <a:t>.</a:t>
            </a:r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Responsible for:</a:t>
            </a:r>
          </a:p>
          <a:p>
            <a:pPr marL="43434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Process Scheduling</a:t>
            </a:r>
          </a:p>
          <a:p>
            <a:pPr marL="43434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Memory Management</a:t>
            </a:r>
          </a:p>
          <a:p>
            <a:pPr marL="43434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I/O (Input-Output) Management</a:t>
            </a:r>
          </a:p>
          <a:p>
            <a:pPr marL="43434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File Management</a:t>
            </a:r>
          </a:p>
          <a:p>
            <a:pPr marL="43434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User Interface</a:t>
            </a:r>
            <a:endParaRPr sz="18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7157BBED-FD59-9E0D-0F18-94C3072FB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an </a:t>
            </a:r>
            <a:r>
              <a:rPr lang="en" dirty="0">
                <a:solidFill>
                  <a:schemeClr val="accent1"/>
                </a:solidFill>
              </a:rPr>
              <a:t>Operating System?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657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B20DB2C1-6E4A-9051-DCE8-1A0F1155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8C6E70-9631-423A-FD57-F366A38CDA02}"/>
              </a:ext>
            </a:extLst>
          </p:cNvPr>
          <p:cNvSpPr/>
          <p:nvPr/>
        </p:nvSpPr>
        <p:spPr>
          <a:xfrm>
            <a:off x="464458" y="1558985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6DB49655-6B6D-A662-979E-E0530388609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What is an </a:t>
            </a:r>
            <a:r>
              <a:rPr lang="en" dirty="0">
                <a:solidFill>
                  <a:schemeClr val="accent1"/>
                </a:solidFill>
              </a:rPr>
              <a:t>Operating System?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820E7E-C953-EEEE-3622-7BD0466A7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9" y="1701375"/>
            <a:ext cx="690880" cy="69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minal - Free signs icons">
            <a:extLst>
              <a:ext uri="{FF2B5EF4-FFF2-40B4-BE49-F238E27FC236}">
                <a16:creationId xmlns:a16="http://schemas.microsoft.com/office/drawing/2014/main" id="{61A156EF-D680-4387-8467-8D74F631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54" y="1582842"/>
            <a:ext cx="927946" cy="9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Word Icon PNGs for Free Download">
            <a:extLst>
              <a:ext uri="{FF2B5EF4-FFF2-40B4-BE49-F238E27FC236}">
                <a16:creationId xmlns:a16="http://schemas.microsoft.com/office/drawing/2014/main" id="{098CAF2E-F1C8-0DB0-5B55-8692DB19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535" y="1638297"/>
            <a:ext cx="817036" cy="81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iscord - Social media &amp; Logos Icons">
            <a:extLst>
              <a:ext uri="{FF2B5EF4-FFF2-40B4-BE49-F238E27FC236}">
                <a16:creationId xmlns:a16="http://schemas.microsoft.com/office/drawing/2014/main" id="{A9594BB0-0DCD-5302-9E11-6EAA07F8E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945" y="1679522"/>
            <a:ext cx="734586" cy="73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mple folder | Free SVG">
            <a:extLst>
              <a:ext uri="{FF2B5EF4-FFF2-40B4-BE49-F238E27FC236}">
                <a16:creationId xmlns:a16="http://schemas.microsoft.com/office/drawing/2014/main" id="{9328048D-D939-09B8-B011-CDC12ACFF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876" y="1510021"/>
            <a:ext cx="1073589" cy="10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2E3B139-C857-148B-A576-92E4D36CF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810" y="1577625"/>
            <a:ext cx="938380" cy="93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1FAD29-7F1B-3FBD-5D58-D93253F23D2B}"/>
              </a:ext>
            </a:extLst>
          </p:cNvPr>
          <p:cNvSpPr/>
          <p:nvPr/>
        </p:nvSpPr>
        <p:spPr>
          <a:xfrm>
            <a:off x="464458" y="2743200"/>
            <a:ext cx="8244113" cy="8170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7307"/>
                </a:solidFill>
                <a:latin typeface="Orbitron"/>
              </a:rPr>
              <a:t>Operating System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601141-FA38-E441-2BB0-2D7373AA0C21}"/>
              </a:ext>
            </a:extLst>
          </p:cNvPr>
          <p:cNvSpPr/>
          <p:nvPr/>
        </p:nvSpPr>
        <p:spPr>
          <a:xfrm>
            <a:off x="464458" y="3719825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1038" name="Picture 14" descr="Processor - Free technology icons">
            <a:extLst>
              <a:ext uri="{FF2B5EF4-FFF2-40B4-BE49-F238E27FC236}">
                <a16:creationId xmlns:a16="http://schemas.microsoft.com/office/drawing/2014/main" id="{2498D2E5-98A0-26BA-43FF-03EE8A92B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138" y="3829743"/>
            <a:ext cx="780280" cy="78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Keyboard and mouse - Free computer icons">
            <a:extLst>
              <a:ext uri="{FF2B5EF4-FFF2-40B4-BE49-F238E27FC236}">
                <a16:creationId xmlns:a16="http://schemas.microsoft.com/office/drawing/2014/main" id="{98DADF35-DD0B-2D1A-4A20-233A0FC53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45" y="3687919"/>
            <a:ext cx="1063928" cy="106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Graphic card - Free electronics icons">
            <a:extLst>
              <a:ext uri="{FF2B5EF4-FFF2-40B4-BE49-F238E27FC236}">
                <a16:creationId xmlns:a16="http://schemas.microsoft.com/office/drawing/2014/main" id="{86CB7E9B-D4DF-08D0-9653-269A88C89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383" y="3690112"/>
            <a:ext cx="1059542" cy="10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Ram - Free technology icons">
            <a:extLst>
              <a:ext uri="{FF2B5EF4-FFF2-40B4-BE49-F238E27FC236}">
                <a16:creationId xmlns:a16="http://schemas.microsoft.com/office/drawing/2014/main" id="{3DC49749-C5EC-F6D2-7817-F84A6EEE7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890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ard drive - Free computer icons">
            <a:extLst>
              <a:ext uri="{FF2B5EF4-FFF2-40B4-BE49-F238E27FC236}">
                <a16:creationId xmlns:a16="http://schemas.microsoft.com/office/drawing/2014/main" id="{6BDB1B47-FC13-8F4E-A9B9-99BD3A00F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928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968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7C000FF2-D1B7-2F85-298E-8B50DB07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CEB618E4-9EF8-7C07-B1D5-93AD8C2A1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400" b="1" dirty="0"/>
              <a:t>Kernel</a:t>
            </a:r>
            <a:r>
              <a:rPr lang="en-US" sz="2400" dirty="0"/>
              <a:t> –  Core part of the OS, responsible for acting as a “bridge” between software and hardware resources.</a:t>
            </a:r>
            <a:endParaRPr lang="en-US" sz="2400" b="1" dirty="0"/>
          </a:p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Shell</a:t>
            </a:r>
            <a:r>
              <a:rPr lang="en-US" sz="2400" dirty="0"/>
              <a:t> – Program that provides an interface to the kernel.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Why shell? Outer layer of the kernel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A4120359-2142-44D5-1F2D-E8A08E455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Operating System </a:t>
            </a: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64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84BB73D1-3B31-6849-546D-DA3B2D86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1810A581-850F-56F7-E188-217753AF7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200" b="1" dirty="0"/>
              <a:t>32-bit</a:t>
            </a:r>
            <a:r>
              <a:rPr lang="en-US" sz="2200" dirty="0"/>
              <a:t> </a:t>
            </a:r>
            <a:r>
              <a:rPr lang="en-US" sz="2200" b="1" dirty="0"/>
              <a:t>vs</a:t>
            </a:r>
            <a:r>
              <a:rPr lang="en-US" sz="2200" dirty="0"/>
              <a:t> </a:t>
            </a:r>
            <a:r>
              <a:rPr lang="en-US" sz="2200" b="1" dirty="0"/>
              <a:t>64-bit</a:t>
            </a:r>
            <a:r>
              <a:rPr lang="en-US" sz="2200" dirty="0"/>
              <a:t>  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Refers to the type of </a:t>
            </a:r>
            <a:r>
              <a:rPr lang="en-US" sz="2200" b="1" dirty="0">
                <a:solidFill>
                  <a:srgbClr val="FF7307"/>
                </a:solidFill>
              </a:rPr>
              <a:t>processor</a:t>
            </a:r>
            <a:r>
              <a:rPr lang="en-US" sz="2200" dirty="0"/>
              <a:t> that can be supported</a:t>
            </a:r>
          </a:p>
          <a:p>
            <a:pPr marL="891540" lvl="1" indent="-342900"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FF7307"/>
                </a:solidFill>
              </a:rPr>
              <a:t>32-bit (x86) </a:t>
            </a:r>
            <a:r>
              <a:rPr lang="en-US" sz="2200" dirty="0"/>
              <a:t>vs. </a:t>
            </a:r>
            <a:r>
              <a:rPr lang="en-US" sz="2200" b="1" dirty="0">
                <a:solidFill>
                  <a:srgbClr val="FF7307"/>
                </a:solidFill>
              </a:rPr>
              <a:t>64-bit (x64)</a:t>
            </a:r>
          </a:p>
          <a:p>
            <a:pPr marL="1348740" lvl="2" indent="-342900"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200" dirty="0"/>
              <a:t>2</a:t>
            </a:r>
            <a:r>
              <a:rPr lang="en-US" sz="2200" baseline="30000" dirty="0"/>
              <a:t>32</a:t>
            </a:r>
            <a:r>
              <a:rPr lang="en-US" sz="2200" dirty="0"/>
              <a:t> = </a:t>
            </a:r>
            <a:r>
              <a:rPr lang="en-US" sz="2200" b="1" dirty="0">
                <a:solidFill>
                  <a:srgbClr val="FF7307"/>
                </a:solidFill>
              </a:rPr>
              <a:t>4,294,967,296 </a:t>
            </a:r>
            <a:r>
              <a:rPr lang="en-US" sz="2200" dirty="0">
                <a:solidFill>
                  <a:srgbClr val="42413F"/>
                </a:solidFill>
              </a:rPr>
              <a:t>values</a:t>
            </a:r>
          </a:p>
          <a:p>
            <a:pPr marL="1348740" lvl="2" indent="-342900"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200" dirty="0"/>
              <a:t>2</a:t>
            </a:r>
            <a:r>
              <a:rPr lang="en-US" sz="2200" baseline="30000" dirty="0"/>
              <a:t>64</a:t>
            </a:r>
            <a:r>
              <a:rPr lang="en-US" sz="2200" dirty="0"/>
              <a:t> = </a:t>
            </a:r>
            <a:r>
              <a:rPr lang="en-US" sz="2200" b="1" dirty="0">
                <a:solidFill>
                  <a:srgbClr val="FF7307"/>
                </a:solidFill>
              </a:rPr>
              <a:t>18,446,744,073,709,551,616 </a:t>
            </a:r>
            <a:r>
              <a:rPr lang="en-US" sz="2200" dirty="0">
                <a:solidFill>
                  <a:srgbClr val="42413F"/>
                </a:solidFill>
              </a:rPr>
              <a:t>values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32-bit OS </a:t>
            </a:r>
            <a:r>
              <a:rPr lang="en-US" sz="2200" b="1" dirty="0">
                <a:solidFill>
                  <a:srgbClr val="FF7307"/>
                </a:solidFill>
              </a:rPr>
              <a:t>CANNOT</a:t>
            </a:r>
            <a:r>
              <a:rPr lang="en-US" sz="2200" dirty="0"/>
              <a:t> run 64-bit drivers/applications, but 64-bit OS can run 32-bit applications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1A312D50-4051-6D4E-80CC-4AF9BE7AF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Operating System </a:t>
            </a: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51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7A386B5A-68C0-31A4-A9A3-54D16DB0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>
            <a:extLst>
              <a:ext uri="{FF2B5EF4-FFF2-40B4-BE49-F238E27FC236}">
                <a16:creationId xmlns:a16="http://schemas.microsoft.com/office/drawing/2014/main" id="{C7480F20-9CD0-84D1-EA73-645D57DB8C60}"/>
              </a:ext>
            </a:extLst>
          </p:cNvPr>
          <p:cNvSpPr/>
          <p:nvPr/>
        </p:nvSpPr>
        <p:spPr>
          <a:xfrm>
            <a:off x="3579150" y="565186"/>
            <a:ext cx="1985700" cy="1990800"/>
          </a:xfrm>
          <a:prstGeom prst="bevel">
            <a:avLst>
              <a:gd name="adj" fmla="val 9055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">
            <a:extLst>
              <a:ext uri="{FF2B5EF4-FFF2-40B4-BE49-F238E27FC236}">
                <a16:creationId xmlns:a16="http://schemas.microsoft.com/office/drawing/2014/main" id="{21AE707C-6D98-EF28-F559-33E9F170B0BC}"/>
              </a:ext>
            </a:extLst>
          </p:cNvPr>
          <p:cNvSpPr/>
          <p:nvPr/>
        </p:nvSpPr>
        <p:spPr>
          <a:xfrm>
            <a:off x="1981040" y="3832845"/>
            <a:ext cx="51930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3">
            <a:extLst>
              <a:ext uri="{FF2B5EF4-FFF2-40B4-BE49-F238E27FC236}">
                <a16:creationId xmlns:a16="http://schemas.microsoft.com/office/drawing/2014/main" id="{6DE9F025-B33B-154D-23C0-A0F6A9C54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625" y="2594282"/>
            <a:ext cx="4435500" cy="11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Types of OS</a:t>
            </a:r>
            <a:endParaRPr dirty="0"/>
          </a:p>
        </p:txBody>
      </p:sp>
      <p:sp>
        <p:nvSpPr>
          <p:cNvPr id="412" name="Google Shape;412;p43">
            <a:extLst>
              <a:ext uri="{FF2B5EF4-FFF2-40B4-BE49-F238E27FC236}">
                <a16:creationId xmlns:a16="http://schemas.microsoft.com/office/drawing/2014/main" id="{314C350A-9922-2685-88BB-ED9D334EDA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55622" y="3990563"/>
            <a:ext cx="44355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p43">
            <a:extLst>
              <a:ext uri="{FF2B5EF4-FFF2-40B4-BE49-F238E27FC236}">
                <a16:creationId xmlns:a16="http://schemas.microsoft.com/office/drawing/2014/main" id="{7AADE1F1-B0C7-BBB0-6F24-E4B7801059F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82272" y="876407"/>
            <a:ext cx="15822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14" name="Google Shape;414;p43">
            <a:extLst>
              <a:ext uri="{FF2B5EF4-FFF2-40B4-BE49-F238E27FC236}">
                <a16:creationId xmlns:a16="http://schemas.microsoft.com/office/drawing/2014/main" id="{86102A5C-1C43-7E46-B387-698A57077065}"/>
              </a:ext>
            </a:extLst>
          </p:cNvPr>
          <p:cNvGrpSpPr/>
          <p:nvPr/>
        </p:nvGrpSpPr>
        <p:grpSpPr>
          <a:xfrm>
            <a:off x="7288342" y="3830770"/>
            <a:ext cx="768600" cy="770700"/>
            <a:chOff x="7657704" y="3832845"/>
            <a:chExt cx="768600" cy="770700"/>
          </a:xfrm>
        </p:grpSpPr>
        <p:sp>
          <p:nvSpPr>
            <p:cNvPr id="415" name="Google Shape;415;p43">
              <a:extLst>
                <a:ext uri="{FF2B5EF4-FFF2-40B4-BE49-F238E27FC236}">
                  <a16:creationId xmlns:a16="http://schemas.microsoft.com/office/drawing/2014/main" id="{607227F7-BD0A-0D5C-7A1A-DAD34EAD4C19}"/>
                </a:ext>
              </a:extLst>
            </p:cNvPr>
            <p:cNvSpPr/>
            <p:nvPr/>
          </p:nvSpPr>
          <p:spPr>
            <a:xfrm>
              <a:off x="7657704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>
              <a:extLst>
                <a:ext uri="{FF2B5EF4-FFF2-40B4-BE49-F238E27FC236}">
                  <a16:creationId xmlns:a16="http://schemas.microsoft.com/office/drawing/2014/main" id="{E2B6FD56-EE39-0DBE-D02E-DC2FE4B00B96}"/>
                </a:ext>
              </a:extLst>
            </p:cNvPr>
            <p:cNvSpPr/>
            <p:nvPr/>
          </p:nvSpPr>
          <p:spPr>
            <a:xfrm>
              <a:off x="7902433" y="4061610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43">
            <a:extLst>
              <a:ext uri="{FF2B5EF4-FFF2-40B4-BE49-F238E27FC236}">
                <a16:creationId xmlns:a16="http://schemas.microsoft.com/office/drawing/2014/main" id="{4D9D548E-D870-214B-C1B3-1635F444E6D1}"/>
              </a:ext>
            </a:extLst>
          </p:cNvPr>
          <p:cNvGrpSpPr/>
          <p:nvPr/>
        </p:nvGrpSpPr>
        <p:grpSpPr>
          <a:xfrm>
            <a:off x="1098151" y="3830770"/>
            <a:ext cx="768600" cy="770700"/>
            <a:chOff x="5980776" y="3832845"/>
            <a:chExt cx="768600" cy="770700"/>
          </a:xfrm>
        </p:grpSpPr>
        <p:sp>
          <p:nvSpPr>
            <p:cNvPr id="418" name="Google Shape;418;p43">
              <a:extLst>
                <a:ext uri="{FF2B5EF4-FFF2-40B4-BE49-F238E27FC236}">
                  <a16:creationId xmlns:a16="http://schemas.microsoft.com/office/drawing/2014/main" id="{8E3826E9-0678-D742-B7EA-517EF4D7650E}"/>
                </a:ext>
              </a:extLst>
            </p:cNvPr>
            <p:cNvSpPr/>
            <p:nvPr/>
          </p:nvSpPr>
          <p:spPr>
            <a:xfrm>
              <a:off x="5980776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>
              <a:extLst>
                <a:ext uri="{FF2B5EF4-FFF2-40B4-BE49-F238E27FC236}">
                  <a16:creationId xmlns:a16="http://schemas.microsoft.com/office/drawing/2014/main" id="{842DA60A-545A-64C1-C086-50AAEBF0B38B}"/>
                </a:ext>
              </a:extLst>
            </p:cNvPr>
            <p:cNvSpPr/>
            <p:nvPr/>
          </p:nvSpPr>
          <p:spPr>
            <a:xfrm rot="10800000">
              <a:off x="6225421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9074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CB7F45D3-5AF8-4E0B-49A8-5C6A7504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">
            <a:extLst>
              <a:ext uri="{FF2B5EF4-FFF2-40B4-BE49-F238E27FC236}">
                <a16:creationId xmlns:a16="http://schemas.microsoft.com/office/drawing/2014/main" id="{ADBB93A8-F38D-A5C0-1B2E-5FB0512703F2}"/>
              </a:ext>
            </a:extLst>
          </p:cNvPr>
          <p:cNvSpPr txBox="1"/>
          <p:nvPr/>
        </p:nvSpPr>
        <p:spPr>
          <a:xfrm>
            <a:off x="3636344" y="365507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MacOS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07" name="Google Shape;507;p47">
            <a:extLst>
              <a:ext uri="{FF2B5EF4-FFF2-40B4-BE49-F238E27FC236}">
                <a16:creationId xmlns:a16="http://schemas.microsoft.com/office/drawing/2014/main" id="{069F52B0-4E5E-6156-A8F7-58AF33BE16D9}"/>
              </a:ext>
            </a:extLst>
          </p:cNvPr>
          <p:cNvSpPr txBox="1"/>
          <p:nvPr/>
        </p:nvSpPr>
        <p:spPr>
          <a:xfrm>
            <a:off x="3636344" y="4109004"/>
            <a:ext cx="1883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Apple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Sonoma, Tahoe</a:t>
            </a:r>
            <a:endParaRPr sz="1600" dirty="0">
              <a:solidFill>
                <a:srgbClr val="42413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08" name="Google Shape;508;p47">
            <a:extLst>
              <a:ext uri="{FF2B5EF4-FFF2-40B4-BE49-F238E27FC236}">
                <a16:creationId xmlns:a16="http://schemas.microsoft.com/office/drawing/2014/main" id="{0227AAF7-F7BD-CFA1-EE23-5ACFBA9E9E19}"/>
              </a:ext>
            </a:extLst>
          </p:cNvPr>
          <p:cNvSpPr/>
          <p:nvPr/>
        </p:nvSpPr>
        <p:spPr>
          <a:xfrm>
            <a:off x="3350550" y="1363836"/>
            <a:ext cx="2440200" cy="819300"/>
          </a:xfrm>
          <a:prstGeom prst="bevel">
            <a:avLst>
              <a:gd name="adj" fmla="val 1663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E53C77CD-9CF9-8841-5386-F664F733464B}"/>
              </a:ext>
            </a:extLst>
          </p:cNvPr>
          <p:cNvSpPr/>
          <p:nvPr/>
        </p:nvSpPr>
        <p:spPr>
          <a:xfrm>
            <a:off x="1288134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7">
            <a:extLst>
              <a:ext uri="{FF2B5EF4-FFF2-40B4-BE49-F238E27FC236}">
                <a16:creationId xmlns:a16="http://schemas.microsoft.com/office/drawing/2014/main" id="{A61724F9-2E93-F9B3-10AF-6AE97A75F3EC}"/>
              </a:ext>
            </a:extLst>
          </p:cNvPr>
          <p:cNvSpPr/>
          <p:nvPr/>
        </p:nvSpPr>
        <p:spPr>
          <a:xfrm>
            <a:off x="4193894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7">
            <a:extLst>
              <a:ext uri="{FF2B5EF4-FFF2-40B4-BE49-F238E27FC236}">
                <a16:creationId xmlns:a16="http://schemas.microsoft.com/office/drawing/2014/main" id="{D79DD02A-2524-CA0F-5796-928F0A5C136E}"/>
              </a:ext>
            </a:extLst>
          </p:cNvPr>
          <p:cNvSpPr/>
          <p:nvPr/>
        </p:nvSpPr>
        <p:spPr>
          <a:xfrm>
            <a:off x="7097850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7">
            <a:extLst>
              <a:ext uri="{FF2B5EF4-FFF2-40B4-BE49-F238E27FC236}">
                <a16:creationId xmlns:a16="http://schemas.microsoft.com/office/drawing/2014/main" id="{87654724-EBA2-2EB1-8B52-594640126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Desktop </a:t>
            </a:r>
            <a:r>
              <a:rPr lang="en" dirty="0">
                <a:solidFill>
                  <a:srgbClr val="FF7307"/>
                </a:solidFill>
              </a:rPr>
              <a:t>Operating Systems</a:t>
            </a:r>
            <a:r>
              <a:rPr lang="en" dirty="0">
                <a:solidFill>
                  <a:schemeClr val="tx1"/>
                </a:solidFill>
              </a:rPr>
              <a:t> Families</a:t>
            </a:r>
            <a:endParaRPr dirty="0">
              <a:solidFill>
                <a:srgbClr val="FF7307"/>
              </a:solidFill>
            </a:endParaRPr>
          </a:p>
        </p:txBody>
      </p:sp>
      <p:sp>
        <p:nvSpPr>
          <p:cNvPr id="513" name="Google Shape;513;p47">
            <a:extLst>
              <a:ext uri="{FF2B5EF4-FFF2-40B4-BE49-F238E27FC236}">
                <a16:creationId xmlns:a16="http://schemas.microsoft.com/office/drawing/2014/main" id="{47F058CD-B1AA-95DE-A7A0-8DE62B8470E7}"/>
              </a:ext>
            </a:extLst>
          </p:cNvPr>
          <p:cNvSpPr txBox="1"/>
          <p:nvPr/>
        </p:nvSpPr>
        <p:spPr>
          <a:xfrm>
            <a:off x="732084" y="4118350"/>
            <a:ext cx="188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Microsoft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XP, 7, 8, 10, 11</a:t>
            </a:r>
          </a:p>
        </p:txBody>
      </p:sp>
      <p:sp>
        <p:nvSpPr>
          <p:cNvPr id="514" name="Google Shape;514;p47">
            <a:extLst>
              <a:ext uri="{FF2B5EF4-FFF2-40B4-BE49-F238E27FC236}">
                <a16:creationId xmlns:a16="http://schemas.microsoft.com/office/drawing/2014/main" id="{18724B8A-B585-10B6-E401-6002501BF025}"/>
              </a:ext>
            </a:extLst>
          </p:cNvPr>
          <p:cNvSpPr txBox="1"/>
          <p:nvPr/>
        </p:nvSpPr>
        <p:spPr>
          <a:xfrm>
            <a:off x="3486800" y="1363836"/>
            <a:ext cx="21639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Desktop OS</a:t>
            </a:r>
            <a:endParaRPr sz="2000" b="1" dirty="0">
              <a:solidFill>
                <a:schemeClr val="dk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15" name="Google Shape;515;p47">
            <a:extLst>
              <a:ext uri="{FF2B5EF4-FFF2-40B4-BE49-F238E27FC236}">
                <a16:creationId xmlns:a16="http://schemas.microsoft.com/office/drawing/2014/main" id="{1DA591A3-AA2A-572B-6437-6826C4FBB5C7}"/>
              </a:ext>
            </a:extLst>
          </p:cNvPr>
          <p:cNvSpPr txBox="1"/>
          <p:nvPr/>
        </p:nvSpPr>
        <p:spPr>
          <a:xfrm>
            <a:off x="6541800" y="4118350"/>
            <a:ext cx="188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2413F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Linus Torvalds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2413F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Debian, Ubuntu, Arch</a:t>
            </a:r>
          </a:p>
        </p:txBody>
      </p:sp>
      <p:cxnSp>
        <p:nvCxnSpPr>
          <p:cNvPr id="516" name="Google Shape;516;p47">
            <a:extLst>
              <a:ext uri="{FF2B5EF4-FFF2-40B4-BE49-F238E27FC236}">
                <a16:creationId xmlns:a16="http://schemas.microsoft.com/office/drawing/2014/main" id="{0F9157EE-DB89-8F24-4A25-17CAEC65B6DD}"/>
              </a:ext>
            </a:extLst>
          </p:cNvPr>
          <p:cNvCxnSpPr>
            <a:cxnSpLocks/>
            <a:stCxn id="514" idx="2"/>
            <a:endCxn id="510" idx="6"/>
          </p:cNvCxnSpPr>
          <p:nvPr/>
        </p:nvCxnSpPr>
        <p:spPr>
          <a:xfrm>
            <a:off x="4568750" y="2183136"/>
            <a:ext cx="9300" cy="55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7" name="Google Shape;537;p47">
            <a:extLst>
              <a:ext uri="{FF2B5EF4-FFF2-40B4-BE49-F238E27FC236}">
                <a16:creationId xmlns:a16="http://schemas.microsoft.com/office/drawing/2014/main" id="{CFC0834B-04F5-7E80-6C51-4574B3D95844}"/>
              </a:ext>
            </a:extLst>
          </p:cNvPr>
          <p:cNvSpPr txBox="1"/>
          <p:nvPr/>
        </p:nvSpPr>
        <p:spPr>
          <a:xfrm>
            <a:off x="730584" y="361722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Windows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D5AFDACC-20D0-767F-D011-5A237990305A}"/>
              </a:ext>
            </a:extLst>
          </p:cNvPr>
          <p:cNvSpPr txBox="1"/>
          <p:nvPr/>
        </p:nvSpPr>
        <p:spPr>
          <a:xfrm>
            <a:off x="6540300" y="365507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Linux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539" name="Google Shape;539;p47">
            <a:extLst>
              <a:ext uri="{FF2B5EF4-FFF2-40B4-BE49-F238E27FC236}">
                <a16:creationId xmlns:a16="http://schemas.microsoft.com/office/drawing/2014/main" id="{3C58BE17-BB5A-A83B-A864-7F642211A2BF}"/>
              </a:ext>
            </a:extLst>
          </p:cNvPr>
          <p:cNvCxnSpPr>
            <a:cxnSpLocks/>
            <a:stCxn id="514" idx="2"/>
            <a:endCxn id="511" idx="6"/>
          </p:cNvCxnSpPr>
          <p:nvPr/>
        </p:nvCxnSpPr>
        <p:spPr>
          <a:xfrm rot="-5400000" flipH="1">
            <a:off x="5746700" y="1005186"/>
            <a:ext cx="557400" cy="29133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47">
            <a:extLst>
              <a:ext uri="{FF2B5EF4-FFF2-40B4-BE49-F238E27FC236}">
                <a16:creationId xmlns:a16="http://schemas.microsoft.com/office/drawing/2014/main" id="{66ECBF8E-E296-0045-7178-6ED6D8304EDB}"/>
              </a:ext>
            </a:extLst>
          </p:cNvPr>
          <p:cNvCxnSpPr>
            <a:stCxn id="514" idx="2"/>
            <a:endCxn id="509" idx="6"/>
          </p:cNvCxnSpPr>
          <p:nvPr/>
        </p:nvCxnSpPr>
        <p:spPr>
          <a:xfrm rot="5400000">
            <a:off x="2841950" y="1013736"/>
            <a:ext cx="557400" cy="28962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0" name="Picture 2" descr="Windows - Free logo icons">
            <a:extLst>
              <a:ext uri="{FF2B5EF4-FFF2-40B4-BE49-F238E27FC236}">
                <a16:creationId xmlns:a16="http://schemas.microsoft.com/office/drawing/2014/main" id="{83F15E68-2D04-843E-2BA6-195C11526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96" y="2912719"/>
            <a:ext cx="426276" cy="42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C OS logo - Free computer icons">
            <a:extLst>
              <a:ext uri="{FF2B5EF4-FFF2-40B4-BE49-F238E27FC236}">
                <a16:creationId xmlns:a16="http://schemas.microsoft.com/office/drawing/2014/main" id="{472C0071-E747-B2E8-6A50-B318F9E4C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912" y="2912719"/>
            <a:ext cx="426276" cy="42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s linux penguin - Files &amp; Folders Icons">
            <a:extLst>
              <a:ext uri="{FF2B5EF4-FFF2-40B4-BE49-F238E27FC236}">
                <a16:creationId xmlns:a16="http://schemas.microsoft.com/office/drawing/2014/main" id="{0C4868C8-7435-C76F-F73E-4399EE0A9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212" y="2891319"/>
            <a:ext cx="447676" cy="44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80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>
          <a:extLst>
            <a:ext uri="{FF2B5EF4-FFF2-40B4-BE49-F238E27FC236}">
              <a16:creationId xmlns:a16="http://schemas.microsoft.com/office/drawing/2014/main" id="{03553721-DC8B-61A8-F985-2B3AC73F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>
            <a:extLst>
              <a:ext uri="{FF2B5EF4-FFF2-40B4-BE49-F238E27FC236}">
                <a16:creationId xmlns:a16="http://schemas.microsoft.com/office/drawing/2014/main" id="{5BCD52FE-4022-15E7-A915-72878774A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332" y="1353269"/>
            <a:ext cx="3495337" cy="319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5" name="Google Shape;755;p54">
            <a:extLst>
              <a:ext uri="{FF2B5EF4-FFF2-40B4-BE49-F238E27FC236}">
                <a16:creationId xmlns:a16="http://schemas.microsoft.com/office/drawing/2014/main" id="{47425894-55DE-97E4-EB03-4A19BB3CF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Desktop OS Market Shares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56" name="Google Shape;756;p54">
            <a:extLst>
              <a:ext uri="{FF2B5EF4-FFF2-40B4-BE49-F238E27FC236}">
                <a16:creationId xmlns:a16="http://schemas.microsoft.com/office/drawing/2014/main" id="{D0B7653F-399F-815D-A6F6-15DA15915BF6}"/>
              </a:ext>
            </a:extLst>
          </p:cNvPr>
          <p:cNvSpPr txBox="1"/>
          <p:nvPr/>
        </p:nvSpPr>
        <p:spPr>
          <a:xfrm>
            <a:off x="4838750" y="4227542"/>
            <a:ext cx="16944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Data from </a:t>
            </a:r>
            <a:r>
              <a:rPr lang="en" sz="12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/>
              </a:rPr>
              <a:t>GlobalStats</a:t>
            </a:r>
            <a:endParaRPr sz="1200"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57" name="Google Shape;757;p54">
            <a:extLst>
              <a:ext uri="{FF2B5EF4-FFF2-40B4-BE49-F238E27FC236}">
                <a16:creationId xmlns:a16="http://schemas.microsoft.com/office/drawing/2014/main" id="{D9170ACE-46E6-46D3-877A-895010CB32A7}"/>
              </a:ext>
            </a:extLst>
          </p:cNvPr>
          <p:cNvSpPr txBox="1"/>
          <p:nvPr/>
        </p:nvSpPr>
        <p:spPr>
          <a:xfrm>
            <a:off x="728541" y="1900351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Other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59" name="Google Shape;759;p54">
            <a:extLst>
              <a:ext uri="{FF2B5EF4-FFF2-40B4-BE49-F238E27FC236}">
                <a16:creationId xmlns:a16="http://schemas.microsoft.com/office/drawing/2014/main" id="{7DF8AB73-42D5-574B-B57B-47D771F67F7F}"/>
              </a:ext>
            </a:extLst>
          </p:cNvPr>
          <p:cNvSpPr txBox="1"/>
          <p:nvPr/>
        </p:nvSpPr>
        <p:spPr>
          <a:xfrm>
            <a:off x="621150" y="2733945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Linux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61" name="Google Shape;761;p54">
            <a:extLst>
              <a:ext uri="{FF2B5EF4-FFF2-40B4-BE49-F238E27FC236}">
                <a16:creationId xmlns:a16="http://schemas.microsoft.com/office/drawing/2014/main" id="{3C47E7F3-2C3C-DCC3-FED9-5005516228ED}"/>
              </a:ext>
            </a:extLst>
          </p:cNvPr>
          <p:cNvSpPr txBox="1"/>
          <p:nvPr/>
        </p:nvSpPr>
        <p:spPr>
          <a:xfrm flipH="1">
            <a:off x="6736250" y="1900351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Windows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764" name="Google Shape;764;p54">
            <a:extLst>
              <a:ext uri="{FF2B5EF4-FFF2-40B4-BE49-F238E27FC236}">
                <a16:creationId xmlns:a16="http://schemas.microsoft.com/office/drawing/2014/main" id="{BEAFD7FC-7F7E-3804-9BD1-CF0A8CB20F1F}"/>
              </a:ext>
            </a:extLst>
          </p:cNvPr>
          <p:cNvCxnSpPr>
            <a:cxnSpLocks/>
            <a:stCxn id="757" idx="3"/>
          </p:cNvCxnSpPr>
          <p:nvPr/>
        </p:nvCxnSpPr>
        <p:spPr>
          <a:xfrm>
            <a:off x="2422941" y="2127601"/>
            <a:ext cx="1442991" cy="1857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765" name="Google Shape;765;p54">
            <a:extLst>
              <a:ext uri="{FF2B5EF4-FFF2-40B4-BE49-F238E27FC236}">
                <a16:creationId xmlns:a16="http://schemas.microsoft.com/office/drawing/2014/main" id="{C3A3C003-F07B-5714-4F03-04D0E6064286}"/>
              </a:ext>
            </a:extLst>
          </p:cNvPr>
          <p:cNvCxnSpPr>
            <a:stCxn id="759" idx="3"/>
          </p:cNvCxnSpPr>
          <p:nvPr/>
        </p:nvCxnSpPr>
        <p:spPr>
          <a:xfrm rot="10800000" flipH="1">
            <a:off x="2315550" y="2690895"/>
            <a:ext cx="1079700" cy="270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766" name="Google Shape;766;p54">
            <a:extLst>
              <a:ext uri="{FF2B5EF4-FFF2-40B4-BE49-F238E27FC236}">
                <a16:creationId xmlns:a16="http://schemas.microsoft.com/office/drawing/2014/main" id="{8DFB55D3-20F2-B85D-2EC5-562F0AE4BD6D}"/>
              </a:ext>
            </a:extLst>
          </p:cNvPr>
          <p:cNvCxnSpPr>
            <a:stCxn id="761" idx="3"/>
          </p:cNvCxnSpPr>
          <p:nvPr/>
        </p:nvCxnSpPr>
        <p:spPr>
          <a:xfrm flipH="1">
            <a:off x="5685950" y="2127601"/>
            <a:ext cx="1050300" cy="732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767" name="Google Shape;767;p54">
            <a:extLst>
              <a:ext uri="{FF2B5EF4-FFF2-40B4-BE49-F238E27FC236}">
                <a16:creationId xmlns:a16="http://schemas.microsoft.com/office/drawing/2014/main" id="{22E37F6F-511B-92FB-F8EB-4A9F74D972F8}"/>
              </a:ext>
            </a:extLst>
          </p:cNvPr>
          <p:cNvSpPr txBox="1"/>
          <p:nvPr/>
        </p:nvSpPr>
        <p:spPr>
          <a:xfrm>
            <a:off x="1675118" y="2127601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20.45%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68" name="Google Shape;768;p54">
            <a:extLst>
              <a:ext uri="{FF2B5EF4-FFF2-40B4-BE49-F238E27FC236}">
                <a16:creationId xmlns:a16="http://schemas.microsoft.com/office/drawing/2014/main" id="{C33EE129-8AC1-38DC-49FA-39077B263216}"/>
              </a:ext>
            </a:extLst>
          </p:cNvPr>
          <p:cNvSpPr txBox="1"/>
          <p:nvPr/>
        </p:nvSpPr>
        <p:spPr>
          <a:xfrm>
            <a:off x="6969344" y="2162895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72.3%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70" name="Google Shape;770;p54">
            <a:extLst>
              <a:ext uri="{FF2B5EF4-FFF2-40B4-BE49-F238E27FC236}">
                <a16:creationId xmlns:a16="http://schemas.microsoft.com/office/drawing/2014/main" id="{5DACC519-4382-D3EE-CE4D-DCFAA24E6944}"/>
              </a:ext>
            </a:extLst>
          </p:cNvPr>
          <p:cNvSpPr/>
          <p:nvPr/>
        </p:nvSpPr>
        <p:spPr>
          <a:xfrm>
            <a:off x="4184204" y="2589483"/>
            <a:ext cx="7686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1" name="Google Shape;771;p54">
            <a:extLst>
              <a:ext uri="{FF2B5EF4-FFF2-40B4-BE49-F238E27FC236}">
                <a16:creationId xmlns:a16="http://schemas.microsoft.com/office/drawing/2014/main" id="{629AB888-B9D6-4C1C-9920-D11C99C17003}"/>
              </a:ext>
            </a:extLst>
          </p:cNvPr>
          <p:cNvGrpSpPr/>
          <p:nvPr/>
        </p:nvGrpSpPr>
        <p:grpSpPr>
          <a:xfrm rot="-5400000">
            <a:off x="4381423" y="2787788"/>
            <a:ext cx="374100" cy="374100"/>
            <a:chOff x="7854948" y="3207801"/>
            <a:chExt cx="374100" cy="374100"/>
          </a:xfrm>
        </p:grpSpPr>
        <p:sp>
          <p:nvSpPr>
            <p:cNvPr id="772" name="Google Shape;772;p54">
              <a:extLst>
                <a:ext uri="{FF2B5EF4-FFF2-40B4-BE49-F238E27FC236}">
                  <a16:creationId xmlns:a16="http://schemas.microsoft.com/office/drawing/2014/main" id="{BC1376AF-A13A-983C-AA6B-471CC7CCD63C}"/>
                </a:ext>
              </a:extLst>
            </p:cNvPr>
            <p:cNvSpPr/>
            <p:nvPr/>
          </p:nvSpPr>
          <p:spPr>
            <a:xfrm>
              <a:off x="7854948" y="3207801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457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dirty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grpSp>
          <p:nvGrpSpPr>
            <p:cNvPr id="773" name="Google Shape;773;p54">
              <a:extLst>
                <a:ext uri="{FF2B5EF4-FFF2-40B4-BE49-F238E27FC236}">
                  <a16:creationId xmlns:a16="http://schemas.microsoft.com/office/drawing/2014/main" id="{77259D65-A5EC-5F2C-2370-3EB3B201F8C3}"/>
                </a:ext>
              </a:extLst>
            </p:cNvPr>
            <p:cNvGrpSpPr/>
            <p:nvPr/>
          </p:nvGrpSpPr>
          <p:grpSpPr>
            <a:xfrm rot="5400000">
              <a:off x="7915838" y="3307288"/>
              <a:ext cx="252325" cy="175125"/>
              <a:chOff x="4159475" y="2501150"/>
              <a:chExt cx="252325" cy="175125"/>
            </a:xfrm>
          </p:grpSpPr>
          <p:sp>
            <p:nvSpPr>
              <p:cNvPr id="774" name="Google Shape;774;p54">
                <a:extLst>
                  <a:ext uri="{FF2B5EF4-FFF2-40B4-BE49-F238E27FC236}">
                    <a16:creationId xmlns:a16="http://schemas.microsoft.com/office/drawing/2014/main" id="{B0168D5E-CE44-1D85-BDE9-E3C46E3072FE}"/>
                  </a:ext>
                </a:extLst>
              </p:cNvPr>
              <p:cNvSpPr/>
              <p:nvPr/>
            </p:nvSpPr>
            <p:spPr>
              <a:xfrm>
                <a:off x="4267550" y="2501150"/>
                <a:ext cx="1442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70" h="7005" extrusionOk="0">
                    <a:moveTo>
                      <a:pt x="1" y="1551"/>
                    </a:moveTo>
                    <a:lnTo>
                      <a:pt x="1" y="1"/>
                    </a:lnTo>
                    <a:lnTo>
                      <a:pt x="5770" y="3508"/>
                    </a:lnTo>
                    <a:lnTo>
                      <a:pt x="1" y="7005"/>
                    </a:lnTo>
                    <a:lnTo>
                      <a:pt x="1" y="5560"/>
                    </a:lnTo>
                    <a:lnTo>
                      <a:pt x="3194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54">
                <a:extLst>
                  <a:ext uri="{FF2B5EF4-FFF2-40B4-BE49-F238E27FC236}">
                    <a16:creationId xmlns:a16="http://schemas.microsoft.com/office/drawing/2014/main" id="{2F67915C-4D71-DBA1-2A2E-80E0D96DD391}"/>
                  </a:ext>
                </a:extLst>
              </p:cNvPr>
              <p:cNvSpPr/>
              <p:nvPr/>
            </p:nvSpPr>
            <p:spPr>
              <a:xfrm>
                <a:off x="4159475" y="2501150"/>
                <a:ext cx="1439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58" h="7005" extrusionOk="0">
                    <a:moveTo>
                      <a:pt x="0" y="1551"/>
                    </a:moveTo>
                    <a:lnTo>
                      <a:pt x="0" y="1"/>
                    </a:lnTo>
                    <a:lnTo>
                      <a:pt x="5757" y="3508"/>
                    </a:lnTo>
                    <a:lnTo>
                      <a:pt x="0" y="7005"/>
                    </a:lnTo>
                    <a:lnTo>
                      <a:pt x="0" y="5560"/>
                    </a:lnTo>
                    <a:lnTo>
                      <a:pt x="3170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Google Shape;759;p54">
            <a:extLst>
              <a:ext uri="{FF2B5EF4-FFF2-40B4-BE49-F238E27FC236}">
                <a16:creationId xmlns:a16="http://schemas.microsoft.com/office/drawing/2014/main" id="{90866705-6561-5647-6BC6-D628E849C6F1}"/>
              </a:ext>
            </a:extLst>
          </p:cNvPr>
          <p:cNvSpPr txBox="1"/>
          <p:nvPr/>
        </p:nvSpPr>
        <p:spPr>
          <a:xfrm>
            <a:off x="655723" y="3618316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MacOS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4" name="Google Shape;765;p54">
            <a:extLst>
              <a:ext uri="{FF2B5EF4-FFF2-40B4-BE49-F238E27FC236}">
                <a16:creationId xmlns:a16="http://schemas.microsoft.com/office/drawing/2014/main" id="{2E59666B-9CAA-FD9F-E6BC-918BDA686A2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350123" y="2994502"/>
            <a:ext cx="1294961" cy="8510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2413F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2" name="Google Shape;769;p54">
            <a:extLst>
              <a:ext uri="{FF2B5EF4-FFF2-40B4-BE49-F238E27FC236}">
                <a16:creationId xmlns:a16="http://schemas.microsoft.com/office/drawing/2014/main" id="{E16E1C04-8691-0CAF-8818-4AAEA3977737}"/>
              </a:ext>
            </a:extLst>
          </p:cNvPr>
          <p:cNvSpPr txBox="1"/>
          <p:nvPr/>
        </p:nvSpPr>
        <p:spPr>
          <a:xfrm flipH="1">
            <a:off x="1610669" y="2994502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3.17%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" name="Google Shape;769;p54">
            <a:extLst>
              <a:ext uri="{FF2B5EF4-FFF2-40B4-BE49-F238E27FC236}">
                <a16:creationId xmlns:a16="http://schemas.microsoft.com/office/drawing/2014/main" id="{5ABD3DC0-E3C0-09B3-FA58-6F460FC8BADA}"/>
              </a:ext>
            </a:extLst>
          </p:cNvPr>
          <p:cNvSpPr txBox="1"/>
          <p:nvPr/>
        </p:nvSpPr>
        <p:spPr>
          <a:xfrm flipH="1">
            <a:off x="1514538" y="3845566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4.35%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  <p:extLst>
      <p:ext uri="{BB962C8B-B14F-4D97-AF65-F5344CB8AC3E}">
        <p14:creationId xmlns:p14="http://schemas.microsoft.com/office/powerpoint/2010/main" val="2755439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08FE3562-36DF-0BCE-A2EE-4E69634B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">
            <a:extLst>
              <a:ext uri="{FF2B5EF4-FFF2-40B4-BE49-F238E27FC236}">
                <a16:creationId xmlns:a16="http://schemas.microsoft.com/office/drawing/2014/main" id="{0827F8AC-223E-9B5A-DA2A-F8B67FBE14D8}"/>
              </a:ext>
            </a:extLst>
          </p:cNvPr>
          <p:cNvSpPr txBox="1"/>
          <p:nvPr/>
        </p:nvSpPr>
        <p:spPr>
          <a:xfrm>
            <a:off x="3636344" y="365507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iOS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08" name="Google Shape;508;p47">
            <a:extLst>
              <a:ext uri="{FF2B5EF4-FFF2-40B4-BE49-F238E27FC236}">
                <a16:creationId xmlns:a16="http://schemas.microsoft.com/office/drawing/2014/main" id="{526E1409-66B4-1E22-44BB-11D33267C727}"/>
              </a:ext>
            </a:extLst>
          </p:cNvPr>
          <p:cNvSpPr/>
          <p:nvPr/>
        </p:nvSpPr>
        <p:spPr>
          <a:xfrm>
            <a:off x="3350550" y="1363836"/>
            <a:ext cx="2440200" cy="819300"/>
          </a:xfrm>
          <a:prstGeom prst="bevel">
            <a:avLst>
              <a:gd name="adj" fmla="val 1663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A877E05E-2371-5649-3ED9-882D07078D0A}"/>
              </a:ext>
            </a:extLst>
          </p:cNvPr>
          <p:cNvSpPr/>
          <p:nvPr/>
        </p:nvSpPr>
        <p:spPr>
          <a:xfrm>
            <a:off x="1288134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7">
            <a:extLst>
              <a:ext uri="{FF2B5EF4-FFF2-40B4-BE49-F238E27FC236}">
                <a16:creationId xmlns:a16="http://schemas.microsoft.com/office/drawing/2014/main" id="{D99F00BC-CB2D-644D-621F-D94B37D750C6}"/>
              </a:ext>
            </a:extLst>
          </p:cNvPr>
          <p:cNvSpPr/>
          <p:nvPr/>
        </p:nvSpPr>
        <p:spPr>
          <a:xfrm>
            <a:off x="4193894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7">
            <a:extLst>
              <a:ext uri="{FF2B5EF4-FFF2-40B4-BE49-F238E27FC236}">
                <a16:creationId xmlns:a16="http://schemas.microsoft.com/office/drawing/2014/main" id="{046CBC48-FE64-7D94-8D37-FB17F1033D5F}"/>
              </a:ext>
            </a:extLst>
          </p:cNvPr>
          <p:cNvSpPr/>
          <p:nvPr/>
        </p:nvSpPr>
        <p:spPr>
          <a:xfrm>
            <a:off x="7097850" y="274050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7">
            <a:extLst>
              <a:ext uri="{FF2B5EF4-FFF2-40B4-BE49-F238E27FC236}">
                <a16:creationId xmlns:a16="http://schemas.microsoft.com/office/drawing/2014/main" id="{AFF5FFAF-1F76-E675-B60A-F2DCE6411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Mobile </a:t>
            </a:r>
            <a:r>
              <a:rPr lang="en" dirty="0">
                <a:solidFill>
                  <a:srgbClr val="FF7307"/>
                </a:solidFill>
              </a:rPr>
              <a:t>Operating Systems </a:t>
            </a:r>
            <a:r>
              <a:rPr lang="en" dirty="0">
                <a:solidFill>
                  <a:schemeClr val="tx1"/>
                </a:solidFill>
              </a:rPr>
              <a:t>Familes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14" name="Google Shape;514;p47">
            <a:extLst>
              <a:ext uri="{FF2B5EF4-FFF2-40B4-BE49-F238E27FC236}">
                <a16:creationId xmlns:a16="http://schemas.microsoft.com/office/drawing/2014/main" id="{C4B8D395-2188-C4CB-B36E-8DD973801D27}"/>
              </a:ext>
            </a:extLst>
          </p:cNvPr>
          <p:cNvSpPr txBox="1"/>
          <p:nvPr/>
        </p:nvSpPr>
        <p:spPr>
          <a:xfrm>
            <a:off x="3486800" y="1363836"/>
            <a:ext cx="21639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Mobile OS</a:t>
            </a:r>
            <a:endParaRPr sz="2000" b="1" dirty="0">
              <a:solidFill>
                <a:schemeClr val="dk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516" name="Google Shape;516;p47">
            <a:extLst>
              <a:ext uri="{FF2B5EF4-FFF2-40B4-BE49-F238E27FC236}">
                <a16:creationId xmlns:a16="http://schemas.microsoft.com/office/drawing/2014/main" id="{DD634B36-95DD-652F-4DDF-1571DAAA6782}"/>
              </a:ext>
            </a:extLst>
          </p:cNvPr>
          <p:cNvCxnSpPr>
            <a:stCxn id="514" idx="2"/>
            <a:endCxn id="510" idx="6"/>
          </p:cNvCxnSpPr>
          <p:nvPr/>
        </p:nvCxnSpPr>
        <p:spPr>
          <a:xfrm>
            <a:off x="4568750" y="2183136"/>
            <a:ext cx="9300" cy="55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7" name="Google Shape;537;p47">
            <a:extLst>
              <a:ext uri="{FF2B5EF4-FFF2-40B4-BE49-F238E27FC236}">
                <a16:creationId xmlns:a16="http://schemas.microsoft.com/office/drawing/2014/main" id="{F1AC4B29-BC5D-863F-BAF6-4ABE56559F14}"/>
              </a:ext>
            </a:extLst>
          </p:cNvPr>
          <p:cNvSpPr txBox="1"/>
          <p:nvPr/>
        </p:nvSpPr>
        <p:spPr>
          <a:xfrm>
            <a:off x="730584" y="361722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Android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38" name="Google Shape;538;p47">
            <a:extLst>
              <a:ext uri="{FF2B5EF4-FFF2-40B4-BE49-F238E27FC236}">
                <a16:creationId xmlns:a16="http://schemas.microsoft.com/office/drawing/2014/main" id="{277D2BE5-6762-506C-5FD5-1F304888ACBF}"/>
              </a:ext>
            </a:extLst>
          </p:cNvPr>
          <p:cNvSpPr txBox="1"/>
          <p:nvPr/>
        </p:nvSpPr>
        <p:spPr>
          <a:xfrm>
            <a:off x="6540300" y="3655079"/>
            <a:ext cx="188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7307"/>
                </a:solidFill>
                <a:latin typeface="Orbitron"/>
                <a:ea typeface="Orbitron"/>
                <a:cs typeface="Orbitron"/>
                <a:sym typeface="Orbitron"/>
              </a:rPr>
              <a:t>HarmonyOS</a:t>
            </a:r>
            <a:endParaRPr sz="2000" b="1" dirty="0">
              <a:solidFill>
                <a:srgbClr val="FF7307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539" name="Google Shape;539;p47">
            <a:extLst>
              <a:ext uri="{FF2B5EF4-FFF2-40B4-BE49-F238E27FC236}">
                <a16:creationId xmlns:a16="http://schemas.microsoft.com/office/drawing/2014/main" id="{C4509339-6517-401F-D640-5FD2D6AA84CA}"/>
              </a:ext>
            </a:extLst>
          </p:cNvPr>
          <p:cNvCxnSpPr>
            <a:stCxn id="514" idx="2"/>
            <a:endCxn id="511" idx="6"/>
          </p:cNvCxnSpPr>
          <p:nvPr/>
        </p:nvCxnSpPr>
        <p:spPr>
          <a:xfrm rot="-5400000" flipH="1">
            <a:off x="5746700" y="1005186"/>
            <a:ext cx="557400" cy="29133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47">
            <a:extLst>
              <a:ext uri="{FF2B5EF4-FFF2-40B4-BE49-F238E27FC236}">
                <a16:creationId xmlns:a16="http://schemas.microsoft.com/office/drawing/2014/main" id="{0FE89485-7B58-0606-FCCE-ED3F073C9B8B}"/>
              </a:ext>
            </a:extLst>
          </p:cNvPr>
          <p:cNvCxnSpPr>
            <a:cxnSpLocks/>
            <a:stCxn id="514" idx="2"/>
            <a:endCxn id="509" idx="6"/>
          </p:cNvCxnSpPr>
          <p:nvPr/>
        </p:nvCxnSpPr>
        <p:spPr>
          <a:xfrm rot="5400000">
            <a:off x="2841950" y="1013736"/>
            <a:ext cx="557400" cy="28962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07;p47">
            <a:extLst>
              <a:ext uri="{FF2B5EF4-FFF2-40B4-BE49-F238E27FC236}">
                <a16:creationId xmlns:a16="http://schemas.microsoft.com/office/drawing/2014/main" id="{77F1ED77-9FC9-A5DE-A0A1-A5716ABD9F1F}"/>
              </a:ext>
            </a:extLst>
          </p:cNvPr>
          <p:cNvSpPr txBox="1"/>
          <p:nvPr/>
        </p:nvSpPr>
        <p:spPr>
          <a:xfrm>
            <a:off x="3636344" y="4109004"/>
            <a:ext cx="1883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Apple</a:t>
            </a:r>
          </a:p>
        </p:txBody>
      </p:sp>
      <p:sp>
        <p:nvSpPr>
          <p:cNvPr id="3" name="Google Shape;513;p47">
            <a:extLst>
              <a:ext uri="{FF2B5EF4-FFF2-40B4-BE49-F238E27FC236}">
                <a16:creationId xmlns:a16="http://schemas.microsoft.com/office/drawing/2014/main" id="{082A94B9-7223-67EA-AF48-928C9BC284D8}"/>
              </a:ext>
            </a:extLst>
          </p:cNvPr>
          <p:cNvSpPr txBox="1"/>
          <p:nvPr/>
        </p:nvSpPr>
        <p:spPr>
          <a:xfrm>
            <a:off x="732084" y="4118350"/>
            <a:ext cx="188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Google</a:t>
            </a:r>
          </a:p>
        </p:txBody>
      </p:sp>
      <p:sp>
        <p:nvSpPr>
          <p:cNvPr id="4" name="Google Shape;515;p47">
            <a:extLst>
              <a:ext uri="{FF2B5EF4-FFF2-40B4-BE49-F238E27FC236}">
                <a16:creationId xmlns:a16="http://schemas.microsoft.com/office/drawing/2014/main" id="{D87CD696-E493-6293-DE48-A8BB78146859}"/>
              </a:ext>
            </a:extLst>
          </p:cNvPr>
          <p:cNvSpPr txBox="1"/>
          <p:nvPr/>
        </p:nvSpPr>
        <p:spPr>
          <a:xfrm>
            <a:off x="6541800" y="4118350"/>
            <a:ext cx="188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2413F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Huawei</a:t>
            </a:r>
          </a:p>
        </p:txBody>
      </p:sp>
      <p:pic>
        <p:nvPicPr>
          <p:cNvPr id="5" name="Picture 4" descr="MAC OS logo - Free computer icons">
            <a:extLst>
              <a:ext uri="{FF2B5EF4-FFF2-40B4-BE49-F238E27FC236}">
                <a16:creationId xmlns:a16="http://schemas.microsoft.com/office/drawing/2014/main" id="{4E3EEC85-9F44-FF3D-5F78-5111EE70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912" y="2912719"/>
            <a:ext cx="426276" cy="42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ndroid - Free social media icons">
            <a:extLst>
              <a:ext uri="{FF2B5EF4-FFF2-40B4-BE49-F238E27FC236}">
                <a16:creationId xmlns:a16="http://schemas.microsoft.com/office/drawing/2014/main" id="{A7363056-3809-8F47-82A6-F6535BA15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96" y="2912719"/>
            <a:ext cx="426276" cy="42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D7CF2D6-3A72-508F-94E1-F1E9E0759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88"/>
          <a:stretch>
            <a:fillRect/>
          </a:stretch>
        </p:blipFill>
        <p:spPr bwMode="auto">
          <a:xfrm>
            <a:off x="7257728" y="2946085"/>
            <a:ext cx="448643" cy="351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5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>
          <a:extLst>
            <a:ext uri="{FF2B5EF4-FFF2-40B4-BE49-F238E27FC236}">
              <a16:creationId xmlns:a16="http://schemas.microsoft.com/office/drawing/2014/main" id="{540D12F4-FBCC-2F58-2FA9-FF1377EE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64461950-966B-EFDE-4F2A-04B93C2D7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66" y="1384802"/>
            <a:ext cx="3495337" cy="319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5" name="Google Shape;755;p54">
            <a:extLst>
              <a:ext uri="{FF2B5EF4-FFF2-40B4-BE49-F238E27FC236}">
                <a16:creationId xmlns:a16="http://schemas.microsoft.com/office/drawing/2014/main" id="{3FE05D62-057B-AF31-E8E2-FA79E0E45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Mobile OS Market Shares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56" name="Google Shape;756;p54">
            <a:extLst>
              <a:ext uri="{FF2B5EF4-FFF2-40B4-BE49-F238E27FC236}">
                <a16:creationId xmlns:a16="http://schemas.microsoft.com/office/drawing/2014/main" id="{6168270E-C2DF-68D4-172C-ED063AD594E2}"/>
              </a:ext>
            </a:extLst>
          </p:cNvPr>
          <p:cNvSpPr txBox="1"/>
          <p:nvPr/>
        </p:nvSpPr>
        <p:spPr>
          <a:xfrm>
            <a:off x="4838750" y="4227542"/>
            <a:ext cx="16944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Data from </a:t>
            </a:r>
            <a:r>
              <a:rPr lang="en" sz="1200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/>
              </a:rPr>
              <a:t>GlobalStats</a:t>
            </a:r>
            <a:endParaRPr sz="1200"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57" name="Google Shape;757;p54">
            <a:extLst>
              <a:ext uri="{FF2B5EF4-FFF2-40B4-BE49-F238E27FC236}">
                <a16:creationId xmlns:a16="http://schemas.microsoft.com/office/drawing/2014/main" id="{A8015067-4190-C643-2DAE-A91858B9CB02}"/>
              </a:ext>
            </a:extLst>
          </p:cNvPr>
          <p:cNvSpPr txBox="1"/>
          <p:nvPr/>
        </p:nvSpPr>
        <p:spPr>
          <a:xfrm>
            <a:off x="728541" y="1900351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iOS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61" name="Google Shape;761;p54">
            <a:extLst>
              <a:ext uri="{FF2B5EF4-FFF2-40B4-BE49-F238E27FC236}">
                <a16:creationId xmlns:a16="http://schemas.microsoft.com/office/drawing/2014/main" id="{78300FF4-C553-F99E-3553-05944E9AC215}"/>
              </a:ext>
            </a:extLst>
          </p:cNvPr>
          <p:cNvSpPr txBox="1"/>
          <p:nvPr/>
        </p:nvSpPr>
        <p:spPr>
          <a:xfrm flipH="1">
            <a:off x="6736250" y="1900351"/>
            <a:ext cx="1694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Android</a:t>
            </a:r>
            <a:endParaRPr sz="2000" b="1" dirty="0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764" name="Google Shape;764;p54">
            <a:extLst>
              <a:ext uri="{FF2B5EF4-FFF2-40B4-BE49-F238E27FC236}">
                <a16:creationId xmlns:a16="http://schemas.microsoft.com/office/drawing/2014/main" id="{3EB5C5E3-35A3-4032-DDD2-BD71DE29AB83}"/>
              </a:ext>
            </a:extLst>
          </p:cNvPr>
          <p:cNvCxnSpPr>
            <a:cxnSpLocks/>
            <a:stCxn id="757" idx="3"/>
          </p:cNvCxnSpPr>
          <p:nvPr/>
        </p:nvCxnSpPr>
        <p:spPr>
          <a:xfrm>
            <a:off x="2422941" y="2127601"/>
            <a:ext cx="1442991" cy="1857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766" name="Google Shape;766;p54">
            <a:extLst>
              <a:ext uri="{FF2B5EF4-FFF2-40B4-BE49-F238E27FC236}">
                <a16:creationId xmlns:a16="http://schemas.microsoft.com/office/drawing/2014/main" id="{673D8975-E631-B05B-BE52-80A178C1F07C}"/>
              </a:ext>
            </a:extLst>
          </p:cNvPr>
          <p:cNvCxnSpPr>
            <a:stCxn id="761" idx="3"/>
          </p:cNvCxnSpPr>
          <p:nvPr/>
        </p:nvCxnSpPr>
        <p:spPr>
          <a:xfrm flipH="1">
            <a:off x="5685950" y="2127601"/>
            <a:ext cx="1050300" cy="732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767" name="Google Shape;767;p54">
            <a:extLst>
              <a:ext uri="{FF2B5EF4-FFF2-40B4-BE49-F238E27FC236}">
                <a16:creationId xmlns:a16="http://schemas.microsoft.com/office/drawing/2014/main" id="{53AF8F74-1B11-ABD0-24B6-7E6673FA00CB}"/>
              </a:ext>
            </a:extLst>
          </p:cNvPr>
          <p:cNvSpPr txBox="1"/>
          <p:nvPr/>
        </p:nvSpPr>
        <p:spPr>
          <a:xfrm>
            <a:off x="1675118" y="2127601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24.44%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68" name="Google Shape;768;p54">
            <a:extLst>
              <a:ext uri="{FF2B5EF4-FFF2-40B4-BE49-F238E27FC236}">
                <a16:creationId xmlns:a16="http://schemas.microsoft.com/office/drawing/2014/main" id="{8C6FFBE9-DD55-28A9-496B-C5AF8D150B00}"/>
              </a:ext>
            </a:extLst>
          </p:cNvPr>
          <p:cNvSpPr txBox="1"/>
          <p:nvPr/>
        </p:nvSpPr>
        <p:spPr>
          <a:xfrm>
            <a:off x="6969344" y="2162895"/>
            <a:ext cx="7746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75.18%</a:t>
            </a:r>
            <a:endParaRPr sz="2000" b="1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770" name="Google Shape;770;p54">
            <a:extLst>
              <a:ext uri="{FF2B5EF4-FFF2-40B4-BE49-F238E27FC236}">
                <a16:creationId xmlns:a16="http://schemas.microsoft.com/office/drawing/2014/main" id="{11959BD4-5A87-5BC2-AC79-827B9FEDFC9E}"/>
              </a:ext>
            </a:extLst>
          </p:cNvPr>
          <p:cNvSpPr/>
          <p:nvPr/>
        </p:nvSpPr>
        <p:spPr>
          <a:xfrm>
            <a:off x="4184204" y="2589483"/>
            <a:ext cx="7686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1" name="Google Shape;771;p54">
            <a:extLst>
              <a:ext uri="{FF2B5EF4-FFF2-40B4-BE49-F238E27FC236}">
                <a16:creationId xmlns:a16="http://schemas.microsoft.com/office/drawing/2014/main" id="{4953EC48-E0FB-657E-7167-A2B939FF8B2C}"/>
              </a:ext>
            </a:extLst>
          </p:cNvPr>
          <p:cNvGrpSpPr/>
          <p:nvPr/>
        </p:nvGrpSpPr>
        <p:grpSpPr>
          <a:xfrm rot="-5400000">
            <a:off x="4381423" y="2787788"/>
            <a:ext cx="374100" cy="374100"/>
            <a:chOff x="7854948" y="3207801"/>
            <a:chExt cx="374100" cy="374100"/>
          </a:xfrm>
        </p:grpSpPr>
        <p:sp>
          <p:nvSpPr>
            <p:cNvPr id="772" name="Google Shape;772;p54">
              <a:extLst>
                <a:ext uri="{FF2B5EF4-FFF2-40B4-BE49-F238E27FC236}">
                  <a16:creationId xmlns:a16="http://schemas.microsoft.com/office/drawing/2014/main" id="{D12CF2C1-A061-6F6B-5280-9290483CA1E0}"/>
                </a:ext>
              </a:extLst>
            </p:cNvPr>
            <p:cNvSpPr/>
            <p:nvPr/>
          </p:nvSpPr>
          <p:spPr>
            <a:xfrm>
              <a:off x="7854948" y="3207801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457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dirty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grpSp>
          <p:nvGrpSpPr>
            <p:cNvPr id="773" name="Google Shape;773;p54">
              <a:extLst>
                <a:ext uri="{FF2B5EF4-FFF2-40B4-BE49-F238E27FC236}">
                  <a16:creationId xmlns:a16="http://schemas.microsoft.com/office/drawing/2014/main" id="{CC6F606F-98A3-24FC-BE08-E561F3EB3694}"/>
                </a:ext>
              </a:extLst>
            </p:cNvPr>
            <p:cNvGrpSpPr/>
            <p:nvPr/>
          </p:nvGrpSpPr>
          <p:grpSpPr>
            <a:xfrm rot="5400000">
              <a:off x="7915838" y="3307288"/>
              <a:ext cx="252325" cy="175125"/>
              <a:chOff x="4159475" y="2501150"/>
              <a:chExt cx="252325" cy="175125"/>
            </a:xfrm>
          </p:grpSpPr>
          <p:sp>
            <p:nvSpPr>
              <p:cNvPr id="774" name="Google Shape;774;p54">
                <a:extLst>
                  <a:ext uri="{FF2B5EF4-FFF2-40B4-BE49-F238E27FC236}">
                    <a16:creationId xmlns:a16="http://schemas.microsoft.com/office/drawing/2014/main" id="{3F1F651F-0AC6-D047-40A8-9546CBE58793}"/>
                  </a:ext>
                </a:extLst>
              </p:cNvPr>
              <p:cNvSpPr/>
              <p:nvPr/>
            </p:nvSpPr>
            <p:spPr>
              <a:xfrm>
                <a:off x="4267550" y="2501150"/>
                <a:ext cx="1442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70" h="7005" extrusionOk="0">
                    <a:moveTo>
                      <a:pt x="1" y="1551"/>
                    </a:moveTo>
                    <a:lnTo>
                      <a:pt x="1" y="1"/>
                    </a:lnTo>
                    <a:lnTo>
                      <a:pt x="5770" y="3508"/>
                    </a:lnTo>
                    <a:lnTo>
                      <a:pt x="1" y="7005"/>
                    </a:lnTo>
                    <a:lnTo>
                      <a:pt x="1" y="5560"/>
                    </a:lnTo>
                    <a:lnTo>
                      <a:pt x="3194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54">
                <a:extLst>
                  <a:ext uri="{FF2B5EF4-FFF2-40B4-BE49-F238E27FC236}">
                    <a16:creationId xmlns:a16="http://schemas.microsoft.com/office/drawing/2014/main" id="{41FD667B-36D3-6BC5-0E52-76E2EFE0A0FC}"/>
                  </a:ext>
                </a:extLst>
              </p:cNvPr>
              <p:cNvSpPr/>
              <p:nvPr/>
            </p:nvSpPr>
            <p:spPr>
              <a:xfrm>
                <a:off x="4159475" y="2501150"/>
                <a:ext cx="143950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5758" h="7005" extrusionOk="0">
                    <a:moveTo>
                      <a:pt x="0" y="1551"/>
                    </a:moveTo>
                    <a:lnTo>
                      <a:pt x="0" y="1"/>
                    </a:lnTo>
                    <a:lnTo>
                      <a:pt x="5757" y="3508"/>
                    </a:lnTo>
                    <a:lnTo>
                      <a:pt x="0" y="7005"/>
                    </a:lnTo>
                    <a:lnTo>
                      <a:pt x="0" y="5560"/>
                    </a:lnTo>
                    <a:lnTo>
                      <a:pt x="3170" y="3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8877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D4413798-7CE5-2445-9422-E656B299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E2D9BFE9-3FC9-E1E9-75B3-9010941D3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Developed by Microsoft in 1985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Built to provide a GUI for MS-DOS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Windows NT – Windows New Technologies</a:t>
            </a:r>
          </a:p>
          <a:p>
            <a:pPr marL="91440" indent="0">
              <a:buNone/>
            </a:pPr>
            <a:endParaRPr lang="en-US" sz="2000" dirty="0"/>
          </a:p>
          <a:p>
            <a:pPr marL="91440" indent="0">
              <a:buNone/>
            </a:pPr>
            <a:r>
              <a:rPr lang="en-US" sz="2000" dirty="0"/>
              <a:t>Various editions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Home, Home Pro, Pro, Education, Enterprise, etc.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7E70B09C-2AEF-15B8-8B43-927749C62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Windows Operating Systems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632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216BF497-AC02-91D7-D6C0-5356A172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9E9D3400-03CD-9B5E-DD0D-0868CFAF19F7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Windows Operating Systems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7170" name="Picture 2" descr="Switching from Windows 10 to Windows 11 - main differences | PCWorld">
            <a:extLst>
              <a:ext uri="{FF2B5EF4-FFF2-40B4-BE49-F238E27FC236}">
                <a16:creationId xmlns:a16="http://schemas.microsoft.com/office/drawing/2014/main" id="{5E50A336-EDC8-00E1-A960-1CA28C594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392" y="1299165"/>
            <a:ext cx="5293216" cy="352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697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080F0133-B2DF-CFB2-AB54-FFA1E3BB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EC29F81A-927A-8B9C-B860-DA03E523BCDD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Windows Operating Systems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6150" name="Picture 6" descr="Windows Logo and symbol, meaning, history, PNG, brand">
            <a:extLst>
              <a:ext uri="{FF2B5EF4-FFF2-40B4-BE49-F238E27FC236}">
                <a16:creationId xmlns:a16="http://schemas.microsoft.com/office/drawing/2014/main" id="{BB2B09BF-69BB-B3BB-D988-8A6D632CA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449" y="1300765"/>
            <a:ext cx="4487336" cy="359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149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6887418D-EAD7-BD5B-A5D3-8BC9D793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CECD2A9F-6686-64A7-15F8-BC7598B76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Developed by Apple in 2001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Unix-like OS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Derived from OPENSTEP and FREEBSD</a:t>
            </a:r>
          </a:p>
          <a:p>
            <a:pPr marL="891540" lvl="1" indent="-342900"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Succeeds classic Mac OS</a:t>
            </a:r>
          </a:p>
          <a:p>
            <a:pPr marL="1348740" lvl="2" indent="-342900"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Used by the Macintosh Systems from 1984 - 2001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60249921-0519-3098-3811-80A57ACC2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 Operating System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845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8CDA3259-9FB9-35C0-6B55-3E888A2E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0E6A1CDB-0174-375B-C79C-AAE13523175C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Mac Operating System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9220" name="Picture 4" descr="macOS Basics: Navigating macOS">
            <a:extLst>
              <a:ext uri="{FF2B5EF4-FFF2-40B4-BE49-F238E27FC236}">
                <a16:creationId xmlns:a16="http://schemas.microsoft.com/office/drawing/2014/main" id="{F7191AB8-17AA-619D-BB79-B07AD5048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293" y="1349866"/>
            <a:ext cx="6341414" cy="356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197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1B95C82F-C642-BB30-CA10-C124F99F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B2130D8F-B35F-8386-AB8E-6E4EA8811A1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Mac Operating System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01F1D-D225-FE8F-517D-FEC8D5B6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3" y="1411529"/>
            <a:ext cx="7173530" cy="32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17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5841C81A-7C46-64B5-3787-65425BC0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5E453111-A51E-3D6F-3CDE-409905D8B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UNIX is NOT LINUX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Unix is proprietary, but other OS can be described as Unix-like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Unix was developed by Ken Thompson and Dennie Ritchie in the 1960s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Default Shell is the Bourne Shell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0BD7162F-7646-10DF-01CA-FBDF62883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Linux Operating Systems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753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EA866B16-AE36-1670-962E-D53E4E8F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6D963DBF-175F-063F-E188-55B62F8813B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Unix Evolution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0244" name="Picture 4" descr="undefined">
            <a:extLst>
              <a:ext uri="{FF2B5EF4-FFF2-40B4-BE49-F238E27FC236}">
                <a16:creationId xmlns:a16="http://schemas.microsoft.com/office/drawing/2014/main" id="{35E718FE-AC4C-42C8-41DF-52A10F0D3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24" y="1293517"/>
            <a:ext cx="6490952" cy="365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363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C72155DB-1DE6-02DB-1BE6-DA408F01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8DDBD6DB-9530-BD27-9379-91247F7FF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Linux was developed by Linux Torvalds in the 1990s and is typically characterized as free and open-source.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Ubuntu, Debian, Solaris, RedHat, Arch, etc.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Default shell is the Bourne Again Shell (BASH)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BB3C92DA-3FAB-47E1-FA1B-2C7E11385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Linux Operating Systems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695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E8EDDF27-60CC-7086-C678-F6E3071E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E4985EB0-DD57-55E1-D5E2-2FC04855302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Linux Operating Systems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1266" name="Picture 2" descr="Top Linux Desktop Environments That Will Make Your Linux Great Again | by  Technology Moment | Medium">
            <a:extLst>
              <a:ext uri="{FF2B5EF4-FFF2-40B4-BE49-F238E27FC236}">
                <a16:creationId xmlns:a16="http://schemas.microsoft.com/office/drawing/2014/main" id="{3BE0E77E-2CD2-2502-A7C9-CC7EB9E81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152" y="1292982"/>
            <a:ext cx="6677696" cy="375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266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1EA2664A-B705-0995-A357-290ECE5B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A2884586-BB98-C1EC-D7CC-93B67E7C223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Linux Operating Systems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2290" name="Picture 2" descr="Linux Distributions Timeline, but reduced to the top 50 distributions on  Distrowatch and their ancestors : r/linux">
            <a:hlinkClick r:id="rId3"/>
            <a:extLst>
              <a:ext uri="{FF2B5EF4-FFF2-40B4-BE49-F238E27FC236}">
                <a16:creationId xmlns:a16="http://schemas.microsoft.com/office/drawing/2014/main" id="{39DCF04F-CD47-81BA-2EFA-8CD59CBEF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68" y="1315683"/>
            <a:ext cx="8042856" cy="355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627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A81E2EAF-CB26-3E2D-2F19-2BD22178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AD2F8B58-D483-51E5-9DF6-670A872C7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Security-perspective 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Need be aware of different types of OS, the underlying differences, and limitations between all.</a:t>
            </a:r>
          </a:p>
          <a:p>
            <a:pPr marL="548640" lvl="1" indent="0">
              <a:buNone/>
            </a:pPr>
            <a:endParaRPr lang="en-US" sz="1200" dirty="0"/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Need to be able to communicate to other professionals, as well as average users.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Hardening/Defense begins with the OS, and understanding attack vectors requires OS knowledge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D6A8D93E-F705-DC38-F195-FF73E432B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do we care?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91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82280B27-B868-CC4B-DB75-9EA098B5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9AC0F73F-C351-E3A0-AE6F-509E08FB2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34340" indent="-342900">
              <a:buFont typeface="Wingdings" panose="05000000000000000000" pitchFamily="2" charset="2"/>
              <a:buChar char="§"/>
            </a:pPr>
            <a:r>
              <a:rPr lang="en-US" sz="2000" dirty="0"/>
              <a:t>Greater support for open-source/customizable tooling, especially in the networking/cybersecurity space.</a:t>
            </a:r>
          </a:p>
          <a:p>
            <a:pPr marL="434340" indent="-34290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434340" indent="-342900">
              <a:buFont typeface="Wingdings" panose="05000000000000000000" pitchFamily="2" charset="2"/>
              <a:buChar char="§"/>
            </a:pPr>
            <a:r>
              <a:rPr lang="en-US" sz="2000" dirty="0"/>
              <a:t>Many Linux Distributions that are </a:t>
            </a:r>
            <a:r>
              <a:rPr lang="en-US" sz="2000" i="1" dirty="0"/>
              <a:t>not</a:t>
            </a:r>
            <a:r>
              <a:rPr lang="en-US" sz="2000" dirty="0"/>
              <a:t> general-purpose OS and instead have a specific-purpose and come preinstalled with useful software.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Kali Linux, </a:t>
            </a:r>
            <a:r>
              <a:rPr lang="en-US" sz="2000" dirty="0" err="1"/>
              <a:t>ParrotOS</a:t>
            </a:r>
            <a:r>
              <a:rPr lang="en-US" sz="2000" dirty="0"/>
              <a:t>, </a:t>
            </a:r>
            <a:r>
              <a:rPr lang="en-US" sz="2000" dirty="0" err="1"/>
              <a:t>BlackArch</a:t>
            </a:r>
            <a:endParaRPr lang="en-US" sz="2000" dirty="0"/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Security Onion, SIFT Workstations (Forensics), </a:t>
            </a:r>
            <a:r>
              <a:rPr lang="en-US" sz="2000" dirty="0" err="1"/>
              <a:t>REMnux</a:t>
            </a:r>
            <a:r>
              <a:rPr lang="en-US" sz="2000" dirty="0"/>
              <a:t> (Reverse Engineering)</a:t>
            </a:r>
          </a:p>
          <a:p>
            <a:pPr marL="434340" indent="-34290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67E54CB4-5931-99C3-0E8E-07F52CD360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do we care about Linux?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784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DD6A8B72-5A1C-6A52-D3A1-3DCB0267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>
            <a:extLst>
              <a:ext uri="{FF2B5EF4-FFF2-40B4-BE49-F238E27FC236}">
                <a16:creationId xmlns:a16="http://schemas.microsoft.com/office/drawing/2014/main" id="{B4C48D76-D4B9-4505-FB76-C829E06B0F15}"/>
              </a:ext>
            </a:extLst>
          </p:cNvPr>
          <p:cNvSpPr/>
          <p:nvPr/>
        </p:nvSpPr>
        <p:spPr>
          <a:xfrm>
            <a:off x="3579150" y="565186"/>
            <a:ext cx="1985700" cy="1990800"/>
          </a:xfrm>
          <a:prstGeom prst="bevel">
            <a:avLst>
              <a:gd name="adj" fmla="val 9055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">
            <a:extLst>
              <a:ext uri="{FF2B5EF4-FFF2-40B4-BE49-F238E27FC236}">
                <a16:creationId xmlns:a16="http://schemas.microsoft.com/office/drawing/2014/main" id="{9AC767E6-3FA1-B32C-CA38-BCE79E6AE2D5}"/>
              </a:ext>
            </a:extLst>
          </p:cNvPr>
          <p:cNvSpPr/>
          <p:nvPr/>
        </p:nvSpPr>
        <p:spPr>
          <a:xfrm>
            <a:off x="1981040" y="3832845"/>
            <a:ext cx="51930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3">
            <a:extLst>
              <a:ext uri="{FF2B5EF4-FFF2-40B4-BE49-F238E27FC236}">
                <a16:creationId xmlns:a16="http://schemas.microsoft.com/office/drawing/2014/main" id="{21801502-681D-69EF-2BCC-478578330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625" y="2594282"/>
            <a:ext cx="4435500" cy="11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OS Security</a:t>
            </a:r>
            <a:endParaRPr dirty="0"/>
          </a:p>
        </p:txBody>
      </p:sp>
      <p:sp>
        <p:nvSpPr>
          <p:cNvPr id="412" name="Google Shape;412;p43">
            <a:extLst>
              <a:ext uri="{FF2B5EF4-FFF2-40B4-BE49-F238E27FC236}">
                <a16:creationId xmlns:a16="http://schemas.microsoft.com/office/drawing/2014/main" id="{7EA3C214-3DAD-E8FA-B09B-472EACABE9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55622" y="3990563"/>
            <a:ext cx="44355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p43">
            <a:extLst>
              <a:ext uri="{FF2B5EF4-FFF2-40B4-BE49-F238E27FC236}">
                <a16:creationId xmlns:a16="http://schemas.microsoft.com/office/drawing/2014/main" id="{F436C212-38FD-2D6B-6F51-0DA48F227A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82272" y="876407"/>
            <a:ext cx="15822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14" name="Google Shape;414;p43">
            <a:extLst>
              <a:ext uri="{FF2B5EF4-FFF2-40B4-BE49-F238E27FC236}">
                <a16:creationId xmlns:a16="http://schemas.microsoft.com/office/drawing/2014/main" id="{ACF058BA-A5F1-EDB8-856D-D650540A66EA}"/>
              </a:ext>
            </a:extLst>
          </p:cNvPr>
          <p:cNvGrpSpPr/>
          <p:nvPr/>
        </p:nvGrpSpPr>
        <p:grpSpPr>
          <a:xfrm>
            <a:off x="7288342" y="3830770"/>
            <a:ext cx="768600" cy="770700"/>
            <a:chOff x="7657704" y="3832845"/>
            <a:chExt cx="768600" cy="770700"/>
          </a:xfrm>
        </p:grpSpPr>
        <p:sp>
          <p:nvSpPr>
            <p:cNvPr id="415" name="Google Shape;415;p43">
              <a:extLst>
                <a:ext uri="{FF2B5EF4-FFF2-40B4-BE49-F238E27FC236}">
                  <a16:creationId xmlns:a16="http://schemas.microsoft.com/office/drawing/2014/main" id="{EB0E2EE9-45C4-5E24-BB2A-5CA38423568A}"/>
                </a:ext>
              </a:extLst>
            </p:cNvPr>
            <p:cNvSpPr/>
            <p:nvPr/>
          </p:nvSpPr>
          <p:spPr>
            <a:xfrm>
              <a:off x="7657704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>
              <a:extLst>
                <a:ext uri="{FF2B5EF4-FFF2-40B4-BE49-F238E27FC236}">
                  <a16:creationId xmlns:a16="http://schemas.microsoft.com/office/drawing/2014/main" id="{45F5E325-CE09-27B8-2140-C213973E42E6}"/>
                </a:ext>
              </a:extLst>
            </p:cNvPr>
            <p:cNvSpPr/>
            <p:nvPr/>
          </p:nvSpPr>
          <p:spPr>
            <a:xfrm>
              <a:off x="7902433" y="4061610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43">
            <a:extLst>
              <a:ext uri="{FF2B5EF4-FFF2-40B4-BE49-F238E27FC236}">
                <a16:creationId xmlns:a16="http://schemas.microsoft.com/office/drawing/2014/main" id="{BE01372B-FE81-DF15-7A63-75DC08340C16}"/>
              </a:ext>
            </a:extLst>
          </p:cNvPr>
          <p:cNvGrpSpPr/>
          <p:nvPr/>
        </p:nvGrpSpPr>
        <p:grpSpPr>
          <a:xfrm>
            <a:off x="1098151" y="3830770"/>
            <a:ext cx="768600" cy="770700"/>
            <a:chOff x="5980776" y="3832845"/>
            <a:chExt cx="768600" cy="770700"/>
          </a:xfrm>
        </p:grpSpPr>
        <p:sp>
          <p:nvSpPr>
            <p:cNvPr id="418" name="Google Shape;418;p43">
              <a:extLst>
                <a:ext uri="{FF2B5EF4-FFF2-40B4-BE49-F238E27FC236}">
                  <a16:creationId xmlns:a16="http://schemas.microsoft.com/office/drawing/2014/main" id="{2FAD760B-AF83-0E52-271D-BFE1C8AA4443}"/>
                </a:ext>
              </a:extLst>
            </p:cNvPr>
            <p:cNvSpPr/>
            <p:nvPr/>
          </p:nvSpPr>
          <p:spPr>
            <a:xfrm>
              <a:off x="5980776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>
              <a:extLst>
                <a:ext uri="{FF2B5EF4-FFF2-40B4-BE49-F238E27FC236}">
                  <a16:creationId xmlns:a16="http://schemas.microsoft.com/office/drawing/2014/main" id="{9C12CA80-1929-5585-FB58-214206C6FD82}"/>
                </a:ext>
              </a:extLst>
            </p:cNvPr>
            <p:cNvSpPr/>
            <p:nvPr/>
          </p:nvSpPr>
          <p:spPr>
            <a:xfrm rot="10800000">
              <a:off x="6225421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88210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32FE3100-F915-8B36-C2A1-0BCD9D7B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>
            <a:extLst>
              <a:ext uri="{FF2B5EF4-FFF2-40B4-BE49-F238E27FC236}">
                <a16:creationId xmlns:a16="http://schemas.microsoft.com/office/drawing/2014/main" id="{70E59BF3-5B4F-2B5E-5877-255D8B3FDF06}"/>
              </a:ext>
            </a:extLst>
          </p:cNvPr>
          <p:cNvSpPr/>
          <p:nvPr/>
        </p:nvSpPr>
        <p:spPr>
          <a:xfrm>
            <a:off x="6975750" y="200805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6">
            <a:extLst>
              <a:ext uri="{FF2B5EF4-FFF2-40B4-BE49-F238E27FC236}">
                <a16:creationId xmlns:a16="http://schemas.microsoft.com/office/drawing/2014/main" id="{05826BD0-B45C-0958-D0D9-E3F6D035B5F2}"/>
              </a:ext>
            </a:extLst>
          </p:cNvPr>
          <p:cNvSpPr/>
          <p:nvPr/>
        </p:nvSpPr>
        <p:spPr>
          <a:xfrm>
            <a:off x="4193082" y="2008057"/>
            <a:ext cx="7686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6">
            <a:extLst>
              <a:ext uri="{FF2B5EF4-FFF2-40B4-BE49-F238E27FC236}">
                <a16:creationId xmlns:a16="http://schemas.microsoft.com/office/drawing/2014/main" id="{C0DC8FCF-1FB4-A4CA-8838-77D916E8FA3C}"/>
              </a:ext>
            </a:extLst>
          </p:cNvPr>
          <p:cNvSpPr/>
          <p:nvPr/>
        </p:nvSpPr>
        <p:spPr>
          <a:xfrm>
            <a:off x="1399650" y="2008057"/>
            <a:ext cx="7686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9C8703F4-D21E-77AF-BA7A-BB395736859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68" name="Google Shape;468;p46">
            <a:extLst>
              <a:ext uri="{FF2B5EF4-FFF2-40B4-BE49-F238E27FC236}">
                <a16:creationId xmlns:a16="http://schemas.microsoft.com/office/drawing/2014/main" id="{376A038D-E2E0-90C9-64A5-0A8A0516D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Principle of Least Privilege</a:t>
            </a:r>
            <a:endParaRPr dirty="0"/>
          </a:p>
        </p:txBody>
      </p:sp>
      <p:sp>
        <p:nvSpPr>
          <p:cNvPr id="469" name="Google Shape;469;p46">
            <a:extLst>
              <a:ext uri="{FF2B5EF4-FFF2-40B4-BE49-F238E27FC236}">
                <a16:creationId xmlns:a16="http://schemas.microsoft.com/office/drawing/2014/main" id="{7A397B08-6C75-E993-E067-CBC37C97FE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430899"/>
            <a:ext cx="2127900" cy="14254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Give only the absolute minimum permissions necessary to perform a required task/function</a:t>
            </a:r>
            <a:endParaRPr dirty="0"/>
          </a:p>
        </p:txBody>
      </p:sp>
      <p:sp>
        <p:nvSpPr>
          <p:cNvPr id="470" name="Google Shape;470;p46">
            <a:extLst>
              <a:ext uri="{FF2B5EF4-FFF2-40B4-BE49-F238E27FC236}">
                <a16:creationId xmlns:a16="http://schemas.microsoft.com/office/drawing/2014/main" id="{39D0F78C-27C4-71A1-3913-40CF999A2B7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09491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Defense in Depth</a:t>
            </a:r>
            <a:endParaRPr dirty="0"/>
          </a:p>
        </p:txBody>
      </p:sp>
      <p:sp>
        <p:nvSpPr>
          <p:cNvPr id="471" name="Google Shape;471;p46">
            <a:extLst>
              <a:ext uri="{FF2B5EF4-FFF2-40B4-BE49-F238E27FC236}">
                <a16:creationId xmlns:a16="http://schemas.microsoft.com/office/drawing/2014/main" id="{3265F2AF-561D-AD2B-DFED-029E7287E99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509491" y="3430900"/>
            <a:ext cx="2127900" cy="1508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Multiple layers of security controls should be implemented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(Physical, Technical, Administrative)</a:t>
            </a:r>
            <a:endParaRPr dirty="0"/>
          </a:p>
        </p:txBody>
      </p:sp>
      <p:sp>
        <p:nvSpPr>
          <p:cNvPr id="472" name="Google Shape;472;p46">
            <a:extLst>
              <a:ext uri="{FF2B5EF4-FFF2-40B4-BE49-F238E27FC236}">
                <a16:creationId xmlns:a16="http://schemas.microsoft.com/office/drawing/2014/main" id="{FC2917AD-349C-CBCC-CAA6-43A1548E1F4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296100" y="3430900"/>
            <a:ext cx="2127900" cy="9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Security should </a:t>
            </a:r>
            <a:r>
              <a:rPr lang="en-US" i="1" dirty="0"/>
              <a:t>not</a:t>
            </a:r>
            <a:r>
              <a:rPr lang="en-US" dirty="0"/>
              <a:t> depend on secrecy of its design.</a:t>
            </a:r>
          </a:p>
        </p:txBody>
      </p:sp>
      <p:grpSp>
        <p:nvGrpSpPr>
          <p:cNvPr id="473" name="Google Shape;473;p46">
            <a:extLst>
              <a:ext uri="{FF2B5EF4-FFF2-40B4-BE49-F238E27FC236}">
                <a16:creationId xmlns:a16="http://schemas.microsoft.com/office/drawing/2014/main" id="{4855D637-10CC-EAF1-0693-9DD0455CF23A}"/>
              </a:ext>
            </a:extLst>
          </p:cNvPr>
          <p:cNvGrpSpPr/>
          <p:nvPr/>
        </p:nvGrpSpPr>
        <p:grpSpPr>
          <a:xfrm>
            <a:off x="4421145" y="2203253"/>
            <a:ext cx="355991" cy="380293"/>
            <a:chOff x="7243978" y="1565825"/>
            <a:chExt cx="355991" cy="380293"/>
          </a:xfrm>
        </p:grpSpPr>
        <p:sp>
          <p:nvSpPr>
            <p:cNvPr id="474" name="Google Shape;474;p46">
              <a:extLst>
                <a:ext uri="{FF2B5EF4-FFF2-40B4-BE49-F238E27FC236}">
                  <a16:creationId xmlns:a16="http://schemas.microsoft.com/office/drawing/2014/main" id="{1EF228B3-A90E-E812-7A02-D452A62B1A9E}"/>
                </a:ext>
              </a:extLst>
            </p:cNvPr>
            <p:cNvSpPr/>
            <p:nvPr/>
          </p:nvSpPr>
          <p:spPr>
            <a:xfrm>
              <a:off x="7309289" y="1849752"/>
              <a:ext cx="87151" cy="21805"/>
            </a:xfrm>
            <a:custGeom>
              <a:avLst/>
              <a:gdLst/>
              <a:ahLst/>
              <a:cxnLst/>
              <a:rect l="l" t="t" r="r" b="b"/>
              <a:pathLst>
                <a:path w="2478" h="620" extrusionOk="0">
                  <a:moveTo>
                    <a:pt x="1" y="1"/>
                  </a:moveTo>
                  <a:lnTo>
                    <a:pt x="1" y="620"/>
                  </a:lnTo>
                  <a:lnTo>
                    <a:pt x="2477" y="620"/>
                  </a:lnTo>
                  <a:lnTo>
                    <a:pt x="24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6">
              <a:extLst>
                <a:ext uri="{FF2B5EF4-FFF2-40B4-BE49-F238E27FC236}">
                  <a16:creationId xmlns:a16="http://schemas.microsoft.com/office/drawing/2014/main" id="{1F5DC50E-F072-F7EE-CF90-8AD3089414E8}"/>
                </a:ext>
              </a:extLst>
            </p:cNvPr>
            <p:cNvSpPr/>
            <p:nvPr/>
          </p:nvSpPr>
          <p:spPr>
            <a:xfrm>
              <a:off x="7243978" y="1565825"/>
              <a:ext cx="355991" cy="380293"/>
            </a:xfrm>
            <a:custGeom>
              <a:avLst/>
              <a:gdLst/>
              <a:ahLst/>
              <a:cxnLst/>
              <a:rect l="l" t="t" r="r" b="b"/>
              <a:pathLst>
                <a:path w="10122" h="10813" extrusionOk="0">
                  <a:moveTo>
                    <a:pt x="7502" y="7597"/>
                  </a:moveTo>
                  <a:cubicBezTo>
                    <a:pt x="8026" y="7597"/>
                    <a:pt x="8526" y="7645"/>
                    <a:pt x="8931" y="7764"/>
                  </a:cubicBezTo>
                  <a:cubicBezTo>
                    <a:pt x="9288" y="7859"/>
                    <a:pt x="9431" y="7978"/>
                    <a:pt x="9478" y="8026"/>
                  </a:cubicBezTo>
                  <a:cubicBezTo>
                    <a:pt x="9431" y="8097"/>
                    <a:pt x="9288" y="8193"/>
                    <a:pt x="8931" y="8312"/>
                  </a:cubicBezTo>
                  <a:cubicBezTo>
                    <a:pt x="8526" y="8431"/>
                    <a:pt x="8026" y="8479"/>
                    <a:pt x="7502" y="8479"/>
                  </a:cubicBezTo>
                  <a:cubicBezTo>
                    <a:pt x="6954" y="8479"/>
                    <a:pt x="6454" y="8431"/>
                    <a:pt x="6073" y="8312"/>
                  </a:cubicBezTo>
                  <a:cubicBezTo>
                    <a:pt x="5716" y="8217"/>
                    <a:pt x="5549" y="8097"/>
                    <a:pt x="5501" y="8026"/>
                  </a:cubicBezTo>
                  <a:cubicBezTo>
                    <a:pt x="5549" y="7978"/>
                    <a:pt x="5716" y="7883"/>
                    <a:pt x="6073" y="7764"/>
                  </a:cubicBezTo>
                  <a:cubicBezTo>
                    <a:pt x="6454" y="7645"/>
                    <a:pt x="6954" y="7597"/>
                    <a:pt x="7502" y="7597"/>
                  </a:cubicBezTo>
                  <a:close/>
                  <a:moveTo>
                    <a:pt x="5406" y="644"/>
                  </a:moveTo>
                  <a:lnTo>
                    <a:pt x="5406" y="7312"/>
                  </a:lnTo>
                  <a:cubicBezTo>
                    <a:pt x="4930" y="7550"/>
                    <a:pt x="4834" y="7836"/>
                    <a:pt x="4834" y="8002"/>
                  </a:cubicBezTo>
                  <a:lnTo>
                    <a:pt x="4834" y="9741"/>
                  </a:lnTo>
                  <a:cubicBezTo>
                    <a:pt x="4834" y="9860"/>
                    <a:pt x="4882" y="10003"/>
                    <a:pt x="5025" y="10146"/>
                  </a:cubicBezTo>
                  <a:lnTo>
                    <a:pt x="619" y="10146"/>
                  </a:lnTo>
                  <a:lnTo>
                    <a:pt x="619" y="644"/>
                  </a:lnTo>
                  <a:close/>
                  <a:moveTo>
                    <a:pt x="9478" y="8740"/>
                  </a:moveTo>
                  <a:lnTo>
                    <a:pt x="9478" y="9741"/>
                  </a:lnTo>
                  <a:cubicBezTo>
                    <a:pt x="9454" y="9764"/>
                    <a:pt x="9312" y="9884"/>
                    <a:pt x="8931" y="10003"/>
                  </a:cubicBezTo>
                  <a:cubicBezTo>
                    <a:pt x="8526" y="10122"/>
                    <a:pt x="8026" y="10169"/>
                    <a:pt x="7502" y="10169"/>
                  </a:cubicBezTo>
                  <a:cubicBezTo>
                    <a:pt x="6954" y="10169"/>
                    <a:pt x="6454" y="10122"/>
                    <a:pt x="6073" y="10003"/>
                  </a:cubicBezTo>
                  <a:cubicBezTo>
                    <a:pt x="5668" y="9884"/>
                    <a:pt x="5525" y="9764"/>
                    <a:pt x="5501" y="9741"/>
                  </a:cubicBezTo>
                  <a:lnTo>
                    <a:pt x="5501" y="8740"/>
                  </a:lnTo>
                  <a:cubicBezTo>
                    <a:pt x="5597" y="8788"/>
                    <a:pt x="5644" y="8812"/>
                    <a:pt x="5763" y="8836"/>
                  </a:cubicBezTo>
                  <a:cubicBezTo>
                    <a:pt x="6240" y="8979"/>
                    <a:pt x="6835" y="9074"/>
                    <a:pt x="7502" y="9074"/>
                  </a:cubicBezTo>
                  <a:cubicBezTo>
                    <a:pt x="8145" y="9074"/>
                    <a:pt x="8740" y="8979"/>
                    <a:pt x="9216" y="8836"/>
                  </a:cubicBezTo>
                  <a:lnTo>
                    <a:pt x="9478" y="8740"/>
                  </a:lnTo>
                  <a:close/>
                  <a:moveTo>
                    <a:pt x="0" y="1"/>
                  </a:moveTo>
                  <a:lnTo>
                    <a:pt x="0" y="10812"/>
                  </a:lnTo>
                  <a:lnTo>
                    <a:pt x="7502" y="10812"/>
                  </a:lnTo>
                  <a:cubicBezTo>
                    <a:pt x="8145" y="10812"/>
                    <a:pt x="8740" y="10717"/>
                    <a:pt x="9216" y="10574"/>
                  </a:cubicBezTo>
                  <a:cubicBezTo>
                    <a:pt x="9955" y="10312"/>
                    <a:pt x="10121" y="9979"/>
                    <a:pt x="10121" y="9717"/>
                  </a:cubicBezTo>
                  <a:lnTo>
                    <a:pt x="10121" y="8002"/>
                  </a:lnTo>
                  <a:cubicBezTo>
                    <a:pt x="10121" y="7764"/>
                    <a:pt x="9955" y="7407"/>
                    <a:pt x="9216" y="7169"/>
                  </a:cubicBezTo>
                  <a:cubicBezTo>
                    <a:pt x="8740" y="7026"/>
                    <a:pt x="8145" y="6931"/>
                    <a:pt x="7502" y="6931"/>
                  </a:cubicBezTo>
                  <a:cubicBezTo>
                    <a:pt x="6978" y="6931"/>
                    <a:pt x="6478" y="7002"/>
                    <a:pt x="6073" y="7073"/>
                  </a:cubicBezTo>
                  <a:lnTo>
                    <a:pt x="60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6">
              <a:extLst>
                <a:ext uri="{FF2B5EF4-FFF2-40B4-BE49-F238E27FC236}">
                  <a16:creationId xmlns:a16="http://schemas.microsoft.com/office/drawing/2014/main" id="{AACE2F27-02AE-BC16-C7E0-1C6AACBD329A}"/>
                </a:ext>
              </a:extLst>
            </p:cNvPr>
            <p:cNvSpPr/>
            <p:nvPr/>
          </p:nvSpPr>
          <p:spPr>
            <a:xfrm>
              <a:off x="7543802" y="1887454"/>
              <a:ext cx="25182" cy="21805"/>
            </a:xfrm>
            <a:custGeom>
              <a:avLst/>
              <a:gdLst/>
              <a:ahLst/>
              <a:cxnLst/>
              <a:rect l="l" t="t" r="r" b="b"/>
              <a:pathLst>
                <a:path w="716" h="620" extrusionOk="0">
                  <a:moveTo>
                    <a:pt x="358" y="0"/>
                  </a:moveTo>
                  <a:cubicBezTo>
                    <a:pt x="215" y="0"/>
                    <a:pt x="96" y="72"/>
                    <a:pt x="72" y="238"/>
                  </a:cubicBezTo>
                  <a:cubicBezTo>
                    <a:pt x="1" y="429"/>
                    <a:pt x="191" y="619"/>
                    <a:pt x="358" y="619"/>
                  </a:cubicBezTo>
                  <a:cubicBezTo>
                    <a:pt x="525" y="619"/>
                    <a:pt x="644" y="524"/>
                    <a:pt x="668" y="381"/>
                  </a:cubicBezTo>
                  <a:cubicBezTo>
                    <a:pt x="715" y="167"/>
                    <a:pt x="548" y="0"/>
                    <a:pt x="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6">
              <a:extLst>
                <a:ext uri="{FF2B5EF4-FFF2-40B4-BE49-F238E27FC236}">
                  <a16:creationId xmlns:a16="http://schemas.microsoft.com/office/drawing/2014/main" id="{D96167DE-519F-C509-F8AB-118920816BCF}"/>
                </a:ext>
              </a:extLst>
            </p:cNvPr>
            <p:cNvSpPr/>
            <p:nvPr/>
          </p:nvSpPr>
          <p:spPr>
            <a:xfrm>
              <a:off x="7299230" y="1617771"/>
              <a:ext cx="103892" cy="22649"/>
            </a:xfrm>
            <a:custGeom>
              <a:avLst/>
              <a:gdLst/>
              <a:ahLst/>
              <a:cxnLst/>
              <a:rect l="l" t="t" r="r" b="b"/>
              <a:pathLst>
                <a:path w="2954" h="644" extrusionOk="0">
                  <a:moveTo>
                    <a:pt x="1" y="0"/>
                  </a:moveTo>
                  <a:lnTo>
                    <a:pt x="1" y="643"/>
                  </a:lnTo>
                  <a:lnTo>
                    <a:pt x="2954" y="643"/>
                  </a:lnTo>
                  <a:lnTo>
                    <a:pt x="2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6">
              <a:extLst>
                <a:ext uri="{FF2B5EF4-FFF2-40B4-BE49-F238E27FC236}">
                  <a16:creationId xmlns:a16="http://schemas.microsoft.com/office/drawing/2014/main" id="{A604F30A-2306-ECFC-632B-1F92155E80EF}"/>
                </a:ext>
              </a:extLst>
            </p:cNvPr>
            <p:cNvSpPr/>
            <p:nvPr/>
          </p:nvSpPr>
          <p:spPr>
            <a:xfrm>
              <a:off x="7299230" y="1662999"/>
              <a:ext cx="103892" cy="21805"/>
            </a:xfrm>
            <a:custGeom>
              <a:avLst/>
              <a:gdLst/>
              <a:ahLst/>
              <a:cxnLst/>
              <a:rect l="l" t="t" r="r" b="b"/>
              <a:pathLst>
                <a:path w="2954" h="620" extrusionOk="0">
                  <a:moveTo>
                    <a:pt x="1" y="0"/>
                  </a:moveTo>
                  <a:lnTo>
                    <a:pt x="1" y="619"/>
                  </a:lnTo>
                  <a:lnTo>
                    <a:pt x="2954" y="619"/>
                  </a:lnTo>
                  <a:lnTo>
                    <a:pt x="2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6">
              <a:extLst>
                <a:ext uri="{FF2B5EF4-FFF2-40B4-BE49-F238E27FC236}">
                  <a16:creationId xmlns:a16="http://schemas.microsoft.com/office/drawing/2014/main" id="{EC620018-910F-F60F-41D2-570E244840A6}"/>
                </a:ext>
              </a:extLst>
            </p:cNvPr>
            <p:cNvSpPr/>
            <p:nvPr/>
          </p:nvSpPr>
          <p:spPr>
            <a:xfrm>
              <a:off x="7299230" y="1708228"/>
              <a:ext cx="103892" cy="21805"/>
            </a:xfrm>
            <a:custGeom>
              <a:avLst/>
              <a:gdLst/>
              <a:ahLst/>
              <a:cxnLst/>
              <a:rect l="l" t="t" r="r" b="b"/>
              <a:pathLst>
                <a:path w="2954" h="620" extrusionOk="0">
                  <a:moveTo>
                    <a:pt x="1" y="0"/>
                  </a:moveTo>
                  <a:lnTo>
                    <a:pt x="1" y="619"/>
                  </a:lnTo>
                  <a:lnTo>
                    <a:pt x="2954" y="619"/>
                  </a:lnTo>
                  <a:lnTo>
                    <a:pt x="2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6">
              <a:extLst>
                <a:ext uri="{FF2B5EF4-FFF2-40B4-BE49-F238E27FC236}">
                  <a16:creationId xmlns:a16="http://schemas.microsoft.com/office/drawing/2014/main" id="{7C4AAD88-0BAF-6803-AAA7-3B5B89A268BA}"/>
                </a:ext>
              </a:extLst>
            </p:cNvPr>
            <p:cNvSpPr/>
            <p:nvPr/>
          </p:nvSpPr>
          <p:spPr>
            <a:xfrm>
              <a:off x="7333591" y="1776880"/>
              <a:ext cx="27679" cy="22649"/>
            </a:xfrm>
            <a:custGeom>
              <a:avLst/>
              <a:gdLst/>
              <a:ahLst/>
              <a:cxnLst/>
              <a:rect l="l" t="t" r="r" b="b"/>
              <a:pathLst>
                <a:path w="787" h="644" extrusionOk="0">
                  <a:moveTo>
                    <a:pt x="381" y="1"/>
                  </a:moveTo>
                  <a:cubicBezTo>
                    <a:pt x="238" y="1"/>
                    <a:pt x="119" y="96"/>
                    <a:pt x="96" y="215"/>
                  </a:cubicBezTo>
                  <a:cubicBezTo>
                    <a:pt x="0" y="453"/>
                    <a:pt x="143" y="644"/>
                    <a:pt x="381" y="644"/>
                  </a:cubicBezTo>
                  <a:cubicBezTo>
                    <a:pt x="596" y="644"/>
                    <a:pt x="786" y="406"/>
                    <a:pt x="691" y="191"/>
                  </a:cubicBezTo>
                  <a:cubicBezTo>
                    <a:pt x="619" y="72"/>
                    <a:pt x="548" y="1"/>
                    <a:pt x="4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" name="Google Shape;481;p46">
            <a:extLst>
              <a:ext uri="{FF2B5EF4-FFF2-40B4-BE49-F238E27FC236}">
                <a16:creationId xmlns:a16="http://schemas.microsoft.com/office/drawing/2014/main" id="{EBC5F64E-2CBA-5E10-1808-6C9CBF21D835}"/>
              </a:ext>
            </a:extLst>
          </p:cNvPr>
          <p:cNvGrpSpPr/>
          <p:nvPr/>
        </p:nvGrpSpPr>
        <p:grpSpPr>
          <a:xfrm>
            <a:off x="1593803" y="2226290"/>
            <a:ext cx="380293" cy="334221"/>
            <a:chOff x="6423990" y="1607712"/>
            <a:chExt cx="380293" cy="334221"/>
          </a:xfrm>
        </p:grpSpPr>
        <p:sp>
          <p:nvSpPr>
            <p:cNvPr id="482" name="Google Shape;482;p46">
              <a:extLst>
                <a:ext uri="{FF2B5EF4-FFF2-40B4-BE49-F238E27FC236}">
                  <a16:creationId xmlns:a16="http://schemas.microsoft.com/office/drawing/2014/main" id="{1D177160-3BDC-61F4-3B07-57EF93C67B45}"/>
                </a:ext>
              </a:extLst>
            </p:cNvPr>
            <p:cNvSpPr/>
            <p:nvPr/>
          </p:nvSpPr>
          <p:spPr>
            <a:xfrm>
              <a:off x="6423990" y="1607712"/>
              <a:ext cx="380293" cy="334221"/>
            </a:xfrm>
            <a:custGeom>
              <a:avLst/>
              <a:gdLst/>
              <a:ahLst/>
              <a:cxnLst/>
              <a:rect l="l" t="t" r="r" b="b"/>
              <a:pathLst>
                <a:path w="10813" h="9503" extrusionOk="0">
                  <a:moveTo>
                    <a:pt x="10170" y="619"/>
                  </a:moveTo>
                  <a:lnTo>
                    <a:pt x="10170" y="5620"/>
                  </a:lnTo>
                  <a:lnTo>
                    <a:pt x="620" y="5620"/>
                  </a:lnTo>
                  <a:lnTo>
                    <a:pt x="620" y="619"/>
                  </a:lnTo>
                  <a:close/>
                  <a:moveTo>
                    <a:pt x="10170" y="6287"/>
                  </a:moveTo>
                  <a:lnTo>
                    <a:pt x="10170" y="7121"/>
                  </a:lnTo>
                  <a:lnTo>
                    <a:pt x="620" y="7121"/>
                  </a:lnTo>
                  <a:lnTo>
                    <a:pt x="620" y="6287"/>
                  </a:lnTo>
                  <a:lnTo>
                    <a:pt x="5097" y="6287"/>
                  </a:lnTo>
                  <a:lnTo>
                    <a:pt x="5097" y="6668"/>
                  </a:lnTo>
                  <a:lnTo>
                    <a:pt x="5716" y="6668"/>
                  </a:lnTo>
                  <a:lnTo>
                    <a:pt x="5716" y="6287"/>
                  </a:lnTo>
                  <a:close/>
                  <a:moveTo>
                    <a:pt x="1" y="0"/>
                  </a:moveTo>
                  <a:lnTo>
                    <a:pt x="1" y="7740"/>
                  </a:lnTo>
                  <a:lnTo>
                    <a:pt x="5049" y="7740"/>
                  </a:lnTo>
                  <a:lnTo>
                    <a:pt x="5049" y="8859"/>
                  </a:lnTo>
                  <a:lnTo>
                    <a:pt x="1906" y="8859"/>
                  </a:lnTo>
                  <a:lnTo>
                    <a:pt x="1906" y="9502"/>
                  </a:lnTo>
                  <a:lnTo>
                    <a:pt x="8931" y="9502"/>
                  </a:lnTo>
                  <a:lnTo>
                    <a:pt x="8931" y="8859"/>
                  </a:lnTo>
                  <a:lnTo>
                    <a:pt x="5692" y="8859"/>
                  </a:lnTo>
                  <a:lnTo>
                    <a:pt x="5692" y="7740"/>
                  </a:lnTo>
                  <a:lnTo>
                    <a:pt x="10813" y="7740"/>
                  </a:lnTo>
                  <a:lnTo>
                    <a:pt x="108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6">
              <a:extLst>
                <a:ext uri="{FF2B5EF4-FFF2-40B4-BE49-F238E27FC236}">
                  <a16:creationId xmlns:a16="http://schemas.microsoft.com/office/drawing/2014/main" id="{6EBA6A51-D5CE-16C2-BE30-620431D01AC2}"/>
                </a:ext>
              </a:extLst>
            </p:cNvPr>
            <p:cNvSpPr/>
            <p:nvPr/>
          </p:nvSpPr>
          <p:spPr>
            <a:xfrm>
              <a:off x="6465877" y="1682237"/>
              <a:ext cx="105580" cy="105580"/>
            </a:xfrm>
            <a:custGeom>
              <a:avLst/>
              <a:gdLst/>
              <a:ahLst/>
              <a:cxnLst/>
              <a:rect l="l" t="t" r="r" b="b"/>
              <a:pathLst>
                <a:path w="3002" h="3002" extrusionOk="0">
                  <a:moveTo>
                    <a:pt x="1144" y="668"/>
                  </a:moveTo>
                  <a:lnTo>
                    <a:pt x="1144" y="1811"/>
                  </a:lnTo>
                  <a:lnTo>
                    <a:pt x="2287" y="1811"/>
                  </a:lnTo>
                  <a:cubicBezTo>
                    <a:pt x="2157" y="2135"/>
                    <a:pt x="1871" y="2341"/>
                    <a:pt x="1516" y="2341"/>
                  </a:cubicBezTo>
                  <a:cubicBezTo>
                    <a:pt x="1480" y="2341"/>
                    <a:pt x="1443" y="2339"/>
                    <a:pt x="1406" y="2335"/>
                  </a:cubicBezTo>
                  <a:cubicBezTo>
                    <a:pt x="977" y="2311"/>
                    <a:pt x="643" y="1977"/>
                    <a:pt x="620" y="1573"/>
                  </a:cubicBezTo>
                  <a:cubicBezTo>
                    <a:pt x="596" y="1192"/>
                    <a:pt x="834" y="834"/>
                    <a:pt x="1144" y="668"/>
                  </a:cubicBezTo>
                  <a:close/>
                  <a:moveTo>
                    <a:pt x="1525" y="1"/>
                  </a:moveTo>
                  <a:cubicBezTo>
                    <a:pt x="691" y="1"/>
                    <a:pt x="0" y="644"/>
                    <a:pt x="0" y="1477"/>
                  </a:cubicBezTo>
                  <a:cubicBezTo>
                    <a:pt x="0" y="2311"/>
                    <a:pt x="667" y="3001"/>
                    <a:pt x="1525" y="3001"/>
                  </a:cubicBezTo>
                  <a:cubicBezTo>
                    <a:pt x="2334" y="3001"/>
                    <a:pt x="3001" y="2311"/>
                    <a:pt x="3001" y="1477"/>
                  </a:cubicBezTo>
                  <a:lnTo>
                    <a:pt x="3001" y="1192"/>
                  </a:lnTo>
                  <a:lnTo>
                    <a:pt x="1810" y="1192"/>
                  </a:lnTo>
                  <a:lnTo>
                    <a:pt x="1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6">
              <a:extLst>
                <a:ext uri="{FF2B5EF4-FFF2-40B4-BE49-F238E27FC236}">
                  <a16:creationId xmlns:a16="http://schemas.microsoft.com/office/drawing/2014/main" id="{2AB42F96-73D6-73C7-2740-1BF58C984A12}"/>
                </a:ext>
              </a:extLst>
            </p:cNvPr>
            <p:cNvSpPr/>
            <p:nvPr/>
          </p:nvSpPr>
          <p:spPr>
            <a:xfrm>
              <a:off x="6542935" y="1646223"/>
              <a:ext cx="64537" cy="63693"/>
            </a:xfrm>
            <a:custGeom>
              <a:avLst/>
              <a:gdLst/>
              <a:ahLst/>
              <a:cxnLst/>
              <a:rect l="l" t="t" r="r" b="b"/>
              <a:pathLst>
                <a:path w="1835" h="1811" extrusionOk="0">
                  <a:moveTo>
                    <a:pt x="643" y="715"/>
                  </a:moveTo>
                  <a:cubicBezTo>
                    <a:pt x="834" y="810"/>
                    <a:pt x="1024" y="977"/>
                    <a:pt x="1120" y="1191"/>
                  </a:cubicBezTo>
                  <a:lnTo>
                    <a:pt x="643" y="1191"/>
                  </a:lnTo>
                  <a:lnTo>
                    <a:pt x="643" y="715"/>
                  </a:lnTo>
                  <a:close/>
                  <a:moveTo>
                    <a:pt x="0" y="1"/>
                  </a:moveTo>
                  <a:lnTo>
                    <a:pt x="0" y="1811"/>
                  </a:lnTo>
                  <a:lnTo>
                    <a:pt x="1834" y="1811"/>
                  </a:lnTo>
                  <a:lnTo>
                    <a:pt x="1834" y="1501"/>
                  </a:lnTo>
                  <a:cubicBezTo>
                    <a:pt x="1834" y="691"/>
                    <a:pt x="114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6">
              <a:extLst>
                <a:ext uri="{FF2B5EF4-FFF2-40B4-BE49-F238E27FC236}">
                  <a16:creationId xmlns:a16="http://schemas.microsoft.com/office/drawing/2014/main" id="{B5B498B9-324F-D286-F2A7-8C239FB32D69}"/>
                </a:ext>
              </a:extLst>
            </p:cNvPr>
            <p:cNvSpPr/>
            <p:nvPr/>
          </p:nvSpPr>
          <p:spPr>
            <a:xfrm>
              <a:off x="6640918" y="1688955"/>
              <a:ext cx="21805" cy="31864"/>
            </a:xfrm>
            <a:custGeom>
              <a:avLst/>
              <a:gdLst/>
              <a:ahLst/>
              <a:cxnLst/>
              <a:rect l="l" t="t" r="r" b="b"/>
              <a:pathLst>
                <a:path w="620" h="906" extrusionOk="0">
                  <a:moveTo>
                    <a:pt x="1" y="0"/>
                  </a:moveTo>
                  <a:lnTo>
                    <a:pt x="1" y="905"/>
                  </a:lnTo>
                  <a:lnTo>
                    <a:pt x="620" y="905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6">
              <a:extLst>
                <a:ext uri="{FF2B5EF4-FFF2-40B4-BE49-F238E27FC236}">
                  <a16:creationId xmlns:a16="http://schemas.microsoft.com/office/drawing/2014/main" id="{791C6B1A-B179-5077-BBD1-4E6527C9FE76}"/>
                </a:ext>
              </a:extLst>
            </p:cNvPr>
            <p:cNvSpPr/>
            <p:nvPr/>
          </p:nvSpPr>
          <p:spPr>
            <a:xfrm>
              <a:off x="6640918" y="1654594"/>
              <a:ext cx="21805" cy="16811"/>
            </a:xfrm>
            <a:custGeom>
              <a:avLst/>
              <a:gdLst/>
              <a:ahLst/>
              <a:cxnLst/>
              <a:rect l="l" t="t" r="r" b="b"/>
              <a:pathLst>
                <a:path w="620" h="478" extrusionOk="0">
                  <a:moveTo>
                    <a:pt x="1" y="1"/>
                  </a:moveTo>
                  <a:lnTo>
                    <a:pt x="1" y="477"/>
                  </a:lnTo>
                  <a:lnTo>
                    <a:pt x="620" y="477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6">
              <a:extLst>
                <a:ext uri="{FF2B5EF4-FFF2-40B4-BE49-F238E27FC236}">
                  <a16:creationId xmlns:a16="http://schemas.microsoft.com/office/drawing/2014/main" id="{D0668712-329E-5463-A54C-9F16711ADCC4}"/>
                </a:ext>
              </a:extLst>
            </p:cNvPr>
            <p:cNvSpPr/>
            <p:nvPr/>
          </p:nvSpPr>
          <p:spPr>
            <a:xfrm>
              <a:off x="6685303" y="1688955"/>
              <a:ext cx="22649" cy="31864"/>
            </a:xfrm>
            <a:custGeom>
              <a:avLst/>
              <a:gdLst/>
              <a:ahLst/>
              <a:cxnLst/>
              <a:rect l="l" t="t" r="r" b="b"/>
              <a:pathLst>
                <a:path w="644" h="906" extrusionOk="0">
                  <a:moveTo>
                    <a:pt x="1" y="0"/>
                  </a:moveTo>
                  <a:lnTo>
                    <a:pt x="1" y="905"/>
                  </a:lnTo>
                  <a:lnTo>
                    <a:pt x="644" y="905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6">
              <a:extLst>
                <a:ext uri="{FF2B5EF4-FFF2-40B4-BE49-F238E27FC236}">
                  <a16:creationId xmlns:a16="http://schemas.microsoft.com/office/drawing/2014/main" id="{5643AB3F-AD13-B8CB-455C-FA2F1835CDE3}"/>
                </a:ext>
              </a:extLst>
            </p:cNvPr>
            <p:cNvSpPr/>
            <p:nvPr/>
          </p:nvSpPr>
          <p:spPr>
            <a:xfrm>
              <a:off x="6685303" y="1654594"/>
              <a:ext cx="22649" cy="16811"/>
            </a:xfrm>
            <a:custGeom>
              <a:avLst/>
              <a:gdLst/>
              <a:ahLst/>
              <a:cxnLst/>
              <a:rect l="l" t="t" r="r" b="b"/>
              <a:pathLst>
                <a:path w="644" h="478" extrusionOk="0">
                  <a:moveTo>
                    <a:pt x="1" y="1"/>
                  </a:moveTo>
                  <a:lnTo>
                    <a:pt x="1" y="477"/>
                  </a:lnTo>
                  <a:lnTo>
                    <a:pt x="644" y="477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6">
              <a:extLst>
                <a:ext uri="{FF2B5EF4-FFF2-40B4-BE49-F238E27FC236}">
                  <a16:creationId xmlns:a16="http://schemas.microsoft.com/office/drawing/2014/main" id="{20002711-B2FE-92D8-6267-5B0E18520B25}"/>
                </a:ext>
              </a:extLst>
            </p:cNvPr>
            <p:cNvSpPr/>
            <p:nvPr/>
          </p:nvSpPr>
          <p:spPr>
            <a:xfrm>
              <a:off x="6730531" y="1688955"/>
              <a:ext cx="21841" cy="31864"/>
            </a:xfrm>
            <a:custGeom>
              <a:avLst/>
              <a:gdLst/>
              <a:ahLst/>
              <a:cxnLst/>
              <a:rect l="l" t="t" r="r" b="b"/>
              <a:pathLst>
                <a:path w="621" h="906" extrusionOk="0">
                  <a:moveTo>
                    <a:pt x="1" y="0"/>
                  </a:moveTo>
                  <a:lnTo>
                    <a:pt x="1" y="905"/>
                  </a:lnTo>
                  <a:lnTo>
                    <a:pt x="620" y="905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6">
              <a:extLst>
                <a:ext uri="{FF2B5EF4-FFF2-40B4-BE49-F238E27FC236}">
                  <a16:creationId xmlns:a16="http://schemas.microsoft.com/office/drawing/2014/main" id="{9751912E-60B4-14C7-5287-DF532621396B}"/>
                </a:ext>
              </a:extLst>
            </p:cNvPr>
            <p:cNvSpPr/>
            <p:nvPr/>
          </p:nvSpPr>
          <p:spPr>
            <a:xfrm>
              <a:off x="6730531" y="1654594"/>
              <a:ext cx="21841" cy="16811"/>
            </a:xfrm>
            <a:custGeom>
              <a:avLst/>
              <a:gdLst/>
              <a:ahLst/>
              <a:cxnLst/>
              <a:rect l="l" t="t" r="r" b="b"/>
              <a:pathLst>
                <a:path w="621" h="478" extrusionOk="0">
                  <a:moveTo>
                    <a:pt x="1" y="1"/>
                  </a:moveTo>
                  <a:lnTo>
                    <a:pt x="1" y="477"/>
                  </a:lnTo>
                  <a:lnTo>
                    <a:pt x="620" y="477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6">
              <a:extLst>
                <a:ext uri="{FF2B5EF4-FFF2-40B4-BE49-F238E27FC236}">
                  <a16:creationId xmlns:a16="http://schemas.microsoft.com/office/drawing/2014/main" id="{566EA7DD-5E6F-84CF-F33D-AA76B956C453}"/>
                </a:ext>
              </a:extLst>
            </p:cNvPr>
            <p:cNvSpPr/>
            <p:nvPr/>
          </p:nvSpPr>
          <p:spPr>
            <a:xfrm>
              <a:off x="6646792" y="1734183"/>
              <a:ext cx="111419" cy="52790"/>
            </a:xfrm>
            <a:custGeom>
              <a:avLst/>
              <a:gdLst/>
              <a:ahLst/>
              <a:cxnLst/>
              <a:rect l="l" t="t" r="r" b="b"/>
              <a:pathLst>
                <a:path w="3168" h="1501" extrusionOk="0">
                  <a:moveTo>
                    <a:pt x="2811" y="0"/>
                  </a:moveTo>
                  <a:lnTo>
                    <a:pt x="1906" y="667"/>
                  </a:lnTo>
                  <a:lnTo>
                    <a:pt x="1167" y="238"/>
                  </a:lnTo>
                  <a:lnTo>
                    <a:pt x="0" y="953"/>
                  </a:lnTo>
                  <a:lnTo>
                    <a:pt x="334" y="1501"/>
                  </a:lnTo>
                  <a:lnTo>
                    <a:pt x="1167" y="977"/>
                  </a:lnTo>
                  <a:lnTo>
                    <a:pt x="1929" y="1429"/>
                  </a:lnTo>
                  <a:lnTo>
                    <a:pt x="3168" y="548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46">
            <a:extLst>
              <a:ext uri="{FF2B5EF4-FFF2-40B4-BE49-F238E27FC236}">
                <a16:creationId xmlns:a16="http://schemas.microsoft.com/office/drawing/2014/main" id="{B9169F42-E062-A422-BDB2-22F4F82FED19}"/>
              </a:ext>
            </a:extLst>
          </p:cNvPr>
          <p:cNvGrpSpPr/>
          <p:nvPr/>
        </p:nvGrpSpPr>
        <p:grpSpPr>
          <a:xfrm>
            <a:off x="7206340" y="2204924"/>
            <a:ext cx="307421" cy="376952"/>
            <a:chOff x="8079828" y="1574195"/>
            <a:chExt cx="307421" cy="376952"/>
          </a:xfrm>
        </p:grpSpPr>
        <p:sp>
          <p:nvSpPr>
            <p:cNvPr id="493" name="Google Shape;493;p46">
              <a:extLst>
                <a:ext uri="{FF2B5EF4-FFF2-40B4-BE49-F238E27FC236}">
                  <a16:creationId xmlns:a16="http://schemas.microsoft.com/office/drawing/2014/main" id="{E2C0491C-956B-6030-46AA-405ED4337610}"/>
                </a:ext>
              </a:extLst>
            </p:cNvPr>
            <p:cNvSpPr/>
            <p:nvPr/>
          </p:nvSpPr>
          <p:spPr>
            <a:xfrm>
              <a:off x="8079828" y="1574195"/>
              <a:ext cx="307421" cy="376952"/>
            </a:xfrm>
            <a:custGeom>
              <a:avLst/>
              <a:gdLst/>
              <a:ahLst/>
              <a:cxnLst/>
              <a:rect l="l" t="t" r="r" b="b"/>
              <a:pathLst>
                <a:path w="8741" h="10718" extrusionOk="0">
                  <a:moveTo>
                    <a:pt x="8074" y="620"/>
                  </a:moveTo>
                  <a:lnTo>
                    <a:pt x="8074" y="10098"/>
                  </a:lnTo>
                  <a:lnTo>
                    <a:pt x="644" y="10098"/>
                  </a:lnTo>
                  <a:lnTo>
                    <a:pt x="644" y="620"/>
                  </a:lnTo>
                  <a:close/>
                  <a:moveTo>
                    <a:pt x="1" y="1"/>
                  </a:moveTo>
                  <a:lnTo>
                    <a:pt x="1" y="10717"/>
                  </a:lnTo>
                  <a:lnTo>
                    <a:pt x="8741" y="10717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6">
              <a:extLst>
                <a:ext uri="{FF2B5EF4-FFF2-40B4-BE49-F238E27FC236}">
                  <a16:creationId xmlns:a16="http://schemas.microsoft.com/office/drawing/2014/main" id="{9F54873E-405D-9973-8CA8-771E535A492A}"/>
                </a:ext>
              </a:extLst>
            </p:cNvPr>
            <p:cNvSpPr/>
            <p:nvPr/>
          </p:nvSpPr>
          <p:spPr>
            <a:xfrm>
              <a:off x="8198773" y="1689799"/>
              <a:ext cx="68722" cy="69531"/>
            </a:xfrm>
            <a:custGeom>
              <a:avLst/>
              <a:gdLst/>
              <a:ahLst/>
              <a:cxnLst/>
              <a:rect l="l" t="t" r="r" b="b"/>
              <a:pathLst>
                <a:path w="1954" h="1977" extrusionOk="0">
                  <a:moveTo>
                    <a:pt x="977" y="643"/>
                  </a:moveTo>
                  <a:cubicBezTo>
                    <a:pt x="1144" y="643"/>
                    <a:pt x="1334" y="786"/>
                    <a:pt x="1334" y="1000"/>
                  </a:cubicBezTo>
                  <a:cubicBezTo>
                    <a:pt x="1334" y="1167"/>
                    <a:pt x="1191" y="1358"/>
                    <a:pt x="977" y="1358"/>
                  </a:cubicBezTo>
                  <a:cubicBezTo>
                    <a:pt x="763" y="1358"/>
                    <a:pt x="620" y="1191"/>
                    <a:pt x="620" y="1000"/>
                  </a:cubicBezTo>
                  <a:cubicBezTo>
                    <a:pt x="620" y="786"/>
                    <a:pt x="787" y="643"/>
                    <a:pt x="977" y="643"/>
                  </a:cubicBezTo>
                  <a:close/>
                  <a:moveTo>
                    <a:pt x="977" y="0"/>
                  </a:moveTo>
                  <a:cubicBezTo>
                    <a:pt x="429" y="0"/>
                    <a:pt x="1" y="453"/>
                    <a:pt x="1" y="1000"/>
                  </a:cubicBezTo>
                  <a:cubicBezTo>
                    <a:pt x="1" y="1524"/>
                    <a:pt x="429" y="1977"/>
                    <a:pt x="977" y="1977"/>
                  </a:cubicBezTo>
                  <a:cubicBezTo>
                    <a:pt x="1501" y="1977"/>
                    <a:pt x="1953" y="1524"/>
                    <a:pt x="1953" y="1000"/>
                  </a:cubicBezTo>
                  <a:cubicBezTo>
                    <a:pt x="1953" y="453"/>
                    <a:pt x="1501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6">
              <a:extLst>
                <a:ext uri="{FF2B5EF4-FFF2-40B4-BE49-F238E27FC236}">
                  <a16:creationId xmlns:a16="http://schemas.microsoft.com/office/drawing/2014/main" id="{5A3E4A19-E253-E848-C2EA-6DE9FAF8E721}"/>
                </a:ext>
              </a:extLst>
            </p:cNvPr>
            <p:cNvSpPr/>
            <p:nvPr/>
          </p:nvSpPr>
          <p:spPr>
            <a:xfrm>
              <a:off x="8115034" y="1612741"/>
              <a:ext cx="25147" cy="21805"/>
            </a:xfrm>
            <a:custGeom>
              <a:avLst/>
              <a:gdLst/>
              <a:ahLst/>
              <a:cxnLst/>
              <a:rect l="l" t="t" r="r" b="b"/>
              <a:pathLst>
                <a:path w="715" h="620" extrusionOk="0">
                  <a:moveTo>
                    <a:pt x="381" y="0"/>
                  </a:moveTo>
                  <a:cubicBezTo>
                    <a:pt x="238" y="0"/>
                    <a:pt x="72" y="119"/>
                    <a:pt x="48" y="262"/>
                  </a:cubicBezTo>
                  <a:cubicBezTo>
                    <a:pt x="0" y="453"/>
                    <a:pt x="143" y="619"/>
                    <a:pt x="357" y="619"/>
                  </a:cubicBezTo>
                  <a:cubicBezTo>
                    <a:pt x="500" y="619"/>
                    <a:pt x="643" y="500"/>
                    <a:pt x="667" y="357"/>
                  </a:cubicBezTo>
                  <a:cubicBezTo>
                    <a:pt x="715" y="143"/>
                    <a:pt x="548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6">
              <a:extLst>
                <a:ext uri="{FF2B5EF4-FFF2-40B4-BE49-F238E27FC236}">
                  <a16:creationId xmlns:a16="http://schemas.microsoft.com/office/drawing/2014/main" id="{34E8CE07-7D06-ACFB-1513-E85730F5BC2E}"/>
                </a:ext>
              </a:extLst>
            </p:cNvPr>
            <p:cNvSpPr/>
            <p:nvPr/>
          </p:nvSpPr>
          <p:spPr>
            <a:xfrm>
              <a:off x="8115034" y="1889951"/>
              <a:ext cx="23458" cy="22649"/>
            </a:xfrm>
            <a:custGeom>
              <a:avLst/>
              <a:gdLst/>
              <a:ahLst/>
              <a:cxnLst/>
              <a:rect l="l" t="t" r="r" b="b"/>
              <a:pathLst>
                <a:path w="667" h="644" extrusionOk="0">
                  <a:moveTo>
                    <a:pt x="357" y="1"/>
                  </a:moveTo>
                  <a:cubicBezTo>
                    <a:pt x="191" y="1"/>
                    <a:pt x="48" y="120"/>
                    <a:pt x="24" y="287"/>
                  </a:cubicBezTo>
                  <a:cubicBezTo>
                    <a:pt x="0" y="453"/>
                    <a:pt x="143" y="644"/>
                    <a:pt x="310" y="644"/>
                  </a:cubicBezTo>
                  <a:cubicBezTo>
                    <a:pt x="476" y="644"/>
                    <a:pt x="619" y="525"/>
                    <a:pt x="643" y="358"/>
                  </a:cubicBezTo>
                  <a:cubicBezTo>
                    <a:pt x="667" y="167"/>
                    <a:pt x="524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6">
              <a:extLst>
                <a:ext uri="{FF2B5EF4-FFF2-40B4-BE49-F238E27FC236}">
                  <a16:creationId xmlns:a16="http://schemas.microsoft.com/office/drawing/2014/main" id="{B92000CC-D0F3-C853-4DA2-B8EC780E43C2}"/>
                </a:ext>
              </a:extLst>
            </p:cNvPr>
            <p:cNvSpPr/>
            <p:nvPr/>
          </p:nvSpPr>
          <p:spPr>
            <a:xfrm>
              <a:off x="8326933" y="1612741"/>
              <a:ext cx="25147" cy="21805"/>
            </a:xfrm>
            <a:custGeom>
              <a:avLst/>
              <a:gdLst/>
              <a:ahLst/>
              <a:cxnLst/>
              <a:rect l="l" t="t" r="r" b="b"/>
              <a:pathLst>
                <a:path w="715" h="620" extrusionOk="0">
                  <a:moveTo>
                    <a:pt x="405" y="0"/>
                  </a:moveTo>
                  <a:cubicBezTo>
                    <a:pt x="238" y="0"/>
                    <a:pt x="96" y="119"/>
                    <a:pt x="72" y="262"/>
                  </a:cubicBezTo>
                  <a:cubicBezTo>
                    <a:pt x="0" y="453"/>
                    <a:pt x="191" y="619"/>
                    <a:pt x="357" y="619"/>
                  </a:cubicBezTo>
                  <a:cubicBezTo>
                    <a:pt x="524" y="619"/>
                    <a:pt x="667" y="500"/>
                    <a:pt x="691" y="357"/>
                  </a:cubicBezTo>
                  <a:cubicBezTo>
                    <a:pt x="715" y="143"/>
                    <a:pt x="572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6">
              <a:extLst>
                <a:ext uri="{FF2B5EF4-FFF2-40B4-BE49-F238E27FC236}">
                  <a16:creationId xmlns:a16="http://schemas.microsoft.com/office/drawing/2014/main" id="{3A25A125-231D-62C4-98AB-9B1C0E0B3BFA}"/>
                </a:ext>
              </a:extLst>
            </p:cNvPr>
            <p:cNvSpPr/>
            <p:nvPr/>
          </p:nvSpPr>
          <p:spPr>
            <a:xfrm>
              <a:off x="8326933" y="1889951"/>
              <a:ext cx="25147" cy="22649"/>
            </a:xfrm>
            <a:custGeom>
              <a:avLst/>
              <a:gdLst/>
              <a:ahLst/>
              <a:cxnLst/>
              <a:rect l="l" t="t" r="r" b="b"/>
              <a:pathLst>
                <a:path w="715" h="644" extrusionOk="0">
                  <a:moveTo>
                    <a:pt x="357" y="1"/>
                  </a:moveTo>
                  <a:cubicBezTo>
                    <a:pt x="215" y="1"/>
                    <a:pt x="72" y="120"/>
                    <a:pt x="48" y="287"/>
                  </a:cubicBezTo>
                  <a:cubicBezTo>
                    <a:pt x="0" y="477"/>
                    <a:pt x="167" y="644"/>
                    <a:pt x="334" y="644"/>
                  </a:cubicBezTo>
                  <a:cubicBezTo>
                    <a:pt x="477" y="644"/>
                    <a:pt x="643" y="501"/>
                    <a:pt x="667" y="358"/>
                  </a:cubicBezTo>
                  <a:cubicBezTo>
                    <a:pt x="715" y="191"/>
                    <a:pt x="572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6">
              <a:extLst>
                <a:ext uri="{FF2B5EF4-FFF2-40B4-BE49-F238E27FC236}">
                  <a16:creationId xmlns:a16="http://schemas.microsoft.com/office/drawing/2014/main" id="{D0CA363C-B64D-E8FB-7487-76B0B65F39C2}"/>
                </a:ext>
              </a:extLst>
            </p:cNvPr>
            <p:cNvSpPr/>
            <p:nvPr/>
          </p:nvSpPr>
          <p:spPr>
            <a:xfrm>
              <a:off x="8152701" y="1851440"/>
              <a:ext cx="161712" cy="61161"/>
            </a:xfrm>
            <a:custGeom>
              <a:avLst/>
              <a:gdLst/>
              <a:ahLst/>
              <a:cxnLst/>
              <a:rect l="l" t="t" r="r" b="b"/>
              <a:pathLst>
                <a:path w="4598" h="1739" extrusionOk="0">
                  <a:moveTo>
                    <a:pt x="3978" y="619"/>
                  </a:moveTo>
                  <a:lnTo>
                    <a:pt x="3978" y="1096"/>
                  </a:lnTo>
                  <a:lnTo>
                    <a:pt x="620" y="1096"/>
                  </a:lnTo>
                  <a:lnTo>
                    <a:pt x="620" y="619"/>
                  </a:lnTo>
                  <a:close/>
                  <a:moveTo>
                    <a:pt x="1" y="0"/>
                  </a:moveTo>
                  <a:lnTo>
                    <a:pt x="1" y="1739"/>
                  </a:lnTo>
                  <a:lnTo>
                    <a:pt x="4597" y="173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6">
              <a:extLst>
                <a:ext uri="{FF2B5EF4-FFF2-40B4-BE49-F238E27FC236}">
                  <a16:creationId xmlns:a16="http://schemas.microsoft.com/office/drawing/2014/main" id="{2C2870BC-8D27-A43C-940B-A52CEBC40AC2}"/>
                </a:ext>
              </a:extLst>
            </p:cNvPr>
            <p:cNvSpPr/>
            <p:nvPr/>
          </p:nvSpPr>
          <p:spPr>
            <a:xfrm>
              <a:off x="8121716" y="1613586"/>
              <a:ext cx="221993" cy="221958"/>
            </a:xfrm>
            <a:custGeom>
              <a:avLst/>
              <a:gdLst/>
              <a:ahLst/>
              <a:cxnLst/>
              <a:rect l="l" t="t" r="r" b="b"/>
              <a:pathLst>
                <a:path w="6312" h="6311" extrusionOk="0">
                  <a:moveTo>
                    <a:pt x="3168" y="643"/>
                  </a:moveTo>
                  <a:cubicBezTo>
                    <a:pt x="4573" y="643"/>
                    <a:pt x="5692" y="1762"/>
                    <a:pt x="5692" y="3167"/>
                  </a:cubicBezTo>
                  <a:cubicBezTo>
                    <a:pt x="5692" y="4572"/>
                    <a:pt x="4573" y="5692"/>
                    <a:pt x="3168" y="5692"/>
                  </a:cubicBezTo>
                  <a:cubicBezTo>
                    <a:pt x="2596" y="5692"/>
                    <a:pt x="2073" y="5525"/>
                    <a:pt x="1644" y="5192"/>
                  </a:cubicBezTo>
                  <a:lnTo>
                    <a:pt x="1953" y="4882"/>
                  </a:lnTo>
                  <a:lnTo>
                    <a:pt x="1501" y="4453"/>
                  </a:lnTo>
                  <a:lnTo>
                    <a:pt x="1191" y="4739"/>
                  </a:lnTo>
                  <a:cubicBezTo>
                    <a:pt x="834" y="4287"/>
                    <a:pt x="644" y="3763"/>
                    <a:pt x="644" y="3144"/>
                  </a:cubicBezTo>
                  <a:cubicBezTo>
                    <a:pt x="644" y="1762"/>
                    <a:pt x="1763" y="643"/>
                    <a:pt x="3168" y="643"/>
                  </a:cubicBezTo>
                  <a:close/>
                  <a:moveTo>
                    <a:pt x="3168" y="0"/>
                  </a:moveTo>
                  <a:cubicBezTo>
                    <a:pt x="1430" y="0"/>
                    <a:pt x="1" y="1429"/>
                    <a:pt x="1" y="3167"/>
                  </a:cubicBezTo>
                  <a:cubicBezTo>
                    <a:pt x="1" y="3929"/>
                    <a:pt x="286" y="4644"/>
                    <a:pt x="763" y="5192"/>
                  </a:cubicBezTo>
                  <a:lnTo>
                    <a:pt x="286" y="5668"/>
                  </a:lnTo>
                  <a:lnTo>
                    <a:pt x="715" y="6120"/>
                  </a:lnTo>
                  <a:lnTo>
                    <a:pt x="1191" y="5644"/>
                  </a:lnTo>
                  <a:cubicBezTo>
                    <a:pt x="1739" y="6049"/>
                    <a:pt x="2430" y="6311"/>
                    <a:pt x="3168" y="6311"/>
                  </a:cubicBezTo>
                  <a:cubicBezTo>
                    <a:pt x="4930" y="6311"/>
                    <a:pt x="6312" y="4882"/>
                    <a:pt x="6312" y="3167"/>
                  </a:cubicBezTo>
                  <a:cubicBezTo>
                    <a:pt x="6312" y="1429"/>
                    <a:pt x="4883" y="0"/>
                    <a:pt x="3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1" name="Google Shape;501;p46">
            <a:extLst>
              <a:ext uri="{FF2B5EF4-FFF2-40B4-BE49-F238E27FC236}">
                <a16:creationId xmlns:a16="http://schemas.microsoft.com/office/drawing/2014/main" id="{853DA153-49CD-A308-D08A-D762D698240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296100" y="3074300"/>
            <a:ext cx="2127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Open-Design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9713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" grpId="0" build="p"/>
      <p:bldP spid="471" grpId="0" uiExpand="1" build="p"/>
      <p:bldP spid="47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73EEA5DB-B680-1C00-E654-BCF33158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4FAC5E25-67A9-FB27-2C54-5C840FA2E5D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BFE146-1E01-1F65-1B93-A63722E7D8B7}"/>
              </a:ext>
            </a:extLst>
          </p:cNvPr>
          <p:cNvSpPr/>
          <p:nvPr/>
        </p:nvSpPr>
        <p:spPr>
          <a:xfrm>
            <a:off x="464458" y="1558985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6B2AE-AB7E-163C-FF56-046B7BF49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9" y="1701375"/>
            <a:ext cx="690880" cy="69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rminal - Free signs icons">
            <a:extLst>
              <a:ext uri="{FF2B5EF4-FFF2-40B4-BE49-F238E27FC236}">
                <a16:creationId xmlns:a16="http://schemas.microsoft.com/office/drawing/2014/main" id="{9EE9DC6C-C467-D7AE-05E6-6D138ED3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54" y="1582842"/>
            <a:ext cx="927946" cy="9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Microsoft Word Icon PNGs for Free Download">
            <a:extLst>
              <a:ext uri="{FF2B5EF4-FFF2-40B4-BE49-F238E27FC236}">
                <a16:creationId xmlns:a16="http://schemas.microsoft.com/office/drawing/2014/main" id="{6D52AEF9-5B2F-E931-7A0F-115A75F79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535" y="1638297"/>
            <a:ext cx="817036" cy="81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Discord - Social media &amp; Logos Icons">
            <a:extLst>
              <a:ext uri="{FF2B5EF4-FFF2-40B4-BE49-F238E27FC236}">
                <a16:creationId xmlns:a16="http://schemas.microsoft.com/office/drawing/2014/main" id="{D3BF6E8D-9A26-A355-1A6F-E112476A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945" y="1679522"/>
            <a:ext cx="734586" cy="73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ample folder | Free SVG">
            <a:extLst>
              <a:ext uri="{FF2B5EF4-FFF2-40B4-BE49-F238E27FC236}">
                <a16:creationId xmlns:a16="http://schemas.microsoft.com/office/drawing/2014/main" id="{43ACFD89-CFA2-D654-A35F-D1154768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876" y="1510021"/>
            <a:ext cx="1073589" cy="10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5B91434A-146F-B310-A0BF-9EED292CB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810" y="1577625"/>
            <a:ext cx="938380" cy="93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03567C-5617-9C17-FBBB-22566488D988}"/>
              </a:ext>
            </a:extLst>
          </p:cNvPr>
          <p:cNvSpPr/>
          <p:nvPr/>
        </p:nvSpPr>
        <p:spPr>
          <a:xfrm>
            <a:off x="464458" y="2743200"/>
            <a:ext cx="8244113" cy="8170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7307"/>
                </a:solidFill>
                <a:latin typeface="Orbitron"/>
              </a:rPr>
              <a:t>Operating 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B66C61-EC5D-32E7-6041-C644C33F89D1}"/>
              </a:ext>
            </a:extLst>
          </p:cNvPr>
          <p:cNvSpPr/>
          <p:nvPr/>
        </p:nvSpPr>
        <p:spPr>
          <a:xfrm>
            <a:off x="464458" y="3719825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11" name="Picture 14" descr="Processor - Free technology icons">
            <a:extLst>
              <a:ext uri="{FF2B5EF4-FFF2-40B4-BE49-F238E27FC236}">
                <a16:creationId xmlns:a16="http://schemas.microsoft.com/office/drawing/2014/main" id="{2D9C0B6B-4CFD-24C7-4B04-C765552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138" y="3829743"/>
            <a:ext cx="780280" cy="78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Keyboard and mouse - Free computer icons">
            <a:extLst>
              <a:ext uri="{FF2B5EF4-FFF2-40B4-BE49-F238E27FC236}">
                <a16:creationId xmlns:a16="http://schemas.microsoft.com/office/drawing/2014/main" id="{6E8A60C9-6546-AD53-7983-7D91F3212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45" y="3687919"/>
            <a:ext cx="1063928" cy="106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Graphic card - Free electronics icons">
            <a:extLst>
              <a:ext uri="{FF2B5EF4-FFF2-40B4-BE49-F238E27FC236}">
                <a16:creationId xmlns:a16="http://schemas.microsoft.com/office/drawing/2014/main" id="{5BA2EA95-3618-ECB2-2BA2-70FD3ACBE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383" y="3690112"/>
            <a:ext cx="1059542" cy="10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0" descr="Ram - Free technology icons">
            <a:extLst>
              <a:ext uri="{FF2B5EF4-FFF2-40B4-BE49-F238E27FC236}">
                <a16:creationId xmlns:a16="http://schemas.microsoft.com/office/drawing/2014/main" id="{A11CFE4E-B28B-329C-66DA-57F9A0CA3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890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2" descr="Hard drive - Free computer icons">
            <a:extLst>
              <a:ext uri="{FF2B5EF4-FFF2-40B4-BE49-F238E27FC236}">
                <a16:creationId xmlns:a16="http://schemas.microsoft.com/office/drawing/2014/main" id="{3D47ACE5-5EA3-4376-8DF5-26CA9C410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928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037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71BDB214-B639-BA05-4DFC-E395CE93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0B739040-FD86-B921-0C51-5382A0AD56A7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065D61-ACF5-F7C3-F068-9D8AD738E9A8}"/>
              </a:ext>
            </a:extLst>
          </p:cNvPr>
          <p:cNvSpPr/>
          <p:nvPr/>
        </p:nvSpPr>
        <p:spPr>
          <a:xfrm>
            <a:off x="464458" y="1803686"/>
            <a:ext cx="7204911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DD90AA-6AAB-FE0A-F8AF-3B0676AC4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9" y="1946076"/>
            <a:ext cx="690880" cy="69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rminal - Free signs icons">
            <a:extLst>
              <a:ext uri="{FF2B5EF4-FFF2-40B4-BE49-F238E27FC236}">
                <a16:creationId xmlns:a16="http://schemas.microsoft.com/office/drawing/2014/main" id="{140C5187-D070-CD9B-479C-19073EA69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54" y="1827543"/>
            <a:ext cx="927946" cy="9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Discord - Social media &amp; Logos Icons">
            <a:extLst>
              <a:ext uri="{FF2B5EF4-FFF2-40B4-BE49-F238E27FC236}">
                <a16:creationId xmlns:a16="http://schemas.microsoft.com/office/drawing/2014/main" id="{A4860AEE-531A-9508-AE00-DA35B68C7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945" y="1924223"/>
            <a:ext cx="734586" cy="73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ample folder | Free SVG">
            <a:extLst>
              <a:ext uri="{FF2B5EF4-FFF2-40B4-BE49-F238E27FC236}">
                <a16:creationId xmlns:a16="http://schemas.microsoft.com/office/drawing/2014/main" id="{443ABBBC-53EE-5536-B500-E05463466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710" y="1754721"/>
            <a:ext cx="1073589" cy="10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1FD7DE10-202E-1629-6056-137880E57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810" y="1822326"/>
            <a:ext cx="938380" cy="93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B91AE6-0098-2C0A-81D8-CA7B3616A49E}"/>
              </a:ext>
            </a:extLst>
          </p:cNvPr>
          <p:cNvSpPr/>
          <p:nvPr/>
        </p:nvSpPr>
        <p:spPr>
          <a:xfrm>
            <a:off x="7754309" y="1803685"/>
            <a:ext cx="954263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7307"/>
                </a:solidFill>
                <a:latin typeface="Orbitron"/>
              </a:rPr>
              <a:t>OS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26E36E-974E-DE6E-AEC5-B5A8E3C60CC2}"/>
              </a:ext>
            </a:extLst>
          </p:cNvPr>
          <p:cNvSpPr/>
          <p:nvPr/>
        </p:nvSpPr>
        <p:spPr>
          <a:xfrm>
            <a:off x="464458" y="3719825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17" name="Picture 14" descr="Processor - Free technology icons">
            <a:extLst>
              <a:ext uri="{FF2B5EF4-FFF2-40B4-BE49-F238E27FC236}">
                <a16:creationId xmlns:a16="http://schemas.microsoft.com/office/drawing/2014/main" id="{E42F1800-11AE-CEFD-71C9-1DEBFD73C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138" y="3829743"/>
            <a:ext cx="780280" cy="78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Keyboard and mouse - Free computer icons">
            <a:extLst>
              <a:ext uri="{FF2B5EF4-FFF2-40B4-BE49-F238E27FC236}">
                <a16:creationId xmlns:a16="http://schemas.microsoft.com/office/drawing/2014/main" id="{2F60C521-3521-9BCE-F4F3-111786BA0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45" y="3687919"/>
            <a:ext cx="1063928" cy="106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Graphic card - Free electronics icons">
            <a:extLst>
              <a:ext uri="{FF2B5EF4-FFF2-40B4-BE49-F238E27FC236}">
                <a16:creationId xmlns:a16="http://schemas.microsoft.com/office/drawing/2014/main" id="{F0FF3064-7680-142A-EBA3-39C83ACCB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383" y="3690112"/>
            <a:ext cx="1059542" cy="10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0" descr="Ram - Free technology icons">
            <a:extLst>
              <a:ext uri="{FF2B5EF4-FFF2-40B4-BE49-F238E27FC236}">
                <a16:creationId xmlns:a16="http://schemas.microsoft.com/office/drawing/2014/main" id="{6594C5D0-A1B0-2E00-9FF7-E8AA9BB24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890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2" descr="Hard drive - Free computer icons">
            <a:extLst>
              <a:ext uri="{FF2B5EF4-FFF2-40B4-BE49-F238E27FC236}">
                <a16:creationId xmlns:a16="http://schemas.microsoft.com/office/drawing/2014/main" id="{B01D42A9-E24D-62D4-9C7D-5CC47246C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928" y="3804847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694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20E7E858-DDAB-B0A1-DBDD-AACC57FC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3F992B2D-312B-F34D-ADA2-0F8385D88DB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D29297-1915-710D-FC9B-53F7C57BFA53}"/>
              </a:ext>
            </a:extLst>
          </p:cNvPr>
          <p:cNvSpPr/>
          <p:nvPr/>
        </p:nvSpPr>
        <p:spPr>
          <a:xfrm>
            <a:off x="435428" y="1913153"/>
            <a:ext cx="6889379" cy="102284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7690CB-7F9F-3F07-CC18-A2B9591F0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9" y="2055543"/>
            <a:ext cx="690880" cy="69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Terminal - Free signs icons">
            <a:extLst>
              <a:ext uri="{FF2B5EF4-FFF2-40B4-BE49-F238E27FC236}">
                <a16:creationId xmlns:a16="http://schemas.microsoft.com/office/drawing/2014/main" id="{A48562C6-6312-E5A3-30B2-23A9F2DA8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624" y="1937010"/>
            <a:ext cx="927946" cy="9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Discord - Social media &amp; Logos Icons">
            <a:extLst>
              <a:ext uri="{FF2B5EF4-FFF2-40B4-BE49-F238E27FC236}">
                <a16:creationId xmlns:a16="http://schemas.microsoft.com/office/drawing/2014/main" id="{70909579-8791-9E00-8381-523F89D21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915" y="2033690"/>
            <a:ext cx="734586" cy="73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Sample folder | Free SVG">
            <a:extLst>
              <a:ext uri="{FF2B5EF4-FFF2-40B4-BE49-F238E27FC236}">
                <a16:creationId xmlns:a16="http://schemas.microsoft.com/office/drawing/2014/main" id="{CDA7B1E0-9BF3-61F2-74BF-C5227A3F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80" y="1864188"/>
            <a:ext cx="1073589" cy="10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>
            <a:extLst>
              <a:ext uri="{FF2B5EF4-FFF2-40B4-BE49-F238E27FC236}">
                <a16:creationId xmlns:a16="http://schemas.microsoft.com/office/drawing/2014/main" id="{7F913308-AA7C-1763-88DD-AD48BBA7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780" y="1931793"/>
            <a:ext cx="938380" cy="93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A62616-D7D9-4B95-9E4F-AC9D3EF07C9D}"/>
              </a:ext>
            </a:extLst>
          </p:cNvPr>
          <p:cNvSpPr/>
          <p:nvPr/>
        </p:nvSpPr>
        <p:spPr>
          <a:xfrm>
            <a:off x="7802152" y="1903622"/>
            <a:ext cx="954263" cy="1022849"/>
          </a:xfrm>
          <a:prstGeom prst="roundRect">
            <a:avLst/>
          </a:prstGeom>
          <a:solidFill>
            <a:srgbClr val="EF9E9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Orbitron"/>
              </a:rPr>
              <a:t>OS</a:t>
            </a:r>
          </a:p>
        </p:txBody>
      </p:sp>
      <p:sp>
        <p:nvSpPr>
          <p:cNvPr id="25" name="Google Shape;467;p46">
            <a:extLst>
              <a:ext uri="{FF2B5EF4-FFF2-40B4-BE49-F238E27FC236}">
                <a16:creationId xmlns:a16="http://schemas.microsoft.com/office/drawing/2014/main" id="{69EC577F-FE66-26DF-DBF5-649552DAAF63}"/>
              </a:ext>
            </a:extLst>
          </p:cNvPr>
          <p:cNvSpPr txBox="1">
            <a:spLocks/>
          </p:cNvSpPr>
          <p:nvPr/>
        </p:nvSpPr>
        <p:spPr>
          <a:xfrm>
            <a:off x="2931374" y="2888813"/>
            <a:ext cx="18974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>
                <a:solidFill>
                  <a:srgbClr val="0070C0"/>
                </a:solidFill>
              </a:rPr>
              <a:t>User-Space</a:t>
            </a:r>
          </a:p>
        </p:txBody>
      </p:sp>
      <p:sp>
        <p:nvSpPr>
          <p:cNvPr id="26" name="Google Shape;467;p46">
            <a:extLst>
              <a:ext uri="{FF2B5EF4-FFF2-40B4-BE49-F238E27FC236}">
                <a16:creationId xmlns:a16="http://schemas.microsoft.com/office/drawing/2014/main" id="{7A5E1B0F-4E8E-644E-9EDE-AF27DB9A79D4}"/>
              </a:ext>
            </a:extLst>
          </p:cNvPr>
          <p:cNvSpPr txBox="1">
            <a:spLocks/>
          </p:cNvSpPr>
          <p:nvPr/>
        </p:nvSpPr>
        <p:spPr>
          <a:xfrm>
            <a:off x="7448379" y="1406988"/>
            <a:ext cx="18094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dirty="0">
                <a:solidFill>
                  <a:srgbClr val="C00000"/>
                </a:solidFill>
              </a:rPr>
              <a:t>Kernel-Space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775E96-D9EA-8CE0-9E7D-D60C2F8B3154}"/>
              </a:ext>
            </a:extLst>
          </p:cNvPr>
          <p:cNvCxnSpPr>
            <a:cxnSpLocks/>
          </p:cNvCxnSpPr>
          <p:nvPr/>
        </p:nvCxnSpPr>
        <p:spPr>
          <a:xfrm>
            <a:off x="7371574" y="2424577"/>
            <a:ext cx="3657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5909D0-B1D6-482B-E697-205E06C6A70D}"/>
              </a:ext>
            </a:extLst>
          </p:cNvPr>
          <p:cNvSpPr/>
          <p:nvPr/>
        </p:nvSpPr>
        <p:spPr>
          <a:xfrm>
            <a:off x="435428" y="3937771"/>
            <a:ext cx="8244114" cy="102284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pic>
        <p:nvPicPr>
          <p:cNvPr id="32" name="Picture 14" descr="Processor - Free technology icons">
            <a:extLst>
              <a:ext uri="{FF2B5EF4-FFF2-40B4-BE49-F238E27FC236}">
                <a16:creationId xmlns:a16="http://schemas.microsoft.com/office/drawing/2014/main" id="{ADE10D26-3F51-2641-97F2-3E9418844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108" y="4047689"/>
            <a:ext cx="780280" cy="78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6" descr="Keyboard and mouse - Free computer icons">
            <a:extLst>
              <a:ext uri="{FF2B5EF4-FFF2-40B4-BE49-F238E27FC236}">
                <a16:creationId xmlns:a16="http://schemas.microsoft.com/office/drawing/2014/main" id="{DD552433-D887-66F1-DE1E-12DB8CF25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15" y="3905865"/>
            <a:ext cx="1063928" cy="106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Graphic card - Free electronics icons">
            <a:extLst>
              <a:ext uri="{FF2B5EF4-FFF2-40B4-BE49-F238E27FC236}">
                <a16:creationId xmlns:a16="http://schemas.microsoft.com/office/drawing/2014/main" id="{421CD627-8ACF-D3E0-F52D-8FC7AB4E3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353" y="3908058"/>
            <a:ext cx="1059542" cy="10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0" descr="Ram - Free technology icons">
            <a:extLst>
              <a:ext uri="{FF2B5EF4-FFF2-40B4-BE49-F238E27FC236}">
                <a16:creationId xmlns:a16="http://schemas.microsoft.com/office/drawing/2014/main" id="{2786BD92-D195-68BB-9EC2-BEBE35B56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860" y="4022793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2" descr="Hard drive - Free computer icons">
            <a:extLst>
              <a:ext uri="{FF2B5EF4-FFF2-40B4-BE49-F238E27FC236}">
                <a16:creationId xmlns:a16="http://schemas.microsoft.com/office/drawing/2014/main" id="{55A4EF18-6112-26F9-7229-9EF3A40AF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98" y="4022793"/>
            <a:ext cx="830072" cy="8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6E05FA-2CAF-1245-6BF4-095C380E6CD4}"/>
              </a:ext>
            </a:extLst>
          </p:cNvPr>
          <p:cNvCxnSpPr>
            <a:cxnSpLocks/>
          </p:cNvCxnSpPr>
          <p:nvPr/>
        </p:nvCxnSpPr>
        <p:spPr>
          <a:xfrm flipH="1">
            <a:off x="5126895" y="3013544"/>
            <a:ext cx="3070900" cy="763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870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70B31677-8C0E-83E1-E077-D01E8D6D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59C82D97-16C0-3F28-4CEB-042D24A28E7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F3255B5D-0BCE-E2AB-0339-330DBE299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268" y="1430240"/>
            <a:ext cx="6595464" cy="34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F404D2F1-E1FD-8B61-C549-E1B1CB66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4CC6F084-DA9B-9BF1-04AD-3B01BE7C1A6E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55ACE5-4C8D-9292-73EB-AB9D0F20F936}"/>
              </a:ext>
            </a:extLst>
          </p:cNvPr>
          <p:cNvSpPr/>
          <p:nvPr/>
        </p:nvSpPr>
        <p:spPr>
          <a:xfrm>
            <a:off x="2291049" y="1366365"/>
            <a:ext cx="1685677" cy="32376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C407B2-B308-7330-442B-8054C7E4293E}"/>
              </a:ext>
            </a:extLst>
          </p:cNvPr>
          <p:cNvSpPr/>
          <p:nvPr/>
        </p:nvSpPr>
        <p:spPr>
          <a:xfrm>
            <a:off x="2291049" y="1366364"/>
            <a:ext cx="1685677" cy="8551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327B09-B60B-DFE0-8440-7DA6C3958FD6}"/>
              </a:ext>
            </a:extLst>
          </p:cNvPr>
          <p:cNvSpPr/>
          <p:nvPr/>
        </p:nvSpPr>
        <p:spPr>
          <a:xfrm>
            <a:off x="2291049" y="2494340"/>
            <a:ext cx="1685677" cy="42759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FB0C3C-491A-DB86-8695-28AC9FDD4E72}"/>
              </a:ext>
            </a:extLst>
          </p:cNvPr>
          <p:cNvSpPr/>
          <p:nvPr/>
        </p:nvSpPr>
        <p:spPr>
          <a:xfrm>
            <a:off x="2291048" y="3077803"/>
            <a:ext cx="1685677" cy="427599"/>
          </a:xfrm>
          <a:prstGeom prst="roundRect">
            <a:avLst/>
          </a:prstGeom>
          <a:solidFill>
            <a:srgbClr val="C0F8D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2B8180-FA86-01E2-94FD-8A8145BBF56B}"/>
              </a:ext>
            </a:extLst>
          </p:cNvPr>
          <p:cNvSpPr/>
          <p:nvPr/>
        </p:nvSpPr>
        <p:spPr>
          <a:xfrm>
            <a:off x="2291048" y="3778180"/>
            <a:ext cx="1685677" cy="427599"/>
          </a:xfrm>
          <a:prstGeom prst="roundRect">
            <a:avLst/>
          </a:prstGeom>
          <a:solidFill>
            <a:srgbClr val="F6C2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8" name="Google Shape;467;p46">
            <a:extLst>
              <a:ext uri="{FF2B5EF4-FFF2-40B4-BE49-F238E27FC236}">
                <a16:creationId xmlns:a16="http://schemas.microsoft.com/office/drawing/2014/main" id="{EA1456B9-FF95-FC5C-6B31-D0CCD08D5C9D}"/>
              </a:ext>
            </a:extLst>
          </p:cNvPr>
          <p:cNvSpPr txBox="1">
            <a:spLocks/>
          </p:cNvSpPr>
          <p:nvPr/>
        </p:nvSpPr>
        <p:spPr>
          <a:xfrm>
            <a:off x="3790054" y="1578010"/>
            <a:ext cx="30807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9" name="Google Shape;467;p46">
            <a:extLst>
              <a:ext uri="{FF2B5EF4-FFF2-40B4-BE49-F238E27FC236}">
                <a16:creationId xmlns:a16="http://schemas.microsoft.com/office/drawing/2014/main" id="{B95D0A97-C3FF-9410-BA1B-94D764E006BB}"/>
              </a:ext>
            </a:extLst>
          </p:cNvPr>
          <p:cNvSpPr txBox="1">
            <a:spLocks/>
          </p:cNvSpPr>
          <p:nvPr/>
        </p:nvSpPr>
        <p:spPr>
          <a:xfrm>
            <a:off x="4060592" y="2477496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A - Google</a:t>
            </a:r>
          </a:p>
        </p:txBody>
      </p:sp>
      <p:sp>
        <p:nvSpPr>
          <p:cNvPr id="12" name="Google Shape;467;p46">
            <a:extLst>
              <a:ext uri="{FF2B5EF4-FFF2-40B4-BE49-F238E27FC236}">
                <a16:creationId xmlns:a16="http://schemas.microsoft.com/office/drawing/2014/main" id="{CF01B494-D942-FCA7-1401-F024BB1838C8}"/>
              </a:ext>
            </a:extLst>
          </p:cNvPr>
          <p:cNvSpPr txBox="1">
            <a:spLocks/>
          </p:cNvSpPr>
          <p:nvPr/>
        </p:nvSpPr>
        <p:spPr>
          <a:xfrm>
            <a:off x="4060592" y="3077803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B - Discord</a:t>
            </a:r>
          </a:p>
        </p:txBody>
      </p:sp>
      <p:sp>
        <p:nvSpPr>
          <p:cNvPr id="13" name="Google Shape;467;p46">
            <a:extLst>
              <a:ext uri="{FF2B5EF4-FFF2-40B4-BE49-F238E27FC236}">
                <a16:creationId xmlns:a16="http://schemas.microsoft.com/office/drawing/2014/main" id="{D2B3A98B-4D1F-FC4D-EAF2-3F5AD54C363E}"/>
              </a:ext>
            </a:extLst>
          </p:cNvPr>
          <p:cNvSpPr txBox="1">
            <a:spLocks/>
          </p:cNvSpPr>
          <p:nvPr/>
        </p:nvSpPr>
        <p:spPr>
          <a:xfrm>
            <a:off x="4060592" y="3769885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C - Word</a:t>
            </a:r>
          </a:p>
        </p:txBody>
      </p:sp>
      <p:sp>
        <p:nvSpPr>
          <p:cNvPr id="14" name="Google Shape;467;p46">
            <a:extLst>
              <a:ext uri="{FF2B5EF4-FFF2-40B4-BE49-F238E27FC236}">
                <a16:creationId xmlns:a16="http://schemas.microsoft.com/office/drawing/2014/main" id="{6FCBB25F-2F08-0E1D-9580-5C352BDFB3A3}"/>
              </a:ext>
            </a:extLst>
          </p:cNvPr>
          <p:cNvSpPr txBox="1">
            <a:spLocks/>
          </p:cNvSpPr>
          <p:nvPr/>
        </p:nvSpPr>
        <p:spPr>
          <a:xfrm>
            <a:off x="1865415" y="4589086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E83C1B-A2E9-396F-E16A-AD598031AB3A}"/>
              </a:ext>
            </a:extLst>
          </p:cNvPr>
          <p:cNvCxnSpPr/>
          <p:nvPr/>
        </p:nvCxnSpPr>
        <p:spPr>
          <a:xfrm>
            <a:off x="1439562" y="2662881"/>
            <a:ext cx="7846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87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DB080282-ABB7-287A-943F-DEB0406E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B9EE64BE-23AE-B23C-CD17-425A8FF97F9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09E0B9-E6B2-9D8B-3B3A-E8B456F33CA5}"/>
              </a:ext>
            </a:extLst>
          </p:cNvPr>
          <p:cNvSpPr/>
          <p:nvPr/>
        </p:nvSpPr>
        <p:spPr>
          <a:xfrm>
            <a:off x="2291049" y="1366365"/>
            <a:ext cx="1685677" cy="32376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0625C4-2A47-8CF7-E6E1-F6D07B90084B}"/>
              </a:ext>
            </a:extLst>
          </p:cNvPr>
          <p:cNvSpPr/>
          <p:nvPr/>
        </p:nvSpPr>
        <p:spPr>
          <a:xfrm>
            <a:off x="2291049" y="1366364"/>
            <a:ext cx="1685677" cy="8551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1D06CA-1E7D-555A-762F-2263AAE1F605}"/>
              </a:ext>
            </a:extLst>
          </p:cNvPr>
          <p:cNvSpPr/>
          <p:nvPr/>
        </p:nvSpPr>
        <p:spPr>
          <a:xfrm>
            <a:off x="2291049" y="2494340"/>
            <a:ext cx="1685677" cy="42759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35BF71-3EDC-6C8F-9D88-41CA18B4C3A6}"/>
              </a:ext>
            </a:extLst>
          </p:cNvPr>
          <p:cNvSpPr/>
          <p:nvPr/>
        </p:nvSpPr>
        <p:spPr>
          <a:xfrm>
            <a:off x="2291048" y="3077803"/>
            <a:ext cx="1685677" cy="427599"/>
          </a:xfrm>
          <a:prstGeom prst="roundRect">
            <a:avLst/>
          </a:prstGeom>
          <a:solidFill>
            <a:srgbClr val="C0F8D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265669-6987-9B33-DF87-841FEE8E6884}"/>
              </a:ext>
            </a:extLst>
          </p:cNvPr>
          <p:cNvSpPr/>
          <p:nvPr/>
        </p:nvSpPr>
        <p:spPr>
          <a:xfrm>
            <a:off x="2291048" y="3778180"/>
            <a:ext cx="1685677" cy="427599"/>
          </a:xfrm>
          <a:prstGeom prst="roundRect">
            <a:avLst/>
          </a:prstGeom>
          <a:solidFill>
            <a:srgbClr val="F6C2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8" name="Google Shape;467;p46">
            <a:extLst>
              <a:ext uri="{FF2B5EF4-FFF2-40B4-BE49-F238E27FC236}">
                <a16:creationId xmlns:a16="http://schemas.microsoft.com/office/drawing/2014/main" id="{5E7FA59E-467B-CEE8-0C84-CB9981E6C656}"/>
              </a:ext>
            </a:extLst>
          </p:cNvPr>
          <p:cNvSpPr txBox="1">
            <a:spLocks/>
          </p:cNvSpPr>
          <p:nvPr/>
        </p:nvSpPr>
        <p:spPr>
          <a:xfrm>
            <a:off x="3790054" y="1578010"/>
            <a:ext cx="30807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9" name="Google Shape;467;p46">
            <a:extLst>
              <a:ext uri="{FF2B5EF4-FFF2-40B4-BE49-F238E27FC236}">
                <a16:creationId xmlns:a16="http://schemas.microsoft.com/office/drawing/2014/main" id="{F3660EA0-A6F7-C3B1-5E74-976E1FA13AD5}"/>
              </a:ext>
            </a:extLst>
          </p:cNvPr>
          <p:cNvSpPr txBox="1">
            <a:spLocks/>
          </p:cNvSpPr>
          <p:nvPr/>
        </p:nvSpPr>
        <p:spPr>
          <a:xfrm>
            <a:off x="4060592" y="2477496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A - Google</a:t>
            </a:r>
          </a:p>
        </p:txBody>
      </p:sp>
      <p:sp>
        <p:nvSpPr>
          <p:cNvPr id="12" name="Google Shape;467;p46">
            <a:extLst>
              <a:ext uri="{FF2B5EF4-FFF2-40B4-BE49-F238E27FC236}">
                <a16:creationId xmlns:a16="http://schemas.microsoft.com/office/drawing/2014/main" id="{855532F3-07E9-91B6-0178-70B18EC6BB91}"/>
              </a:ext>
            </a:extLst>
          </p:cNvPr>
          <p:cNvSpPr txBox="1">
            <a:spLocks/>
          </p:cNvSpPr>
          <p:nvPr/>
        </p:nvSpPr>
        <p:spPr>
          <a:xfrm>
            <a:off x="4060592" y="3077803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B - Discord</a:t>
            </a:r>
          </a:p>
        </p:txBody>
      </p:sp>
      <p:sp>
        <p:nvSpPr>
          <p:cNvPr id="13" name="Google Shape;467;p46">
            <a:extLst>
              <a:ext uri="{FF2B5EF4-FFF2-40B4-BE49-F238E27FC236}">
                <a16:creationId xmlns:a16="http://schemas.microsoft.com/office/drawing/2014/main" id="{BF686B08-090F-461F-B064-D80C1F1F1759}"/>
              </a:ext>
            </a:extLst>
          </p:cNvPr>
          <p:cNvSpPr txBox="1">
            <a:spLocks/>
          </p:cNvSpPr>
          <p:nvPr/>
        </p:nvSpPr>
        <p:spPr>
          <a:xfrm>
            <a:off x="4060592" y="3769885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C - Word</a:t>
            </a:r>
          </a:p>
        </p:txBody>
      </p:sp>
      <p:sp>
        <p:nvSpPr>
          <p:cNvPr id="14" name="Google Shape;467;p46">
            <a:extLst>
              <a:ext uri="{FF2B5EF4-FFF2-40B4-BE49-F238E27FC236}">
                <a16:creationId xmlns:a16="http://schemas.microsoft.com/office/drawing/2014/main" id="{715989CD-9960-CA19-C1CF-903B3384CE15}"/>
              </a:ext>
            </a:extLst>
          </p:cNvPr>
          <p:cNvSpPr txBox="1">
            <a:spLocks/>
          </p:cNvSpPr>
          <p:nvPr/>
        </p:nvSpPr>
        <p:spPr>
          <a:xfrm>
            <a:off x="1865415" y="4589086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0848B2-93AF-BA57-F5C7-0CF4699A3F2C}"/>
              </a:ext>
            </a:extLst>
          </p:cNvPr>
          <p:cNvCxnSpPr/>
          <p:nvPr/>
        </p:nvCxnSpPr>
        <p:spPr>
          <a:xfrm>
            <a:off x="1439562" y="1519883"/>
            <a:ext cx="7846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15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21C590ED-9334-F318-C8D8-0E252C30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A4B0348E-D06F-36F2-957E-F920A9BD55A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147FB1-98F6-0D0D-AEDF-618DE8586106}"/>
              </a:ext>
            </a:extLst>
          </p:cNvPr>
          <p:cNvSpPr/>
          <p:nvPr/>
        </p:nvSpPr>
        <p:spPr>
          <a:xfrm>
            <a:off x="2291049" y="1366365"/>
            <a:ext cx="1685677" cy="32376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8963CC-0E67-E423-4896-3F615549CE25}"/>
              </a:ext>
            </a:extLst>
          </p:cNvPr>
          <p:cNvSpPr/>
          <p:nvPr/>
        </p:nvSpPr>
        <p:spPr>
          <a:xfrm>
            <a:off x="2291049" y="1366364"/>
            <a:ext cx="1685677" cy="8551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CC7B7A-4497-9DBC-E9D2-AF6852D18FBB}"/>
              </a:ext>
            </a:extLst>
          </p:cNvPr>
          <p:cNvSpPr/>
          <p:nvPr/>
        </p:nvSpPr>
        <p:spPr>
          <a:xfrm>
            <a:off x="2291049" y="2494340"/>
            <a:ext cx="1685677" cy="42759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655174-F0C0-E25D-6930-47B9B4992225}"/>
              </a:ext>
            </a:extLst>
          </p:cNvPr>
          <p:cNvSpPr/>
          <p:nvPr/>
        </p:nvSpPr>
        <p:spPr>
          <a:xfrm>
            <a:off x="2291048" y="3077803"/>
            <a:ext cx="1685677" cy="427599"/>
          </a:xfrm>
          <a:prstGeom prst="roundRect">
            <a:avLst/>
          </a:prstGeom>
          <a:solidFill>
            <a:srgbClr val="C0F8D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94CAA4-1400-D048-A60C-6B02BE4E7737}"/>
              </a:ext>
            </a:extLst>
          </p:cNvPr>
          <p:cNvSpPr/>
          <p:nvPr/>
        </p:nvSpPr>
        <p:spPr>
          <a:xfrm>
            <a:off x="2291048" y="3778180"/>
            <a:ext cx="1685677" cy="427599"/>
          </a:xfrm>
          <a:prstGeom prst="roundRect">
            <a:avLst/>
          </a:prstGeom>
          <a:solidFill>
            <a:srgbClr val="F6C2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8" name="Google Shape;467;p46">
            <a:extLst>
              <a:ext uri="{FF2B5EF4-FFF2-40B4-BE49-F238E27FC236}">
                <a16:creationId xmlns:a16="http://schemas.microsoft.com/office/drawing/2014/main" id="{3F532B17-3162-31BF-3370-376668787B70}"/>
              </a:ext>
            </a:extLst>
          </p:cNvPr>
          <p:cNvSpPr txBox="1">
            <a:spLocks/>
          </p:cNvSpPr>
          <p:nvPr/>
        </p:nvSpPr>
        <p:spPr>
          <a:xfrm>
            <a:off x="3790054" y="1578010"/>
            <a:ext cx="30807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9" name="Google Shape;467;p46">
            <a:extLst>
              <a:ext uri="{FF2B5EF4-FFF2-40B4-BE49-F238E27FC236}">
                <a16:creationId xmlns:a16="http://schemas.microsoft.com/office/drawing/2014/main" id="{63C437B0-DF65-028B-03EB-14706D471F6D}"/>
              </a:ext>
            </a:extLst>
          </p:cNvPr>
          <p:cNvSpPr txBox="1">
            <a:spLocks/>
          </p:cNvSpPr>
          <p:nvPr/>
        </p:nvSpPr>
        <p:spPr>
          <a:xfrm>
            <a:off x="4060592" y="2477496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A - Google</a:t>
            </a:r>
          </a:p>
        </p:txBody>
      </p:sp>
      <p:sp>
        <p:nvSpPr>
          <p:cNvPr id="12" name="Google Shape;467;p46">
            <a:extLst>
              <a:ext uri="{FF2B5EF4-FFF2-40B4-BE49-F238E27FC236}">
                <a16:creationId xmlns:a16="http://schemas.microsoft.com/office/drawing/2014/main" id="{10F1FD95-CB96-CE7E-E211-668D9E820FE8}"/>
              </a:ext>
            </a:extLst>
          </p:cNvPr>
          <p:cNvSpPr txBox="1">
            <a:spLocks/>
          </p:cNvSpPr>
          <p:nvPr/>
        </p:nvSpPr>
        <p:spPr>
          <a:xfrm>
            <a:off x="4060592" y="3077803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B - Discord</a:t>
            </a:r>
          </a:p>
        </p:txBody>
      </p:sp>
      <p:sp>
        <p:nvSpPr>
          <p:cNvPr id="13" name="Google Shape;467;p46">
            <a:extLst>
              <a:ext uri="{FF2B5EF4-FFF2-40B4-BE49-F238E27FC236}">
                <a16:creationId xmlns:a16="http://schemas.microsoft.com/office/drawing/2014/main" id="{43FC0268-2274-C0A9-0C9F-6FC68A064A1D}"/>
              </a:ext>
            </a:extLst>
          </p:cNvPr>
          <p:cNvSpPr txBox="1">
            <a:spLocks/>
          </p:cNvSpPr>
          <p:nvPr/>
        </p:nvSpPr>
        <p:spPr>
          <a:xfrm>
            <a:off x="4060592" y="3769885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C - Word</a:t>
            </a:r>
          </a:p>
        </p:txBody>
      </p:sp>
      <p:sp>
        <p:nvSpPr>
          <p:cNvPr id="14" name="Google Shape;467;p46">
            <a:extLst>
              <a:ext uri="{FF2B5EF4-FFF2-40B4-BE49-F238E27FC236}">
                <a16:creationId xmlns:a16="http://schemas.microsoft.com/office/drawing/2014/main" id="{44B2D2C7-6EC4-3037-9414-2AEC2E601A3D}"/>
              </a:ext>
            </a:extLst>
          </p:cNvPr>
          <p:cNvSpPr txBox="1">
            <a:spLocks/>
          </p:cNvSpPr>
          <p:nvPr/>
        </p:nvSpPr>
        <p:spPr>
          <a:xfrm>
            <a:off x="1865415" y="4589086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9DBD7D-DE6F-995E-49D3-E883495E7E5C}"/>
              </a:ext>
            </a:extLst>
          </p:cNvPr>
          <p:cNvCxnSpPr/>
          <p:nvPr/>
        </p:nvCxnSpPr>
        <p:spPr>
          <a:xfrm>
            <a:off x="1439562" y="3904742"/>
            <a:ext cx="7846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34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DBC7AF7B-635F-39EA-A4CB-7021A0BA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6B00A066-D4DC-9841-4826-ACB9F89AC68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2A86A5-D569-B26A-1333-BE9D7873E8C1}"/>
              </a:ext>
            </a:extLst>
          </p:cNvPr>
          <p:cNvSpPr/>
          <p:nvPr/>
        </p:nvSpPr>
        <p:spPr>
          <a:xfrm>
            <a:off x="2291049" y="1366365"/>
            <a:ext cx="1685677" cy="32376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DB69C6-E7A6-CA7F-C29A-634B2E1C943D}"/>
              </a:ext>
            </a:extLst>
          </p:cNvPr>
          <p:cNvSpPr/>
          <p:nvPr/>
        </p:nvSpPr>
        <p:spPr>
          <a:xfrm>
            <a:off x="2291049" y="1366364"/>
            <a:ext cx="1685677" cy="8551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892F54-6C13-58A4-D15B-3D723FD4E22A}"/>
              </a:ext>
            </a:extLst>
          </p:cNvPr>
          <p:cNvSpPr/>
          <p:nvPr/>
        </p:nvSpPr>
        <p:spPr>
          <a:xfrm>
            <a:off x="2291049" y="2494340"/>
            <a:ext cx="1685677" cy="42759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23209E-AF6D-11F8-D7DE-B363DB6701A2}"/>
              </a:ext>
            </a:extLst>
          </p:cNvPr>
          <p:cNvSpPr/>
          <p:nvPr/>
        </p:nvSpPr>
        <p:spPr>
          <a:xfrm>
            <a:off x="2291048" y="3077803"/>
            <a:ext cx="1685677" cy="427599"/>
          </a:xfrm>
          <a:prstGeom prst="roundRect">
            <a:avLst/>
          </a:prstGeom>
          <a:solidFill>
            <a:srgbClr val="C0F8D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4F66AB-4366-15D0-F2F4-426DA4A77415}"/>
              </a:ext>
            </a:extLst>
          </p:cNvPr>
          <p:cNvSpPr/>
          <p:nvPr/>
        </p:nvSpPr>
        <p:spPr>
          <a:xfrm>
            <a:off x="2291048" y="3778180"/>
            <a:ext cx="1685677" cy="427599"/>
          </a:xfrm>
          <a:prstGeom prst="roundRect">
            <a:avLst/>
          </a:prstGeom>
          <a:solidFill>
            <a:srgbClr val="F6C2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8" name="Google Shape;467;p46">
            <a:extLst>
              <a:ext uri="{FF2B5EF4-FFF2-40B4-BE49-F238E27FC236}">
                <a16:creationId xmlns:a16="http://schemas.microsoft.com/office/drawing/2014/main" id="{634CDABF-9DA9-9DBC-3DFC-1EF34295C44A}"/>
              </a:ext>
            </a:extLst>
          </p:cNvPr>
          <p:cNvSpPr txBox="1">
            <a:spLocks/>
          </p:cNvSpPr>
          <p:nvPr/>
        </p:nvSpPr>
        <p:spPr>
          <a:xfrm>
            <a:off x="3790054" y="1578010"/>
            <a:ext cx="30807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9" name="Google Shape;467;p46">
            <a:extLst>
              <a:ext uri="{FF2B5EF4-FFF2-40B4-BE49-F238E27FC236}">
                <a16:creationId xmlns:a16="http://schemas.microsoft.com/office/drawing/2014/main" id="{D0075324-3118-94AC-1F1B-ADAD5492FBBD}"/>
              </a:ext>
            </a:extLst>
          </p:cNvPr>
          <p:cNvSpPr txBox="1">
            <a:spLocks/>
          </p:cNvSpPr>
          <p:nvPr/>
        </p:nvSpPr>
        <p:spPr>
          <a:xfrm>
            <a:off x="4060592" y="2477496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A - Google</a:t>
            </a:r>
          </a:p>
        </p:txBody>
      </p:sp>
      <p:sp>
        <p:nvSpPr>
          <p:cNvPr id="12" name="Google Shape;467;p46">
            <a:extLst>
              <a:ext uri="{FF2B5EF4-FFF2-40B4-BE49-F238E27FC236}">
                <a16:creationId xmlns:a16="http://schemas.microsoft.com/office/drawing/2014/main" id="{A949C301-3183-806D-0CBA-E23C59216EDE}"/>
              </a:ext>
            </a:extLst>
          </p:cNvPr>
          <p:cNvSpPr txBox="1">
            <a:spLocks/>
          </p:cNvSpPr>
          <p:nvPr/>
        </p:nvSpPr>
        <p:spPr>
          <a:xfrm>
            <a:off x="4060592" y="3077803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B - Discord</a:t>
            </a:r>
          </a:p>
        </p:txBody>
      </p:sp>
      <p:sp>
        <p:nvSpPr>
          <p:cNvPr id="13" name="Google Shape;467;p46">
            <a:extLst>
              <a:ext uri="{FF2B5EF4-FFF2-40B4-BE49-F238E27FC236}">
                <a16:creationId xmlns:a16="http://schemas.microsoft.com/office/drawing/2014/main" id="{FFEF21AF-53DF-95D7-87B2-DD798753B6EF}"/>
              </a:ext>
            </a:extLst>
          </p:cNvPr>
          <p:cNvSpPr txBox="1">
            <a:spLocks/>
          </p:cNvSpPr>
          <p:nvPr/>
        </p:nvSpPr>
        <p:spPr>
          <a:xfrm>
            <a:off x="4060592" y="3769885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C - Word</a:t>
            </a:r>
          </a:p>
        </p:txBody>
      </p:sp>
      <p:sp>
        <p:nvSpPr>
          <p:cNvPr id="14" name="Google Shape;467;p46">
            <a:extLst>
              <a:ext uri="{FF2B5EF4-FFF2-40B4-BE49-F238E27FC236}">
                <a16:creationId xmlns:a16="http://schemas.microsoft.com/office/drawing/2014/main" id="{3CCACB30-4220-0AC1-D058-BA06C35004A9}"/>
              </a:ext>
            </a:extLst>
          </p:cNvPr>
          <p:cNvSpPr txBox="1">
            <a:spLocks/>
          </p:cNvSpPr>
          <p:nvPr/>
        </p:nvSpPr>
        <p:spPr>
          <a:xfrm>
            <a:off x="1865415" y="4589086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E78546-EB67-5FE7-7BBA-886C8C13EC5C}"/>
              </a:ext>
            </a:extLst>
          </p:cNvPr>
          <p:cNvCxnSpPr/>
          <p:nvPr/>
        </p:nvCxnSpPr>
        <p:spPr>
          <a:xfrm>
            <a:off x="1439562" y="2662881"/>
            <a:ext cx="7846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610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>
          <a:extLst>
            <a:ext uri="{FF2B5EF4-FFF2-40B4-BE49-F238E27FC236}">
              <a16:creationId xmlns:a16="http://schemas.microsoft.com/office/drawing/2014/main" id="{5B2CC4B4-F5D6-194A-FB8A-7440DCF7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>
            <a:extLst>
              <a:ext uri="{FF2B5EF4-FFF2-40B4-BE49-F238E27FC236}">
                <a16:creationId xmlns:a16="http://schemas.microsoft.com/office/drawing/2014/main" id="{FDCB55C7-7BFE-DD05-970B-96DA232376F4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User-Space vs Kernel-Space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452ADE-CB75-D287-C38B-14D2ACABD673}"/>
              </a:ext>
            </a:extLst>
          </p:cNvPr>
          <p:cNvSpPr/>
          <p:nvPr/>
        </p:nvSpPr>
        <p:spPr>
          <a:xfrm>
            <a:off x="2291049" y="1366365"/>
            <a:ext cx="1685677" cy="32376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E840EB-C68F-1000-9B81-85218DD8681F}"/>
              </a:ext>
            </a:extLst>
          </p:cNvPr>
          <p:cNvSpPr/>
          <p:nvPr/>
        </p:nvSpPr>
        <p:spPr>
          <a:xfrm>
            <a:off x="2291049" y="1366364"/>
            <a:ext cx="1685677" cy="8551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251779-7D70-0CA1-0165-6E3FF3D680DE}"/>
              </a:ext>
            </a:extLst>
          </p:cNvPr>
          <p:cNvSpPr/>
          <p:nvPr/>
        </p:nvSpPr>
        <p:spPr>
          <a:xfrm>
            <a:off x="2291049" y="2494340"/>
            <a:ext cx="1685677" cy="427599"/>
          </a:xfrm>
          <a:prstGeom prst="roundRect">
            <a:avLst/>
          </a:prstGeom>
          <a:solidFill>
            <a:srgbClr val="BBC6FD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84D022-0044-08F7-DD59-BA343F4CEAD8}"/>
              </a:ext>
            </a:extLst>
          </p:cNvPr>
          <p:cNvSpPr/>
          <p:nvPr/>
        </p:nvSpPr>
        <p:spPr>
          <a:xfrm>
            <a:off x="2291048" y="3077803"/>
            <a:ext cx="1685677" cy="427599"/>
          </a:xfrm>
          <a:prstGeom prst="roundRect">
            <a:avLst/>
          </a:prstGeom>
          <a:solidFill>
            <a:srgbClr val="C0F8D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4D0166-0C6C-6246-83F8-5AFA8D849C3B}"/>
              </a:ext>
            </a:extLst>
          </p:cNvPr>
          <p:cNvSpPr/>
          <p:nvPr/>
        </p:nvSpPr>
        <p:spPr>
          <a:xfrm>
            <a:off x="2291048" y="3778180"/>
            <a:ext cx="1685677" cy="427599"/>
          </a:xfrm>
          <a:prstGeom prst="roundRect">
            <a:avLst/>
          </a:prstGeom>
          <a:solidFill>
            <a:srgbClr val="F6C2F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rgbClr val="FF7307"/>
              </a:solidFill>
              <a:latin typeface="Orbitron"/>
            </a:endParaRPr>
          </a:p>
        </p:txBody>
      </p:sp>
      <p:sp>
        <p:nvSpPr>
          <p:cNvPr id="8" name="Google Shape;467;p46">
            <a:extLst>
              <a:ext uri="{FF2B5EF4-FFF2-40B4-BE49-F238E27FC236}">
                <a16:creationId xmlns:a16="http://schemas.microsoft.com/office/drawing/2014/main" id="{FAF52500-6F48-601C-D6C7-FF25E10CB920}"/>
              </a:ext>
            </a:extLst>
          </p:cNvPr>
          <p:cNvSpPr txBox="1">
            <a:spLocks/>
          </p:cNvSpPr>
          <p:nvPr/>
        </p:nvSpPr>
        <p:spPr>
          <a:xfrm>
            <a:off x="3790054" y="1578010"/>
            <a:ext cx="30807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9" name="Google Shape;467;p46">
            <a:extLst>
              <a:ext uri="{FF2B5EF4-FFF2-40B4-BE49-F238E27FC236}">
                <a16:creationId xmlns:a16="http://schemas.microsoft.com/office/drawing/2014/main" id="{B3DCD618-3F13-A272-852E-5BFF10C0CD6B}"/>
              </a:ext>
            </a:extLst>
          </p:cNvPr>
          <p:cNvSpPr txBox="1">
            <a:spLocks/>
          </p:cNvSpPr>
          <p:nvPr/>
        </p:nvSpPr>
        <p:spPr>
          <a:xfrm>
            <a:off x="4060592" y="2477496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A - Google</a:t>
            </a:r>
          </a:p>
        </p:txBody>
      </p:sp>
      <p:sp>
        <p:nvSpPr>
          <p:cNvPr id="12" name="Google Shape;467;p46">
            <a:extLst>
              <a:ext uri="{FF2B5EF4-FFF2-40B4-BE49-F238E27FC236}">
                <a16:creationId xmlns:a16="http://schemas.microsoft.com/office/drawing/2014/main" id="{AE617F8C-39D8-B579-71CF-F9CC1E1853D9}"/>
              </a:ext>
            </a:extLst>
          </p:cNvPr>
          <p:cNvSpPr txBox="1">
            <a:spLocks/>
          </p:cNvSpPr>
          <p:nvPr/>
        </p:nvSpPr>
        <p:spPr>
          <a:xfrm>
            <a:off x="4060592" y="3077803"/>
            <a:ext cx="26818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B - Discord</a:t>
            </a:r>
          </a:p>
        </p:txBody>
      </p:sp>
      <p:sp>
        <p:nvSpPr>
          <p:cNvPr id="13" name="Google Shape;467;p46">
            <a:extLst>
              <a:ext uri="{FF2B5EF4-FFF2-40B4-BE49-F238E27FC236}">
                <a16:creationId xmlns:a16="http://schemas.microsoft.com/office/drawing/2014/main" id="{1D43BB33-3F4F-9F98-C2A9-B898EE3384F7}"/>
              </a:ext>
            </a:extLst>
          </p:cNvPr>
          <p:cNvSpPr txBox="1">
            <a:spLocks/>
          </p:cNvSpPr>
          <p:nvPr/>
        </p:nvSpPr>
        <p:spPr>
          <a:xfrm>
            <a:off x="4060592" y="3769885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Process C - Word</a:t>
            </a:r>
          </a:p>
        </p:txBody>
      </p:sp>
      <p:sp>
        <p:nvSpPr>
          <p:cNvPr id="14" name="Google Shape;467;p46">
            <a:extLst>
              <a:ext uri="{FF2B5EF4-FFF2-40B4-BE49-F238E27FC236}">
                <a16:creationId xmlns:a16="http://schemas.microsoft.com/office/drawing/2014/main" id="{EFFA4EBE-9486-03AE-6FAB-72C3C6193934}"/>
              </a:ext>
            </a:extLst>
          </p:cNvPr>
          <p:cNvSpPr txBox="1">
            <a:spLocks/>
          </p:cNvSpPr>
          <p:nvPr/>
        </p:nvSpPr>
        <p:spPr>
          <a:xfrm>
            <a:off x="1865415" y="4589086"/>
            <a:ext cx="25396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RAM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10D9A5-911E-8208-EC35-565AAF6C722B}"/>
              </a:ext>
            </a:extLst>
          </p:cNvPr>
          <p:cNvCxnSpPr/>
          <p:nvPr/>
        </p:nvCxnSpPr>
        <p:spPr>
          <a:xfrm>
            <a:off x="2123306" y="2500184"/>
            <a:ext cx="2082113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F84525-2C7E-4E39-9DAC-79810C7DE368}"/>
              </a:ext>
            </a:extLst>
          </p:cNvPr>
          <p:cNvCxnSpPr/>
          <p:nvPr/>
        </p:nvCxnSpPr>
        <p:spPr>
          <a:xfrm>
            <a:off x="2123305" y="2907952"/>
            <a:ext cx="2082113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18BFB9-1E92-7828-151F-66E547B87009}"/>
              </a:ext>
            </a:extLst>
          </p:cNvPr>
          <p:cNvCxnSpPr/>
          <p:nvPr/>
        </p:nvCxnSpPr>
        <p:spPr>
          <a:xfrm>
            <a:off x="1439562" y="2662881"/>
            <a:ext cx="7846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319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-0.00035 0.035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7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358 L -0.00035 -0.023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E89C3B52-170C-340D-E789-67B6A75B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>
            <a:extLst>
              <a:ext uri="{FF2B5EF4-FFF2-40B4-BE49-F238E27FC236}">
                <a16:creationId xmlns:a16="http://schemas.microsoft.com/office/drawing/2014/main" id="{CFAE2F85-E34D-EB47-DD0F-B39736BC2FA2}"/>
              </a:ext>
            </a:extLst>
          </p:cNvPr>
          <p:cNvSpPr/>
          <p:nvPr/>
        </p:nvSpPr>
        <p:spPr>
          <a:xfrm>
            <a:off x="3579150" y="565186"/>
            <a:ext cx="1985700" cy="1990800"/>
          </a:xfrm>
          <a:prstGeom prst="bevel">
            <a:avLst>
              <a:gd name="adj" fmla="val 9055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">
            <a:extLst>
              <a:ext uri="{FF2B5EF4-FFF2-40B4-BE49-F238E27FC236}">
                <a16:creationId xmlns:a16="http://schemas.microsoft.com/office/drawing/2014/main" id="{D122755F-A450-854F-1AEF-D92BBB6D8F6F}"/>
              </a:ext>
            </a:extLst>
          </p:cNvPr>
          <p:cNvSpPr/>
          <p:nvPr/>
        </p:nvSpPr>
        <p:spPr>
          <a:xfrm>
            <a:off x="1981040" y="3832845"/>
            <a:ext cx="51930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3">
            <a:extLst>
              <a:ext uri="{FF2B5EF4-FFF2-40B4-BE49-F238E27FC236}">
                <a16:creationId xmlns:a16="http://schemas.microsoft.com/office/drawing/2014/main" id="{232E602B-4527-F6DC-430B-DAD5E80D3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625" y="2594282"/>
            <a:ext cx="4435500" cy="11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Access Control</a:t>
            </a:r>
            <a:endParaRPr dirty="0"/>
          </a:p>
        </p:txBody>
      </p:sp>
      <p:sp>
        <p:nvSpPr>
          <p:cNvPr id="412" name="Google Shape;412;p43">
            <a:extLst>
              <a:ext uri="{FF2B5EF4-FFF2-40B4-BE49-F238E27FC236}">
                <a16:creationId xmlns:a16="http://schemas.microsoft.com/office/drawing/2014/main" id="{3E56E5A7-0AB5-31CF-5F62-F63A0467D6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55622" y="3990563"/>
            <a:ext cx="44355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p43">
            <a:extLst>
              <a:ext uri="{FF2B5EF4-FFF2-40B4-BE49-F238E27FC236}">
                <a16:creationId xmlns:a16="http://schemas.microsoft.com/office/drawing/2014/main" id="{F7430535-742E-8F8F-7D01-B7381C24644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82272" y="876407"/>
            <a:ext cx="15822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14" name="Google Shape;414;p43">
            <a:extLst>
              <a:ext uri="{FF2B5EF4-FFF2-40B4-BE49-F238E27FC236}">
                <a16:creationId xmlns:a16="http://schemas.microsoft.com/office/drawing/2014/main" id="{F6BD81CA-80E8-07DE-5D58-2362C083EA18}"/>
              </a:ext>
            </a:extLst>
          </p:cNvPr>
          <p:cNvGrpSpPr/>
          <p:nvPr/>
        </p:nvGrpSpPr>
        <p:grpSpPr>
          <a:xfrm>
            <a:off x="7288342" y="3830770"/>
            <a:ext cx="768600" cy="770700"/>
            <a:chOff x="7657704" y="3832845"/>
            <a:chExt cx="768600" cy="770700"/>
          </a:xfrm>
        </p:grpSpPr>
        <p:sp>
          <p:nvSpPr>
            <p:cNvPr id="415" name="Google Shape;415;p43">
              <a:extLst>
                <a:ext uri="{FF2B5EF4-FFF2-40B4-BE49-F238E27FC236}">
                  <a16:creationId xmlns:a16="http://schemas.microsoft.com/office/drawing/2014/main" id="{C324478F-57BB-09B6-A080-20D662332DC2}"/>
                </a:ext>
              </a:extLst>
            </p:cNvPr>
            <p:cNvSpPr/>
            <p:nvPr/>
          </p:nvSpPr>
          <p:spPr>
            <a:xfrm>
              <a:off x="7657704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>
              <a:extLst>
                <a:ext uri="{FF2B5EF4-FFF2-40B4-BE49-F238E27FC236}">
                  <a16:creationId xmlns:a16="http://schemas.microsoft.com/office/drawing/2014/main" id="{93505226-DD56-0B24-E0A9-FF1B16605749}"/>
                </a:ext>
              </a:extLst>
            </p:cNvPr>
            <p:cNvSpPr/>
            <p:nvPr/>
          </p:nvSpPr>
          <p:spPr>
            <a:xfrm>
              <a:off x="7902433" y="4061610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43">
            <a:extLst>
              <a:ext uri="{FF2B5EF4-FFF2-40B4-BE49-F238E27FC236}">
                <a16:creationId xmlns:a16="http://schemas.microsoft.com/office/drawing/2014/main" id="{52EC513A-89F9-6AE8-CF4F-65A9F40F72BA}"/>
              </a:ext>
            </a:extLst>
          </p:cNvPr>
          <p:cNvGrpSpPr/>
          <p:nvPr/>
        </p:nvGrpSpPr>
        <p:grpSpPr>
          <a:xfrm>
            <a:off x="1098151" y="3830770"/>
            <a:ext cx="768600" cy="770700"/>
            <a:chOff x="5980776" y="3832845"/>
            <a:chExt cx="768600" cy="770700"/>
          </a:xfrm>
        </p:grpSpPr>
        <p:sp>
          <p:nvSpPr>
            <p:cNvPr id="418" name="Google Shape;418;p43">
              <a:extLst>
                <a:ext uri="{FF2B5EF4-FFF2-40B4-BE49-F238E27FC236}">
                  <a16:creationId xmlns:a16="http://schemas.microsoft.com/office/drawing/2014/main" id="{5A982FBC-1F4B-1512-5F04-13B7A63585B0}"/>
                </a:ext>
              </a:extLst>
            </p:cNvPr>
            <p:cNvSpPr/>
            <p:nvPr/>
          </p:nvSpPr>
          <p:spPr>
            <a:xfrm>
              <a:off x="5980776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>
              <a:extLst>
                <a:ext uri="{FF2B5EF4-FFF2-40B4-BE49-F238E27FC236}">
                  <a16:creationId xmlns:a16="http://schemas.microsoft.com/office/drawing/2014/main" id="{6E9B2BB7-65FA-2097-7060-3E0B1FD1874A}"/>
                </a:ext>
              </a:extLst>
            </p:cNvPr>
            <p:cNvSpPr/>
            <p:nvPr/>
          </p:nvSpPr>
          <p:spPr>
            <a:xfrm rot="10800000">
              <a:off x="6225421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5915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27C29287-9060-8211-FBCB-523206B1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076AE2F2-2C10-3B28-82FE-BC96FC12A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400" b="1" dirty="0"/>
              <a:t>Subjects</a:t>
            </a:r>
            <a:r>
              <a:rPr lang="en-US" sz="2400" dirty="0"/>
              <a:t> –  Model for users, application, etc. Wants to access a resource/object.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Objects</a:t>
            </a:r>
            <a:r>
              <a:rPr lang="en-US" sz="2400" dirty="0"/>
              <a:t> – Data to be interacted with or accessed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B8CB25A4-3A8D-3F83-2192-18BFFA2B1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Access Control </a:t>
            </a: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887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CB398F51-00F7-1F30-6348-EA9AFCC1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69EFE69F-C66F-95A7-62AC-7CB8E1F9B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000" b="1" dirty="0"/>
              <a:t>Access Control Lists</a:t>
            </a:r>
            <a:r>
              <a:rPr lang="en-US" sz="2000" dirty="0"/>
              <a:t> – Also known as ACLs, a list that describes who can access what (files, network resources, etc.)</a:t>
            </a:r>
          </a:p>
          <a:p>
            <a:pPr marL="100584" indent="-9144">
              <a:buNone/>
            </a:pPr>
            <a:endParaRPr lang="en-US" sz="20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Authorization – </a:t>
            </a:r>
            <a:r>
              <a:rPr lang="en-US" sz="2000" dirty="0"/>
              <a:t>Granting (or denying) permission to perform an action</a:t>
            </a:r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Authentication</a:t>
            </a:r>
            <a:r>
              <a:rPr lang="en-US" sz="2000" dirty="0"/>
              <a:t> – Determining a subject is who they say they are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DE47D314-9CAB-413A-FBF2-755386942E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Access Control </a:t>
            </a: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028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14B98F58-8509-617D-B8F3-5FD7FEE2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5C36C6F2-7905-D34C-5C81-B130C6EF5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800" b="1" dirty="0"/>
              <a:t>Users </a:t>
            </a:r>
            <a:r>
              <a:rPr lang="en-US" sz="2800" dirty="0"/>
              <a:t>– Individual within a computing system.</a:t>
            </a:r>
          </a:p>
          <a:p>
            <a:pPr marL="100584" indent="-9144">
              <a:buNone/>
            </a:pPr>
            <a:endParaRPr lang="en-US" sz="2800" dirty="0"/>
          </a:p>
          <a:p>
            <a:pPr marL="100584" lvl="0" indent="-914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Groups – </a:t>
            </a:r>
            <a:r>
              <a:rPr lang="en-US" sz="2800" dirty="0"/>
              <a:t>Set of people within a single unit.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95D3FF4F-5E65-AF96-CE86-FD2964F77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Access Control </a:t>
            </a:r>
            <a:r>
              <a:rPr lang="en" dirty="0"/>
              <a:t>Key Terms &amp; Concepts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326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BF85F543-D025-9E12-A5FF-B6AB5112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C668B80F-D098-F7B9-1757-44173F2DA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1925" y="1624675"/>
            <a:ext cx="4976100" cy="27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" indent="0">
              <a:buNone/>
            </a:pPr>
            <a:r>
              <a:rPr lang="en-US" sz="2000" dirty="0"/>
              <a:t>There are various different types of Access Control Models: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Discretionary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Mandatory</a:t>
            </a:r>
          </a:p>
          <a:p>
            <a:pPr marL="89154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Role-Based </a:t>
            </a:r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6FE342A9-50FE-4F86-BECA-1FAE4A4DB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Access Control Models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687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5CE94293-118B-1556-E6D5-E6BE6094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CD976F6A-8742-535C-B47A-D45B5123F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400" dirty="0"/>
              <a:t>Owner of an object controls who can read, write, or execute the given resource.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r>
              <a:rPr lang="en-US" sz="2400" dirty="0"/>
              <a:t>Owner can give access to users or groups.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endParaRPr lang="en-US" sz="24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4478B5BE-80E7-69BB-AE69-AC3CD619A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Discretionary Access Control </a:t>
            </a:r>
            <a:r>
              <a:rPr lang="en-US" dirty="0">
                <a:solidFill>
                  <a:schemeClr val="tx1"/>
                </a:solidFill>
              </a:rPr>
              <a:t>(DAC)</a:t>
            </a:r>
          </a:p>
        </p:txBody>
      </p:sp>
    </p:spTree>
    <p:extLst>
      <p:ext uri="{BB962C8B-B14F-4D97-AF65-F5344CB8AC3E}">
        <p14:creationId xmlns:p14="http://schemas.microsoft.com/office/powerpoint/2010/main" val="3600366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65C92DEA-B4FB-B148-20C2-5E881F25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0AFB00DC-C232-59AD-F88B-7DAEA392D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400" dirty="0"/>
              <a:t>Access to resources is determined by predefined security- levels.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r>
              <a:rPr lang="en-US" sz="2400" dirty="0"/>
              <a:t>Object-focused, not user-focused.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endParaRPr lang="en-US" sz="24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D4B2C6CA-624F-B082-F4EF-BD1656B52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Mandatory Access Control </a:t>
            </a:r>
            <a:r>
              <a:rPr lang="en-US" dirty="0">
                <a:solidFill>
                  <a:schemeClr val="tx1"/>
                </a:solidFill>
              </a:rPr>
              <a:t>(MAC)</a:t>
            </a:r>
          </a:p>
        </p:txBody>
      </p:sp>
    </p:spTree>
    <p:extLst>
      <p:ext uri="{BB962C8B-B14F-4D97-AF65-F5344CB8AC3E}">
        <p14:creationId xmlns:p14="http://schemas.microsoft.com/office/powerpoint/2010/main" val="112681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AD55F307-1909-FC9F-9ECD-FDEA8CED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817A00CC-749B-4B65-EC28-4A94A9DEB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Mandatory Access Control </a:t>
            </a:r>
            <a:r>
              <a:rPr lang="en-US" dirty="0">
                <a:solidFill>
                  <a:schemeClr val="tx1"/>
                </a:solidFill>
              </a:rPr>
              <a:t>(MAC)</a:t>
            </a:r>
          </a:p>
        </p:txBody>
      </p:sp>
      <p:pic>
        <p:nvPicPr>
          <p:cNvPr id="25602" name="Picture 2" descr="CISSP certification: MAC (Mandatory Access Control)">
            <a:extLst>
              <a:ext uri="{FF2B5EF4-FFF2-40B4-BE49-F238E27FC236}">
                <a16:creationId xmlns:a16="http://schemas.microsoft.com/office/drawing/2014/main" id="{3F3E09FE-EF11-C762-43CE-982678A49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1556385"/>
            <a:ext cx="5762625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95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361EE709-6F4B-E605-7695-0F394F61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92FA2E2B-0821-938F-7F1F-E9BD0661AA1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/>
              <a:t>Bell – Lapadula Model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3554" name="Picture 2" descr="Information Security Series: [Part2] Principles of Privileges">
            <a:extLst>
              <a:ext uri="{FF2B5EF4-FFF2-40B4-BE49-F238E27FC236}">
                <a16:creationId xmlns:a16="http://schemas.microsoft.com/office/drawing/2014/main" id="{B5DC5A05-0755-AA85-4E02-59E3F42AC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360" y="1382114"/>
            <a:ext cx="4145280" cy="335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487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414FE328-FFAD-8126-AD1F-95B1C507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>
            <a:extLst>
              <a:ext uri="{FF2B5EF4-FFF2-40B4-BE49-F238E27FC236}">
                <a16:creationId xmlns:a16="http://schemas.microsoft.com/office/drawing/2014/main" id="{0ADE58E0-1296-C13F-DD2F-E9DD35CEB438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Bell – Lapadula Model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7410" name="Picture 2" descr="Introduction To Classic Security Models - GeeksforGeeks">
            <a:extLst>
              <a:ext uri="{FF2B5EF4-FFF2-40B4-BE49-F238E27FC236}">
                <a16:creationId xmlns:a16="http://schemas.microsoft.com/office/drawing/2014/main" id="{829CFCE2-82B4-5461-D723-DC784A00F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81846"/>
            <a:ext cx="6522720" cy="36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442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DA15AC47-7AE2-0C61-1D02-6585D106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>
            <a:extLst>
              <a:ext uri="{FF2B5EF4-FFF2-40B4-BE49-F238E27FC236}">
                <a16:creationId xmlns:a16="http://schemas.microsoft.com/office/drawing/2014/main" id="{DAE9F81E-EFA4-E37A-3910-EECAA8CD0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0584" indent="-9144">
              <a:buNone/>
            </a:pPr>
            <a:r>
              <a:rPr lang="en-US" sz="2400" dirty="0"/>
              <a:t>System Administrator creates roles, in which users or groups within a role obtain the corresponding permissions.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r>
              <a:rPr lang="en-US" sz="2400" dirty="0"/>
              <a:t>User-focused, not object-focused.</a:t>
            </a:r>
          </a:p>
          <a:p>
            <a:pPr marL="100584" indent="-9144">
              <a:buNone/>
            </a:pPr>
            <a:endParaRPr lang="en-US" sz="2400" dirty="0"/>
          </a:p>
          <a:p>
            <a:pPr marL="100584" indent="-9144">
              <a:buNone/>
            </a:pPr>
            <a:endParaRPr lang="en-US" sz="2400" dirty="0"/>
          </a:p>
        </p:txBody>
      </p:sp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87619770-7FF5-B005-DF0E-30878D5FE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Role-Based Access Control </a:t>
            </a:r>
            <a:r>
              <a:rPr lang="en-US" dirty="0">
                <a:solidFill>
                  <a:schemeClr val="tx1"/>
                </a:solidFill>
              </a:rPr>
              <a:t>(RBAC)</a:t>
            </a:r>
          </a:p>
        </p:txBody>
      </p:sp>
    </p:spTree>
    <p:extLst>
      <p:ext uri="{BB962C8B-B14F-4D97-AF65-F5344CB8AC3E}">
        <p14:creationId xmlns:p14="http://schemas.microsoft.com/office/powerpoint/2010/main" val="1903171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4C1C09B4-0DE3-16E9-4B3F-FFCF321D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">
            <a:extLst>
              <a:ext uri="{FF2B5EF4-FFF2-40B4-BE49-F238E27FC236}">
                <a16:creationId xmlns:a16="http://schemas.microsoft.com/office/drawing/2014/main" id="{CC47388C-E059-3FE8-6423-1EA1856C2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Role-Based Access Control </a:t>
            </a:r>
            <a:r>
              <a:rPr lang="en-US" dirty="0">
                <a:solidFill>
                  <a:schemeClr val="tx1"/>
                </a:solidFill>
              </a:rPr>
              <a:t>(RBAC)</a:t>
            </a:r>
          </a:p>
        </p:txBody>
      </p:sp>
      <p:pic>
        <p:nvPicPr>
          <p:cNvPr id="24580" name="Picture 4" descr="What is role-based access control (RBAC)?">
            <a:hlinkClick r:id="rId3"/>
            <a:extLst>
              <a:ext uri="{FF2B5EF4-FFF2-40B4-BE49-F238E27FC236}">
                <a16:creationId xmlns:a16="http://schemas.microsoft.com/office/drawing/2014/main" id="{3C65FD17-72F1-B031-DA4A-AED0CBB27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219" y="1381650"/>
            <a:ext cx="5623562" cy="35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75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>
          <a:extLst>
            <a:ext uri="{FF2B5EF4-FFF2-40B4-BE49-F238E27FC236}">
              <a16:creationId xmlns:a16="http://schemas.microsoft.com/office/drawing/2014/main" id="{7616D59F-49BA-015E-333F-B74A59ED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4">
            <a:extLst>
              <a:ext uri="{FF2B5EF4-FFF2-40B4-BE49-F238E27FC236}">
                <a16:creationId xmlns:a16="http://schemas.microsoft.com/office/drawing/2014/main" id="{859BD43A-BB25-2E4B-39DF-59B846CC62E1}"/>
              </a:ext>
            </a:extLst>
          </p:cNvPr>
          <p:cNvSpPr/>
          <p:nvPr/>
        </p:nvSpPr>
        <p:spPr>
          <a:xfrm>
            <a:off x="1081800" y="2972025"/>
            <a:ext cx="31752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0" name="Google Shape;1220;p74">
            <a:extLst>
              <a:ext uri="{FF2B5EF4-FFF2-40B4-BE49-F238E27FC236}">
                <a16:creationId xmlns:a16="http://schemas.microsoft.com/office/drawing/2014/main" id="{0F4E0EB8-4D49-7E06-91B3-DE9F10E31F6C}"/>
              </a:ext>
            </a:extLst>
          </p:cNvPr>
          <p:cNvGrpSpPr/>
          <p:nvPr/>
        </p:nvGrpSpPr>
        <p:grpSpPr>
          <a:xfrm>
            <a:off x="7657704" y="2972023"/>
            <a:ext cx="768600" cy="770700"/>
            <a:chOff x="7657704" y="3832845"/>
            <a:chExt cx="768600" cy="770700"/>
          </a:xfrm>
        </p:grpSpPr>
        <p:sp>
          <p:nvSpPr>
            <p:cNvPr id="1221" name="Google Shape;1221;p74">
              <a:extLst>
                <a:ext uri="{FF2B5EF4-FFF2-40B4-BE49-F238E27FC236}">
                  <a16:creationId xmlns:a16="http://schemas.microsoft.com/office/drawing/2014/main" id="{AA4D8CD8-D4C6-F65D-4179-03C42736C107}"/>
                </a:ext>
              </a:extLst>
            </p:cNvPr>
            <p:cNvSpPr/>
            <p:nvPr/>
          </p:nvSpPr>
          <p:spPr>
            <a:xfrm>
              <a:off x="7657704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74">
              <a:extLst>
                <a:ext uri="{FF2B5EF4-FFF2-40B4-BE49-F238E27FC236}">
                  <a16:creationId xmlns:a16="http://schemas.microsoft.com/office/drawing/2014/main" id="{F979DF90-C987-76E8-1114-3686694089A1}"/>
                </a:ext>
              </a:extLst>
            </p:cNvPr>
            <p:cNvSpPr/>
            <p:nvPr/>
          </p:nvSpPr>
          <p:spPr>
            <a:xfrm>
              <a:off x="7902433" y="4061610"/>
              <a:ext cx="279083" cy="313168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3" name="Google Shape;1223;p74">
            <a:extLst>
              <a:ext uri="{FF2B5EF4-FFF2-40B4-BE49-F238E27FC236}">
                <a16:creationId xmlns:a16="http://schemas.microsoft.com/office/drawing/2014/main" id="{CE2BB1DC-7E5C-81C0-AEB8-3906D57CE3FB}"/>
              </a:ext>
            </a:extLst>
          </p:cNvPr>
          <p:cNvGrpSpPr/>
          <p:nvPr/>
        </p:nvGrpSpPr>
        <p:grpSpPr>
          <a:xfrm>
            <a:off x="6819240" y="2972023"/>
            <a:ext cx="768600" cy="770700"/>
            <a:chOff x="6819240" y="3832845"/>
            <a:chExt cx="768600" cy="770700"/>
          </a:xfrm>
        </p:grpSpPr>
        <p:sp>
          <p:nvSpPr>
            <p:cNvPr id="1224" name="Google Shape;1224;p74">
              <a:extLst>
                <a:ext uri="{FF2B5EF4-FFF2-40B4-BE49-F238E27FC236}">
                  <a16:creationId xmlns:a16="http://schemas.microsoft.com/office/drawing/2014/main" id="{DB3D7859-3196-3625-2759-2121A20B0E78}"/>
                </a:ext>
              </a:extLst>
            </p:cNvPr>
            <p:cNvSpPr/>
            <p:nvPr/>
          </p:nvSpPr>
          <p:spPr>
            <a:xfrm>
              <a:off x="6819240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74">
              <a:extLst>
                <a:ext uri="{FF2B5EF4-FFF2-40B4-BE49-F238E27FC236}">
                  <a16:creationId xmlns:a16="http://schemas.microsoft.com/office/drawing/2014/main" id="{79E00F0E-85C9-C634-54A4-24B56124C790}"/>
                </a:ext>
              </a:extLst>
            </p:cNvPr>
            <p:cNvSpPr/>
            <p:nvPr/>
          </p:nvSpPr>
          <p:spPr>
            <a:xfrm rot="5400000">
              <a:off x="7063946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74">
            <a:extLst>
              <a:ext uri="{FF2B5EF4-FFF2-40B4-BE49-F238E27FC236}">
                <a16:creationId xmlns:a16="http://schemas.microsoft.com/office/drawing/2014/main" id="{E4FBA2A9-FC3A-74CA-0340-CF17F60003D1}"/>
              </a:ext>
            </a:extLst>
          </p:cNvPr>
          <p:cNvGrpSpPr/>
          <p:nvPr/>
        </p:nvGrpSpPr>
        <p:grpSpPr>
          <a:xfrm>
            <a:off x="5980801" y="2972023"/>
            <a:ext cx="768600" cy="770700"/>
            <a:chOff x="5980776" y="3832845"/>
            <a:chExt cx="768600" cy="770700"/>
          </a:xfrm>
        </p:grpSpPr>
        <p:sp>
          <p:nvSpPr>
            <p:cNvPr id="1227" name="Google Shape;1227;p74">
              <a:extLst>
                <a:ext uri="{FF2B5EF4-FFF2-40B4-BE49-F238E27FC236}">
                  <a16:creationId xmlns:a16="http://schemas.microsoft.com/office/drawing/2014/main" id="{4EB09B6B-B398-CA22-1ED4-A4ABB4681F6F}"/>
                </a:ext>
              </a:extLst>
            </p:cNvPr>
            <p:cNvSpPr/>
            <p:nvPr/>
          </p:nvSpPr>
          <p:spPr>
            <a:xfrm>
              <a:off x="5980776" y="3832845"/>
              <a:ext cx="768600" cy="770700"/>
            </a:xfrm>
            <a:prstGeom prst="bevel">
              <a:avLst>
                <a:gd name="adj" fmla="val 17936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4">
              <a:extLst>
                <a:ext uri="{FF2B5EF4-FFF2-40B4-BE49-F238E27FC236}">
                  <a16:creationId xmlns:a16="http://schemas.microsoft.com/office/drawing/2014/main" id="{6A39EA87-37F4-F2E8-3E5E-20C8389AE230}"/>
                </a:ext>
              </a:extLst>
            </p:cNvPr>
            <p:cNvSpPr/>
            <p:nvPr/>
          </p:nvSpPr>
          <p:spPr>
            <a:xfrm rot="10800000">
              <a:off x="6225421" y="4061642"/>
              <a:ext cx="279140" cy="313105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9" name="Google Shape;1229;p74">
            <a:extLst>
              <a:ext uri="{FF2B5EF4-FFF2-40B4-BE49-F238E27FC236}">
                <a16:creationId xmlns:a16="http://schemas.microsoft.com/office/drawing/2014/main" id="{072A05F3-FBE4-CF94-6CC1-7990F29CFA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5100" y="1614025"/>
            <a:ext cx="4928700" cy="13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230" name="Google Shape;1230;p74">
            <a:extLst>
              <a:ext uri="{FF2B5EF4-FFF2-40B4-BE49-F238E27FC236}">
                <a16:creationId xmlns:a16="http://schemas.microsoft.com/office/drawing/2014/main" id="{0DE073A0-E7BE-587E-259A-EFE2001DE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100" y="539500"/>
            <a:ext cx="64389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>
                <a:solidFill>
                  <a:schemeClr val="accent1"/>
                </a:solidFill>
              </a:rPr>
              <a:t>you!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49" name="Google Shape;1249;p74">
            <a:extLst>
              <a:ext uri="{FF2B5EF4-FFF2-40B4-BE49-F238E27FC236}">
                <a16:creationId xmlns:a16="http://schemas.microsoft.com/office/drawing/2014/main" id="{868F7F2E-D974-9684-A899-AB7AC5B7044E}"/>
              </a:ext>
            </a:extLst>
          </p:cNvPr>
          <p:cNvSpPr/>
          <p:nvPr/>
        </p:nvSpPr>
        <p:spPr>
          <a:xfrm>
            <a:off x="4315345" y="2972025"/>
            <a:ext cx="1607100" cy="770700"/>
          </a:xfrm>
          <a:prstGeom prst="bevel">
            <a:avLst>
              <a:gd name="adj" fmla="val 17936"/>
            </a:avLst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74">
            <a:extLst>
              <a:ext uri="{FF2B5EF4-FFF2-40B4-BE49-F238E27FC236}">
                <a16:creationId xmlns:a16="http://schemas.microsoft.com/office/drawing/2014/main" id="{EBE6711A-91B1-AC56-2DD9-545EB3600228}"/>
              </a:ext>
            </a:extLst>
          </p:cNvPr>
          <p:cNvSpPr/>
          <p:nvPr/>
        </p:nvSpPr>
        <p:spPr>
          <a:xfrm>
            <a:off x="5980811" y="2148075"/>
            <a:ext cx="16071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74">
            <a:extLst>
              <a:ext uri="{FF2B5EF4-FFF2-40B4-BE49-F238E27FC236}">
                <a16:creationId xmlns:a16="http://schemas.microsoft.com/office/drawing/2014/main" id="{A644A55F-1114-2DD4-4CD0-CFFD67843E7E}"/>
              </a:ext>
            </a:extLst>
          </p:cNvPr>
          <p:cNvSpPr/>
          <p:nvPr/>
        </p:nvSpPr>
        <p:spPr>
          <a:xfrm>
            <a:off x="7665036" y="1324743"/>
            <a:ext cx="7686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74">
            <a:extLst>
              <a:ext uri="{FF2B5EF4-FFF2-40B4-BE49-F238E27FC236}">
                <a16:creationId xmlns:a16="http://schemas.microsoft.com/office/drawing/2014/main" id="{4C559E93-CE5B-9D9B-518C-28C4B652107D}"/>
              </a:ext>
            </a:extLst>
          </p:cNvPr>
          <p:cNvSpPr/>
          <p:nvPr/>
        </p:nvSpPr>
        <p:spPr>
          <a:xfrm>
            <a:off x="7665036" y="2148099"/>
            <a:ext cx="768600" cy="770700"/>
          </a:xfrm>
          <a:prstGeom prst="bevel">
            <a:avLst>
              <a:gd name="adj" fmla="val 1793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4" name="Google Shape;1254;p74">
            <a:extLst>
              <a:ext uri="{FF2B5EF4-FFF2-40B4-BE49-F238E27FC236}">
                <a16:creationId xmlns:a16="http://schemas.microsoft.com/office/drawing/2014/main" id="{4460F4FD-769D-FB36-2334-998DE434FDE5}"/>
              </a:ext>
            </a:extLst>
          </p:cNvPr>
          <p:cNvGrpSpPr/>
          <p:nvPr/>
        </p:nvGrpSpPr>
        <p:grpSpPr>
          <a:xfrm rot="5400000">
            <a:off x="7001538" y="2350388"/>
            <a:ext cx="389475" cy="366125"/>
            <a:chOff x="5787625" y="1025350"/>
            <a:chExt cx="389475" cy="366125"/>
          </a:xfrm>
        </p:grpSpPr>
        <p:sp>
          <p:nvSpPr>
            <p:cNvPr id="1255" name="Google Shape;1255;p74">
              <a:extLst>
                <a:ext uri="{FF2B5EF4-FFF2-40B4-BE49-F238E27FC236}">
                  <a16:creationId xmlns:a16="http://schemas.microsoft.com/office/drawing/2014/main" id="{607FD681-FDD3-1200-0F67-82C219B12D6C}"/>
                </a:ext>
              </a:extLst>
            </p:cNvPr>
            <p:cNvSpPr/>
            <p:nvPr/>
          </p:nvSpPr>
          <p:spPr>
            <a:xfrm>
              <a:off x="5787625" y="1025350"/>
              <a:ext cx="389475" cy="243525"/>
            </a:xfrm>
            <a:custGeom>
              <a:avLst/>
              <a:gdLst/>
              <a:ahLst/>
              <a:cxnLst/>
              <a:rect l="l" t="t" r="r" b="b"/>
              <a:pathLst>
                <a:path w="15579" h="9741" extrusionOk="0">
                  <a:moveTo>
                    <a:pt x="7773" y="0"/>
                  </a:moveTo>
                  <a:lnTo>
                    <a:pt x="1" y="7806"/>
                  </a:lnTo>
                  <a:lnTo>
                    <a:pt x="2002" y="9741"/>
                  </a:lnTo>
                  <a:lnTo>
                    <a:pt x="7773" y="3970"/>
                  </a:lnTo>
                  <a:lnTo>
                    <a:pt x="13577" y="9741"/>
                  </a:lnTo>
                  <a:lnTo>
                    <a:pt x="15579" y="7806"/>
                  </a:lnTo>
                  <a:lnTo>
                    <a:pt x="77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74">
              <a:extLst>
                <a:ext uri="{FF2B5EF4-FFF2-40B4-BE49-F238E27FC236}">
                  <a16:creationId xmlns:a16="http://schemas.microsoft.com/office/drawing/2014/main" id="{ACFFEFFB-6877-EEDA-ED50-749362E62982}"/>
                </a:ext>
              </a:extLst>
            </p:cNvPr>
            <p:cNvSpPr/>
            <p:nvPr/>
          </p:nvSpPr>
          <p:spPr>
            <a:xfrm>
              <a:off x="5856025" y="1216325"/>
              <a:ext cx="251025" cy="175150"/>
            </a:xfrm>
            <a:custGeom>
              <a:avLst/>
              <a:gdLst/>
              <a:ahLst/>
              <a:cxnLst/>
              <a:rect l="l" t="t" r="r" b="b"/>
              <a:pathLst>
                <a:path w="10041" h="7006" extrusionOk="0">
                  <a:moveTo>
                    <a:pt x="5037" y="0"/>
                  </a:moveTo>
                  <a:lnTo>
                    <a:pt x="0" y="5004"/>
                  </a:lnTo>
                  <a:lnTo>
                    <a:pt x="2002" y="7005"/>
                  </a:lnTo>
                  <a:lnTo>
                    <a:pt x="5037" y="3903"/>
                  </a:lnTo>
                  <a:lnTo>
                    <a:pt x="8106" y="7005"/>
                  </a:lnTo>
                  <a:lnTo>
                    <a:pt x="10041" y="5004"/>
                  </a:lnTo>
                  <a:lnTo>
                    <a:pt x="50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74">
            <a:extLst>
              <a:ext uri="{FF2B5EF4-FFF2-40B4-BE49-F238E27FC236}">
                <a16:creationId xmlns:a16="http://schemas.microsoft.com/office/drawing/2014/main" id="{AFDC3D4F-A96B-0F12-64E9-DDE2638E2F58}"/>
              </a:ext>
            </a:extLst>
          </p:cNvPr>
          <p:cNvGrpSpPr/>
          <p:nvPr/>
        </p:nvGrpSpPr>
        <p:grpSpPr>
          <a:xfrm>
            <a:off x="7862286" y="1523038"/>
            <a:ext cx="374100" cy="374100"/>
            <a:chOff x="89807" y="1807888"/>
            <a:chExt cx="374100" cy="374100"/>
          </a:xfrm>
        </p:grpSpPr>
        <p:sp>
          <p:nvSpPr>
            <p:cNvPr id="1258" name="Google Shape;1258;p74">
              <a:extLst>
                <a:ext uri="{FF2B5EF4-FFF2-40B4-BE49-F238E27FC236}">
                  <a16:creationId xmlns:a16="http://schemas.microsoft.com/office/drawing/2014/main" id="{37CD7132-2FB3-6372-4676-FCB612EF98A9}"/>
                </a:ext>
              </a:extLst>
            </p:cNvPr>
            <p:cNvSpPr/>
            <p:nvPr/>
          </p:nvSpPr>
          <p:spPr>
            <a:xfrm flipH="1">
              <a:off x="89807" y="1807888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74">
              <a:extLst>
                <a:ext uri="{FF2B5EF4-FFF2-40B4-BE49-F238E27FC236}">
                  <a16:creationId xmlns:a16="http://schemas.microsoft.com/office/drawing/2014/main" id="{5CC092B1-4BAE-6A87-74D7-56816C7220B8}"/>
                </a:ext>
              </a:extLst>
            </p:cNvPr>
            <p:cNvSpPr/>
            <p:nvPr/>
          </p:nvSpPr>
          <p:spPr>
            <a:xfrm rot="5400000" flipH="1">
              <a:off x="170642" y="1875927"/>
              <a:ext cx="212318" cy="238200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74">
            <a:extLst>
              <a:ext uri="{FF2B5EF4-FFF2-40B4-BE49-F238E27FC236}">
                <a16:creationId xmlns:a16="http://schemas.microsoft.com/office/drawing/2014/main" id="{EF39C23E-D217-1D08-2597-D3D2997A87AF}"/>
              </a:ext>
            </a:extLst>
          </p:cNvPr>
          <p:cNvGrpSpPr/>
          <p:nvPr/>
        </p:nvGrpSpPr>
        <p:grpSpPr>
          <a:xfrm rot="10800000" flipH="1">
            <a:off x="7862286" y="2346376"/>
            <a:ext cx="374100" cy="374100"/>
            <a:chOff x="89807" y="1807888"/>
            <a:chExt cx="374100" cy="374100"/>
          </a:xfrm>
        </p:grpSpPr>
        <p:sp>
          <p:nvSpPr>
            <p:cNvPr id="1261" name="Google Shape;1261;p74">
              <a:extLst>
                <a:ext uri="{FF2B5EF4-FFF2-40B4-BE49-F238E27FC236}">
                  <a16:creationId xmlns:a16="http://schemas.microsoft.com/office/drawing/2014/main" id="{DB367F6E-9E74-8F09-F120-ECAEF4E9F2FA}"/>
                </a:ext>
              </a:extLst>
            </p:cNvPr>
            <p:cNvSpPr/>
            <p:nvPr/>
          </p:nvSpPr>
          <p:spPr>
            <a:xfrm flipH="1">
              <a:off x="89807" y="1807888"/>
              <a:ext cx="374100" cy="37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74">
              <a:extLst>
                <a:ext uri="{FF2B5EF4-FFF2-40B4-BE49-F238E27FC236}">
                  <a16:creationId xmlns:a16="http://schemas.microsoft.com/office/drawing/2014/main" id="{561A84FB-C2CA-A9C4-B481-3CA60DDDB9A3}"/>
                </a:ext>
              </a:extLst>
            </p:cNvPr>
            <p:cNvSpPr/>
            <p:nvPr/>
          </p:nvSpPr>
          <p:spPr>
            <a:xfrm rot="5400000" flipH="1">
              <a:off x="170642" y="1875927"/>
              <a:ext cx="212318" cy="238200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6519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ta-driven Programming Class for University for College: Data Management Technology by Slidesgo">
  <a:themeElements>
    <a:clrScheme name="Simple Light">
      <a:dk1>
        <a:srgbClr val="42413F"/>
      </a:dk1>
      <a:lt1>
        <a:srgbClr val="FFFFFF"/>
      </a:lt1>
      <a:dk2>
        <a:srgbClr val="F3F3F3"/>
      </a:dk2>
      <a:lt2>
        <a:srgbClr val="CCCCCC"/>
      </a:lt2>
      <a:accent1>
        <a:srgbClr val="FF7307"/>
      </a:accent1>
      <a:accent2>
        <a:srgbClr val="E4650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73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939</Words>
  <Application>Microsoft Office PowerPoint</Application>
  <PresentationFormat>On-screen Show (16:9)</PresentationFormat>
  <Paragraphs>206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Catamaran</vt:lpstr>
      <vt:lpstr>Nunito Light</vt:lpstr>
      <vt:lpstr>Orbitron</vt:lpstr>
      <vt:lpstr>Wingdings</vt:lpstr>
      <vt:lpstr>Data-driven Programming Class for University for College: Data Management Technology by Slidesgo</vt:lpstr>
      <vt:lpstr>CS 151:  Operating Systems Fundamentals and Security</vt:lpstr>
      <vt:lpstr>OS Basics</vt:lpstr>
      <vt:lpstr>OS Basics</vt:lpstr>
      <vt:lpstr>What is an Operating System?</vt:lpstr>
      <vt:lpstr>What is an Operating System?</vt:lpstr>
      <vt:lpstr>Operating System Key Terms &amp; Concepts</vt:lpstr>
      <vt:lpstr>Operating System Key Terms &amp; Concepts</vt:lpstr>
      <vt:lpstr>Types of OS</vt:lpstr>
      <vt:lpstr>Desktop Operating Systems Families</vt:lpstr>
      <vt:lpstr>Desktop OS Market Shares</vt:lpstr>
      <vt:lpstr>Mobile Operating Systems Familes</vt:lpstr>
      <vt:lpstr>Mobile OS Market Shares</vt:lpstr>
      <vt:lpstr>Windows Operating Systems</vt:lpstr>
      <vt:lpstr>Windows Operating Systems</vt:lpstr>
      <vt:lpstr>Windows Operating Systems</vt:lpstr>
      <vt:lpstr>Mac Operating System</vt:lpstr>
      <vt:lpstr>Mac Operating System</vt:lpstr>
      <vt:lpstr>Mac Operating System</vt:lpstr>
      <vt:lpstr>Linux Operating Systems</vt:lpstr>
      <vt:lpstr>Unix Evolution</vt:lpstr>
      <vt:lpstr>Linux Operating Systems</vt:lpstr>
      <vt:lpstr>Linux Operating Systems</vt:lpstr>
      <vt:lpstr>Linux Operating Systems</vt:lpstr>
      <vt:lpstr>Why do we care?</vt:lpstr>
      <vt:lpstr>Why do we care about Linux?</vt:lpstr>
      <vt:lpstr>OS Security</vt:lpstr>
      <vt:lpstr>Key Terms &amp; Concepts</vt:lpstr>
      <vt:lpstr>User-Space vs Kernel-Space</vt:lpstr>
      <vt:lpstr>User-Space vs Kernel-Space</vt:lpstr>
      <vt:lpstr>User-Space vs Kernel-Space</vt:lpstr>
      <vt:lpstr>User-Space vs Kernel-Space</vt:lpstr>
      <vt:lpstr>User-Space vs Kernel-Space</vt:lpstr>
      <vt:lpstr>User-Space vs Kernel-Space</vt:lpstr>
      <vt:lpstr>User-Space vs Kernel-Space</vt:lpstr>
      <vt:lpstr>User-Space vs Kernel-Space</vt:lpstr>
      <vt:lpstr>User-Space vs Kernel-Space</vt:lpstr>
      <vt:lpstr>Access Control</vt:lpstr>
      <vt:lpstr>Access Control Key Terms &amp; Concepts</vt:lpstr>
      <vt:lpstr>Access Control Key Terms &amp; Concepts</vt:lpstr>
      <vt:lpstr>Access Control Key Terms &amp; Concepts</vt:lpstr>
      <vt:lpstr>Access Control Models</vt:lpstr>
      <vt:lpstr>Discretionary Access Control (DAC)</vt:lpstr>
      <vt:lpstr>Mandatory Access Control (MAC)</vt:lpstr>
      <vt:lpstr>Mandatory Access Control (MAC)</vt:lpstr>
      <vt:lpstr>Bell – Lapadula Model</vt:lpstr>
      <vt:lpstr>Bell – Lapadula Model</vt:lpstr>
      <vt:lpstr>Role-Based Access Control (RBAC)</vt:lpstr>
      <vt:lpstr>Role-Based Access Control (RBAC)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Culanag</cp:lastModifiedBy>
  <cp:revision>11</cp:revision>
  <dcterms:modified xsi:type="dcterms:W3CDTF">2025-10-16T14:41:46Z</dcterms:modified>
</cp:coreProperties>
</file>