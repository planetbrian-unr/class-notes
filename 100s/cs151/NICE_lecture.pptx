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72" r:id="rId7"/>
    <p:sldId id="273" r:id="rId8"/>
    <p:sldId id="274" r:id="rId9"/>
    <p:sldId id="282" r:id="rId10"/>
    <p:sldId id="261" r:id="rId11"/>
    <p:sldId id="265" r:id="rId12"/>
    <p:sldId id="284" r:id="rId13"/>
    <p:sldId id="285" r:id="rId14"/>
    <p:sldId id="286" r:id="rId15"/>
    <p:sldId id="287" r:id="rId16"/>
    <p:sldId id="288" r:id="rId17"/>
    <p:sldId id="275" r:id="rId18"/>
    <p:sldId id="276" r:id="rId19"/>
    <p:sldId id="277" r:id="rId20"/>
    <p:sldId id="278" r:id="rId21"/>
    <p:sldId id="279" r:id="rId22"/>
    <p:sldId id="280" r:id="rId23"/>
    <p:sldId id="281" r:id="rId24"/>
    <p:sldId id="266" r:id="rId25"/>
    <p:sldId id="291" r:id="rId26"/>
    <p:sldId id="290" r:id="rId27"/>
    <p:sldId id="267" r:id="rId28"/>
    <p:sldId id="268" r:id="rId29"/>
    <p:sldId id="28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B0C809-3A49-4FBD-B2EF-903961FF5BB7}" v="11" dt="2025-11-15T04:07:50.9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238" autoAdjust="0"/>
  </p:normalViewPr>
  <p:slideViewPr>
    <p:cSldViewPr snapToGrid="0">
      <p:cViewPr varScale="1">
        <p:scale>
          <a:sx n="69" d="100"/>
          <a:sy n="69" d="100"/>
        </p:scale>
        <p:origin x="12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s, Richard" userId="239508c3-453e-44cd-9490-c9366a1e2f6b" providerId="ADAL" clId="{8C784382-6DF1-434D-A022-2E31AFE31226}"/>
    <pc:docChg chg="custSel addSld delSld modSld">
      <pc:chgData name="Hays, Richard" userId="239508c3-453e-44cd-9490-c9366a1e2f6b" providerId="ADAL" clId="{8C784382-6DF1-434D-A022-2E31AFE31226}" dt="2025-11-15T04:14:53.445" v="886" actId="1076"/>
      <pc:docMkLst>
        <pc:docMk/>
      </pc:docMkLst>
      <pc:sldChg chg="modSp mod">
        <pc:chgData name="Hays, Richard" userId="239508c3-453e-44cd-9490-c9366a1e2f6b" providerId="ADAL" clId="{8C784382-6DF1-434D-A022-2E31AFE31226}" dt="2025-11-15T04:00:53.378" v="842" actId="1076"/>
        <pc:sldMkLst>
          <pc:docMk/>
          <pc:sldMk cId="293756076" sldId="256"/>
        </pc:sldMkLst>
        <pc:spChg chg="mod">
          <ac:chgData name="Hays, Richard" userId="239508c3-453e-44cd-9490-c9366a1e2f6b" providerId="ADAL" clId="{8C784382-6DF1-434D-A022-2E31AFE31226}" dt="2025-11-15T04:00:53.378" v="842" actId="1076"/>
          <ac:spMkLst>
            <pc:docMk/>
            <pc:sldMk cId="293756076" sldId="256"/>
            <ac:spMk id="4" creationId="{79D7AB64-FA78-3861-3BE5-B2E1E5100744}"/>
          </ac:spMkLst>
        </pc:spChg>
      </pc:sldChg>
      <pc:sldChg chg="modSp mod">
        <pc:chgData name="Hays, Richard" userId="239508c3-453e-44cd-9490-c9366a1e2f6b" providerId="ADAL" clId="{8C784382-6DF1-434D-A022-2E31AFE31226}" dt="2025-11-15T04:01:05.189" v="845" actId="115"/>
        <pc:sldMkLst>
          <pc:docMk/>
          <pc:sldMk cId="2972838091" sldId="257"/>
        </pc:sldMkLst>
        <pc:spChg chg="mod">
          <ac:chgData name="Hays, Richard" userId="239508c3-453e-44cd-9490-c9366a1e2f6b" providerId="ADAL" clId="{8C784382-6DF1-434D-A022-2E31AFE31226}" dt="2025-11-15T04:01:05.189" v="845" actId="115"/>
          <ac:spMkLst>
            <pc:docMk/>
            <pc:sldMk cId="2972838091" sldId="257"/>
            <ac:spMk id="2" creationId="{BB1A48C0-FB92-462C-AEA8-9CA28102DD66}"/>
          </ac:spMkLst>
        </pc:spChg>
      </pc:sldChg>
      <pc:sldChg chg="modSp mod">
        <pc:chgData name="Hays, Richard" userId="239508c3-453e-44cd-9490-c9366a1e2f6b" providerId="ADAL" clId="{8C784382-6DF1-434D-A022-2E31AFE31226}" dt="2025-11-15T04:08:08.473" v="879" actId="20577"/>
        <pc:sldMkLst>
          <pc:docMk/>
          <pc:sldMk cId="3528488323" sldId="259"/>
        </pc:sldMkLst>
        <pc:spChg chg="mod">
          <ac:chgData name="Hays, Richard" userId="239508c3-453e-44cd-9490-c9366a1e2f6b" providerId="ADAL" clId="{8C784382-6DF1-434D-A022-2E31AFE31226}" dt="2025-11-15T04:08:08.473" v="879" actId="20577"/>
          <ac:spMkLst>
            <pc:docMk/>
            <pc:sldMk cId="3528488323" sldId="259"/>
            <ac:spMk id="2" creationId="{4B2FD502-9F7D-5287-8CD6-20A6B452DA12}"/>
          </ac:spMkLst>
        </pc:spChg>
      </pc:sldChg>
      <pc:sldChg chg="modSp mod">
        <pc:chgData name="Hays, Richard" userId="239508c3-453e-44cd-9490-c9366a1e2f6b" providerId="ADAL" clId="{8C784382-6DF1-434D-A022-2E31AFE31226}" dt="2025-11-15T03:25:42.365" v="566" actId="20577"/>
        <pc:sldMkLst>
          <pc:docMk/>
          <pc:sldMk cId="3803937923" sldId="260"/>
        </pc:sldMkLst>
        <pc:spChg chg="mod">
          <ac:chgData name="Hays, Richard" userId="239508c3-453e-44cd-9490-c9366a1e2f6b" providerId="ADAL" clId="{8C784382-6DF1-434D-A022-2E31AFE31226}" dt="2025-11-15T03:25:42.365" v="566" actId="20577"/>
          <ac:spMkLst>
            <pc:docMk/>
            <pc:sldMk cId="3803937923" sldId="260"/>
            <ac:spMk id="2" creationId="{AC5E904D-03D9-3D1A-B1EF-5774C7FC2C26}"/>
          </ac:spMkLst>
        </pc:spChg>
      </pc:sldChg>
      <pc:sldChg chg="modSp mod">
        <pc:chgData name="Hays, Richard" userId="239508c3-453e-44cd-9490-c9366a1e2f6b" providerId="ADAL" clId="{8C784382-6DF1-434D-A022-2E31AFE31226}" dt="2025-11-12T18:22:02.236" v="533" actId="20577"/>
        <pc:sldMkLst>
          <pc:docMk/>
          <pc:sldMk cId="674754662" sldId="261"/>
        </pc:sldMkLst>
        <pc:spChg chg="mod">
          <ac:chgData name="Hays, Richard" userId="239508c3-453e-44cd-9490-c9366a1e2f6b" providerId="ADAL" clId="{8C784382-6DF1-434D-A022-2E31AFE31226}" dt="2025-11-12T18:22:02.236" v="533" actId="20577"/>
          <ac:spMkLst>
            <pc:docMk/>
            <pc:sldMk cId="674754662" sldId="261"/>
            <ac:spMk id="2" creationId="{6FACD51C-6B8B-252E-36B1-E71CF1BAF3A4}"/>
          </ac:spMkLst>
        </pc:spChg>
      </pc:sldChg>
      <pc:sldChg chg="modSp del mod">
        <pc:chgData name="Hays, Richard" userId="239508c3-453e-44cd-9490-c9366a1e2f6b" providerId="ADAL" clId="{8C784382-6DF1-434D-A022-2E31AFE31226}" dt="2025-11-13T22:05:09.945" v="561" actId="47"/>
        <pc:sldMkLst>
          <pc:docMk/>
          <pc:sldMk cId="3342988717" sldId="262"/>
        </pc:sldMkLst>
      </pc:sldChg>
      <pc:sldChg chg="del">
        <pc:chgData name="Hays, Richard" userId="239508c3-453e-44cd-9490-c9366a1e2f6b" providerId="ADAL" clId="{8C784382-6DF1-434D-A022-2E31AFE31226}" dt="2025-11-13T22:05:22.125" v="562" actId="47"/>
        <pc:sldMkLst>
          <pc:docMk/>
          <pc:sldMk cId="2275174549" sldId="263"/>
        </pc:sldMkLst>
      </pc:sldChg>
      <pc:sldChg chg="del">
        <pc:chgData name="Hays, Richard" userId="239508c3-453e-44cd-9490-c9366a1e2f6b" providerId="ADAL" clId="{8C784382-6DF1-434D-A022-2E31AFE31226}" dt="2025-11-13T22:05:22.125" v="562" actId="47"/>
        <pc:sldMkLst>
          <pc:docMk/>
          <pc:sldMk cId="2279125936" sldId="264"/>
        </pc:sldMkLst>
      </pc:sldChg>
      <pc:sldChg chg="addSp delSp modSp mod">
        <pc:chgData name="Hays, Richard" userId="239508c3-453e-44cd-9490-c9366a1e2f6b" providerId="ADAL" clId="{8C784382-6DF1-434D-A022-2E31AFE31226}" dt="2025-11-15T04:14:53.445" v="886" actId="1076"/>
        <pc:sldMkLst>
          <pc:docMk/>
          <pc:sldMk cId="3196067779" sldId="266"/>
        </pc:sldMkLst>
        <pc:spChg chg="add mod">
          <ac:chgData name="Hays, Richard" userId="239508c3-453e-44cd-9490-c9366a1e2f6b" providerId="ADAL" clId="{8C784382-6DF1-434D-A022-2E31AFE31226}" dt="2025-11-15T04:13:29.627" v="884" actId="1076"/>
          <ac:spMkLst>
            <pc:docMk/>
            <pc:sldMk cId="3196067779" sldId="266"/>
            <ac:spMk id="6" creationId="{1DC5BC5C-E5B6-9E74-DC7D-563FD35D2F7E}"/>
          </ac:spMkLst>
        </pc:spChg>
        <pc:spChg chg="add mod">
          <ac:chgData name="Hays, Richard" userId="239508c3-453e-44cd-9490-c9366a1e2f6b" providerId="ADAL" clId="{8C784382-6DF1-434D-A022-2E31AFE31226}" dt="2025-11-15T04:14:53.445" v="886" actId="1076"/>
          <ac:spMkLst>
            <pc:docMk/>
            <pc:sldMk cId="3196067779" sldId="266"/>
            <ac:spMk id="8" creationId="{83E384C7-CD95-2EF5-D0A4-25BC933998F7}"/>
          </ac:spMkLst>
        </pc:spChg>
        <pc:graphicFrameChg chg="del">
          <ac:chgData name="Hays, Richard" userId="239508c3-453e-44cd-9490-c9366a1e2f6b" providerId="ADAL" clId="{8C784382-6DF1-434D-A022-2E31AFE31226}" dt="2025-11-15T04:13:18.309" v="881" actId="478"/>
          <ac:graphicFrameMkLst>
            <pc:docMk/>
            <pc:sldMk cId="3196067779" sldId="266"/>
            <ac:graphicFrameMk id="4" creationId="{FCCC8E77-F59D-B34F-2C03-CD8E307F8700}"/>
          </ac:graphicFrameMkLst>
        </pc:graphicFrameChg>
        <pc:graphicFrameChg chg="del">
          <ac:chgData name="Hays, Richard" userId="239508c3-453e-44cd-9490-c9366a1e2f6b" providerId="ADAL" clId="{8C784382-6DF1-434D-A022-2E31AFE31226}" dt="2025-11-15T04:13:20.594" v="882" actId="478"/>
          <ac:graphicFrameMkLst>
            <pc:docMk/>
            <pc:sldMk cId="3196067779" sldId="266"/>
            <ac:graphicFrameMk id="5" creationId="{53D59FFE-C455-DEDF-E934-14678D594443}"/>
          </ac:graphicFrameMkLst>
        </pc:graphicFrameChg>
      </pc:sldChg>
      <pc:sldChg chg="addSp modSp mod">
        <pc:chgData name="Hays, Richard" userId="239508c3-453e-44cd-9490-c9366a1e2f6b" providerId="ADAL" clId="{8C784382-6DF1-434D-A022-2E31AFE31226}" dt="2025-11-15T03:49:22.672" v="817" actId="2711"/>
        <pc:sldMkLst>
          <pc:docMk/>
          <pc:sldMk cId="2994471636" sldId="267"/>
        </pc:sldMkLst>
        <pc:spChg chg="mod">
          <ac:chgData name="Hays, Richard" userId="239508c3-453e-44cd-9490-c9366a1e2f6b" providerId="ADAL" clId="{8C784382-6DF1-434D-A022-2E31AFE31226}" dt="2025-11-15T03:29:56.420" v="636" actId="1076"/>
          <ac:spMkLst>
            <pc:docMk/>
            <pc:sldMk cId="2994471636" sldId="267"/>
            <ac:spMk id="2" creationId="{E2850289-A36D-C060-901F-6DA2E0FC64D0}"/>
          </ac:spMkLst>
        </pc:spChg>
        <pc:spChg chg="add mod">
          <ac:chgData name="Hays, Richard" userId="239508c3-453e-44cd-9490-c9366a1e2f6b" providerId="ADAL" clId="{8C784382-6DF1-434D-A022-2E31AFE31226}" dt="2025-11-15T03:49:22.672" v="817" actId="2711"/>
          <ac:spMkLst>
            <pc:docMk/>
            <pc:sldMk cId="2994471636" sldId="267"/>
            <ac:spMk id="3" creationId="{4F7DDA82-BE5C-DA8B-9E01-2A70CC89512A}"/>
          </ac:spMkLst>
        </pc:spChg>
      </pc:sldChg>
      <pc:sldChg chg="addSp modSp add mod">
        <pc:chgData name="Hays, Richard" userId="239508c3-453e-44cd-9490-c9366a1e2f6b" providerId="ADAL" clId="{8C784382-6DF1-434D-A022-2E31AFE31226}" dt="2025-11-13T21:44:10.732" v="540" actId="115"/>
        <pc:sldMkLst>
          <pc:docMk/>
          <pc:sldMk cId="0" sldId="275"/>
        </pc:sldMkLst>
        <pc:spChg chg="add mod">
          <ac:chgData name="Hays, Richard" userId="239508c3-453e-44cd-9490-c9366a1e2f6b" providerId="ADAL" clId="{8C784382-6DF1-434D-A022-2E31AFE31226}" dt="2025-11-13T21:44:10.732" v="540" actId="115"/>
          <ac:spMkLst>
            <pc:docMk/>
            <pc:sldMk cId="0" sldId="275"/>
            <ac:spMk id="11" creationId="{E931992E-8C31-20D2-D660-1E1C175FB5D1}"/>
          </ac:spMkLst>
        </pc:spChg>
      </pc:sldChg>
      <pc:sldChg chg="add">
        <pc:chgData name="Hays, Richard" userId="239508c3-453e-44cd-9490-c9366a1e2f6b" providerId="ADAL" clId="{8C784382-6DF1-434D-A022-2E31AFE31226}" dt="2025-11-13T21:43:06.416" v="534"/>
        <pc:sldMkLst>
          <pc:docMk/>
          <pc:sldMk cId="0" sldId="276"/>
        </pc:sldMkLst>
      </pc:sldChg>
      <pc:sldChg chg="add">
        <pc:chgData name="Hays, Richard" userId="239508c3-453e-44cd-9490-c9366a1e2f6b" providerId="ADAL" clId="{8C784382-6DF1-434D-A022-2E31AFE31226}" dt="2025-11-13T21:43:06.416" v="534"/>
        <pc:sldMkLst>
          <pc:docMk/>
          <pc:sldMk cId="0" sldId="277"/>
        </pc:sldMkLst>
      </pc:sldChg>
      <pc:sldChg chg="add">
        <pc:chgData name="Hays, Richard" userId="239508c3-453e-44cd-9490-c9366a1e2f6b" providerId="ADAL" clId="{8C784382-6DF1-434D-A022-2E31AFE31226}" dt="2025-11-13T21:43:06.416" v="534"/>
        <pc:sldMkLst>
          <pc:docMk/>
          <pc:sldMk cId="0" sldId="278"/>
        </pc:sldMkLst>
      </pc:sldChg>
      <pc:sldChg chg="add">
        <pc:chgData name="Hays, Richard" userId="239508c3-453e-44cd-9490-c9366a1e2f6b" providerId="ADAL" clId="{8C784382-6DF1-434D-A022-2E31AFE31226}" dt="2025-11-13T21:43:06.416" v="534"/>
        <pc:sldMkLst>
          <pc:docMk/>
          <pc:sldMk cId="0" sldId="279"/>
        </pc:sldMkLst>
      </pc:sldChg>
      <pc:sldChg chg="add">
        <pc:chgData name="Hays, Richard" userId="239508c3-453e-44cd-9490-c9366a1e2f6b" providerId="ADAL" clId="{8C784382-6DF1-434D-A022-2E31AFE31226}" dt="2025-11-13T21:43:06.416" v="534"/>
        <pc:sldMkLst>
          <pc:docMk/>
          <pc:sldMk cId="0" sldId="280"/>
        </pc:sldMkLst>
      </pc:sldChg>
      <pc:sldChg chg="add">
        <pc:chgData name="Hays, Richard" userId="239508c3-453e-44cd-9490-c9366a1e2f6b" providerId="ADAL" clId="{8C784382-6DF1-434D-A022-2E31AFE31226}" dt="2025-11-13T21:43:06.416" v="534"/>
        <pc:sldMkLst>
          <pc:docMk/>
          <pc:sldMk cId="0" sldId="281"/>
        </pc:sldMkLst>
      </pc:sldChg>
      <pc:sldChg chg="modSp add del mod">
        <pc:chgData name="Hays, Richard" userId="239508c3-453e-44cd-9490-c9366a1e2f6b" providerId="ADAL" clId="{8C784382-6DF1-434D-A022-2E31AFE31226}" dt="2025-11-13T22:04:55.849" v="560" actId="1076"/>
        <pc:sldMkLst>
          <pc:docMk/>
          <pc:sldMk cId="0" sldId="282"/>
        </pc:sldMkLst>
        <pc:spChg chg="mod">
          <ac:chgData name="Hays, Richard" userId="239508c3-453e-44cd-9490-c9366a1e2f6b" providerId="ADAL" clId="{8C784382-6DF1-434D-A022-2E31AFE31226}" dt="2025-11-13T22:04:55.849" v="560" actId="1076"/>
          <ac:spMkLst>
            <pc:docMk/>
            <pc:sldMk cId="0" sldId="282"/>
            <ac:spMk id="3" creationId="{00000000-0000-0000-0000-000000000000}"/>
          </ac:spMkLst>
        </pc:spChg>
      </pc:sldChg>
      <pc:sldChg chg="addSp delSp modSp mod">
        <pc:chgData name="Hays, Richard" userId="239508c3-453e-44cd-9490-c9366a1e2f6b" providerId="ADAL" clId="{8C784382-6DF1-434D-A022-2E31AFE31226}" dt="2025-11-15T03:54:50.784" v="823" actId="255"/>
        <pc:sldMkLst>
          <pc:docMk/>
          <pc:sldMk cId="2802126581" sldId="289"/>
        </pc:sldMkLst>
        <pc:spChg chg="add del mod">
          <ac:chgData name="Hays, Richard" userId="239508c3-453e-44cd-9490-c9366a1e2f6b" providerId="ADAL" clId="{8C784382-6DF1-434D-A022-2E31AFE31226}" dt="2025-11-15T03:54:33.998" v="821" actId="478"/>
          <ac:spMkLst>
            <pc:docMk/>
            <pc:sldMk cId="2802126581" sldId="289"/>
            <ac:spMk id="3" creationId="{FC4C981D-5291-CDC2-D5C6-A4325A28465E}"/>
          </ac:spMkLst>
        </pc:spChg>
        <pc:spChg chg="mod">
          <ac:chgData name="Hays, Richard" userId="239508c3-453e-44cd-9490-c9366a1e2f6b" providerId="ADAL" clId="{8C784382-6DF1-434D-A022-2E31AFE31226}" dt="2025-11-15T03:30:33.099" v="637" actId="2711"/>
          <ac:spMkLst>
            <pc:docMk/>
            <pc:sldMk cId="2802126581" sldId="289"/>
            <ac:spMk id="4" creationId="{C438498B-9B0D-5863-9856-DC7A4E92288F}"/>
          </ac:spMkLst>
        </pc:spChg>
        <pc:spChg chg="add mod">
          <ac:chgData name="Hays, Richard" userId="239508c3-453e-44cd-9490-c9366a1e2f6b" providerId="ADAL" clId="{8C784382-6DF1-434D-A022-2E31AFE31226}" dt="2025-11-15T03:54:50.784" v="823" actId="255"/>
          <ac:spMkLst>
            <pc:docMk/>
            <pc:sldMk cId="2802126581" sldId="289"/>
            <ac:spMk id="6" creationId="{A73060D7-129A-CE21-9D82-013E60C9B9D2}"/>
          </ac:spMkLst>
        </pc:spChg>
      </pc:sldChg>
      <pc:sldChg chg="add">
        <pc:chgData name="Hays, Richard" userId="239508c3-453e-44cd-9490-c9366a1e2f6b" providerId="ADAL" clId="{8C784382-6DF1-434D-A022-2E31AFE31226}" dt="2025-11-15T04:13:14.650" v="880" actId="2890"/>
        <pc:sldMkLst>
          <pc:docMk/>
          <pc:sldMk cId="1376152123" sldId="2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CC328E-5449-4354-9F90-C5833EB8264C}"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66520F-14A2-4C96-AE4B-69A9F1C15B8A}" type="slidenum">
              <a:rPr lang="en-US" smtClean="0"/>
              <a:t>‹#›</a:t>
            </a:fld>
            <a:endParaRPr lang="en-US"/>
          </a:p>
        </p:txBody>
      </p:sp>
    </p:spTree>
    <p:extLst>
      <p:ext uri="{BB962C8B-B14F-4D97-AF65-F5344CB8AC3E}">
        <p14:creationId xmlns:p14="http://schemas.microsoft.com/office/powerpoint/2010/main" val="3901038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see the sharing of information for the competency areas, and this sharing continues as the career field evolves.</a:t>
            </a:r>
          </a:p>
        </p:txBody>
      </p:sp>
      <p:sp>
        <p:nvSpPr>
          <p:cNvPr id="4" name="Slide Number Placeholder 3"/>
          <p:cNvSpPr>
            <a:spLocks noGrp="1"/>
          </p:cNvSpPr>
          <p:nvPr>
            <p:ph type="sldNum" sz="quarter" idx="5"/>
          </p:nvPr>
        </p:nvSpPr>
        <p:spPr/>
        <p:txBody>
          <a:bodyPr/>
          <a:lstStyle/>
          <a:p>
            <a:fld id="{CD66520F-14A2-4C96-AE4B-69A9F1C15B8A}" type="slidenum">
              <a:rPr lang="en-US" smtClean="0"/>
              <a:t>14</a:t>
            </a:fld>
            <a:endParaRPr lang="en-US"/>
          </a:p>
        </p:txBody>
      </p:sp>
    </p:spTree>
    <p:extLst>
      <p:ext uri="{BB962C8B-B14F-4D97-AF65-F5344CB8AC3E}">
        <p14:creationId xmlns:p14="http://schemas.microsoft.com/office/powerpoint/2010/main" val="4002963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While Work Roles focus on the work to be done (Task statements), Competency Areas focus on what a learner must know or be able to do (Knowledge and Skill statements) to complete that work </a:t>
            </a:r>
            <a:endParaRPr lang="en-US" dirty="0"/>
          </a:p>
        </p:txBody>
      </p:sp>
      <p:sp>
        <p:nvSpPr>
          <p:cNvPr id="4" name="Slide Number Placeholder 3"/>
          <p:cNvSpPr>
            <a:spLocks noGrp="1"/>
          </p:cNvSpPr>
          <p:nvPr>
            <p:ph type="sldNum" sz="quarter" idx="5"/>
          </p:nvPr>
        </p:nvSpPr>
        <p:spPr/>
        <p:txBody>
          <a:bodyPr/>
          <a:lstStyle/>
          <a:p>
            <a:fld id="{CD66520F-14A2-4C96-AE4B-69A9F1C15B8A}" type="slidenum">
              <a:rPr lang="en-US" smtClean="0"/>
              <a:t>15</a:t>
            </a:fld>
            <a:endParaRPr lang="en-US"/>
          </a:p>
        </p:txBody>
      </p:sp>
    </p:spTree>
    <p:extLst>
      <p:ext uri="{BB962C8B-B14F-4D97-AF65-F5344CB8AC3E}">
        <p14:creationId xmlns:p14="http://schemas.microsoft.com/office/powerpoint/2010/main" val="2031253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F122C-0D02-35E9-7943-87DF7A64A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FF28B-2B8D-B8F8-5762-53CDA41C44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BB691D-3A99-6F4A-557F-9FB3F715F9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DD25B4-D946-29CE-FE4D-01858373D4BE}"/>
              </a:ext>
            </a:extLst>
          </p:cNvPr>
          <p:cNvSpPr>
            <a:spLocks noGrp="1"/>
          </p:cNvSpPr>
          <p:nvPr>
            <p:ph type="sldNum" sz="quarter" idx="5"/>
          </p:nvPr>
        </p:nvSpPr>
        <p:spPr/>
        <p:txBody>
          <a:bodyPr/>
          <a:lstStyle/>
          <a:p>
            <a:fld id="{CD66520F-14A2-4C96-AE4B-69A9F1C15B8A}" type="slidenum">
              <a:rPr lang="en-US" smtClean="0"/>
              <a:t>16</a:t>
            </a:fld>
            <a:endParaRPr lang="en-US"/>
          </a:p>
        </p:txBody>
      </p:sp>
    </p:spTree>
    <p:extLst>
      <p:ext uri="{BB962C8B-B14F-4D97-AF65-F5344CB8AC3E}">
        <p14:creationId xmlns:p14="http://schemas.microsoft.com/office/powerpoint/2010/main" val="3105327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96F0F-7361-3DA7-6BE7-E331A4DE6F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D22039-30C0-A3AE-03AE-5A85596DA4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EBBC03-46BE-4153-9011-48BAA28630B4}"/>
              </a:ext>
            </a:extLst>
          </p:cNvPr>
          <p:cNvSpPr>
            <a:spLocks noGrp="1"/>
          </p:cNvSpPr>
          <p:nvPr>
            <p:ph type="dt" sz="half" idx="10"/>
          </p:nvPr>
        </p:nvSpPr>
        <p:spPr/>
        <p:txBody>
          <a:bodyPr/>
          <a:lstStyle/>
          <a:p>
            <a:fld id="{5F9BDD13-0708-4A0C-8E24-93D654594FBC}" type="datetimeFigureOut">
              <a:rPr lang="en-US" smtClean="0"/>
              <a:t>11/14/2025</a:t>
            </a:fld>
            <a:endParaRPr lang="en-US"/>
          </a:p>
        </p:txBody>
      </p:sp>
      <p:sp>
        <p:nvSpPr>
          <p:cNvPr id="5" name="Footer Placeholder 4">
            <a:extLst>
              <a:ext uri="{FF2B5EF4-FFF2-40B4-BE49-F238E27FC236}">
                <a16:creationId xmlns:a16="http://schemas.microsoft.com/office/drawing/2014/main" id="{2E4760A5-817D-D047-903B-DD96197682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271F57-47C2-9CDC-B267-614C1F442B82}"/>
              </a:ext>
            </a:extLst>
          </p:cNvPr>
          <p:cNvSpPr>
            <a:spLocks noGrp="1"/>
          </p:cNvSpPr>
          <p:nvPr>
            <p:ph type="sldNum" sz="quarter" idx="12"/>
          </p:nvPr>
        </p:nvSpPr>
        <p:spPr/>
        <p:txBody>
          <a:bodyPr/>
          <a:lstStyle/>
          <a:p>
            <a:fld id="{70F9E16F-A925-486C-A130-FB130F9FCD5F}" type="slidenum">
              <a:rPr lang="en-US" smtClean="0"/>
              <a:t>‹#›</a:t>
            </a:fld>
            <a:endParaRPr lang="en-US"/>
          </a:p>
        </p:txBody>
      </p:sp>
    </p:spTree>
    <p:extLst>
      <p:ext uri="{BB962C8B-B14F-4D97-AF65-F5344CB8AC3E}">
        <p14:creationId xmlns:p14="http://schemas.microsoft.com/office/powerpoint/2010/main" val="1028643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3783A-3447-1F69-AA02-54EE920BA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5FE35C-9C1D-7F18-3734-94067C5D27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93653-E1B0-8F21-FBAD-3612DFAE342E}"/>
              </a:ext>
            </a:extLst>
          </p:cNvPr>
          <p:cNvSpPr>
            <a:spLocks noGrp="1"/>
          </p:cNvSpPr>
          <p:nvPr>
            <p:ph type="dt" sz="half" idx="10"/>
          </p:nvPr>
        </p:nvSpPr>
        <p:spPr/>
        <p:txBody>
          <a:bodyPr/>
          <a:lstStyle/>
          <a:p>
            <a:fld id="{5F9BDD13-0708-4A0C-8E24-93D654594FBC}" type="datetimeFigureOut">
              <a:rPr lang="en-US" smtClean="0"/>
              <a:t>11/14/2025</a:t>
            </a:fld>
            <a:endParaRPr lang="en-US"/>
          </a:p>
        </p:txBody>
      </p:sp>
      <p:sp>
        <p:nvSpPr>
          <p:cNvPr id="5" name="Footer Placeholder 4">
            <a:extLst>
              <a:ext uri="{FF2B5EF4-FFF2-40B4-BE49-F238E27FC236}">
                <a16:creationId xmlns:a16="http://schemas.microsoft.com/office/drawing/2014/main" id="{928559CB-8C87-4D40-43C4-A091842C90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01435C-47A8-8C39-BF2F-A7CF7053436A}"/>
              </a:ext>
            </a:extLst>
          </p:cNvPr>
          <p:cNvSpPr>
            <a:spLocks noGrp="1"/>
          </p:cNvSpPr>
          <p:nvPr>
            <p:ph type="sldNum" sz="quarter" idx="12"/>
          </p:nvPr>
        </p:nvSpPr>
        <p:spPr/>
        <p:txBody>
          <a:bodyPr/>
          <a:lstStyle/>
          <a:p>
            <a:fld id="{70F9E16F-A925-486C-A130-FB130F9FCD5F}" type="slidenum">
              <a:rPr lang="en-US" smtClean="0"/>
              <a:t>‹#›</a:t>
            </a:fld>
            <a:endParaRPr lang="en-US"/>
          </a:p>
        </p:txBody>
      </p:sp>
    </p:spTree>
    <p:extLst>
      <p:ext uri="{BB962C8B-B14F-4D97-AF65-F5344CB8AC3E}">
        <p14:creationId xmlns:p14="http://schemas.microsoft.com/office/powerpoint/2010/main" val="2306748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D16A0-742D-4BCA-D4C4-B0E3AD1FC6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61E138-27CB-6092-46A5-31FC76F57A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752357-7D63-46FE-52FE-28C69DE2727C}"/>
              </a:ext>
            </a:extLst>
          </p:cNvPr>
          <p:cNvSpPr>
            <a:spLocks noGrp="1"/>
          </p:cNvSpPr>
          <p:nvPr>
            <p:ph type="dt" sz="half" idx="10"/>
          </p:nvPr>
        </p:nvSpPr>
        <p:spPr/>
        <p:txBody>
          <a:bodyPr/>
          <a:lstStyle/>
          <a:p>
            <a:fld id="{5F9BDD13-0708-4A0C-8E24-93D654594FBC}" type="datetimeFigureOut">
              <a:rPr lang="en-US" smtClean="0"/>
              <a:t>11/14/2025</a:t>
            </a:fld>
            <a:endParaRPr lang="en-US"/>
          </a:p>
        </p:txBody>
      </p:sp>
      <p:sp>
        <p:nvSpPr>
          <p:cNvPr id="5" name="Footer Placeholder 4">
            <a:extLst>
              <a:ext uri="{FF2B5EF4-FFF2-40B4-BE49-F238E27FC236}">
                <a16:creationId xmlns:a16="http://schemas.microsoft.com/office/drawing/2014/main" id="{0DD85013-760C-F3C3-1974-5B31BF4F87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25DF23-504E-DF0D-770B-C65793FD7972}"/>
              </a:ext>
            </a:extLst>
          </p:cNvPr>
          <p:cNvSpPr>
            <a:spLocks noGrp="1"/>
          </p:cNvSpPr>
          <p:nvPr>
            <p:ph type="sldNum" sz="quarter" idx="12"/>
          </p:nvPr>
        </p:nvSpPr>
        <p:spPr/>
        <p:txBody>
          <a:bodyPr/>
          <a:lstStyle/>
          <a:p>
            <a:fld id="{70F9E16F-A925-486C-A130-FB130F9FCD5F}" type="slidenum">
              <a:rPr lang="en-US" smtClean="0"/>
              <a:t>‹#›</a:t>
            </a:fld>
            <a:endParaRPr lang="en-US"/>
          </a:p>
        </p:txBody>
      </p:sp>
    </p:spTree>
    <p:extLst>
      <p:ext uri="{BB962C8B-B14F-4D97-AF65-F5344CB8AC3E}">
        <p14:creationId xmlns:p14="http://schemas.microsoft.com/office/powerpoint/2010/main" val="1690396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0DCA5-FD3C-25A0-0108-63AB419054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3ECBED-B3C4-E6AF-63D4-FCE97BFDD6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B17EA2-8FA6-9B50-8A07-9080738756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ED80A5-3286-B135-DD55-2DD8A05292C5}"/>
              </a:ext>
            </a:extLst>
          </p:cNvPr>
          <p:cNvSpPr>
            <a:spLocks noGrp="1"/>
          </p:cNvSpPr>
          <p:nvPr>
            <p:ph type="dt" sz="half" idx="10"/>
          </p:nvPr>
        </p:nvSpPr>
        <p:spPr/>
        <p:txBody>
          <a:bodyPr/>
          <a:lstStyle/>
          <a:p>
            <a:fld id="{5F9BDD13-0708-4A0C-8E24-93D654594FBC}" type="datetimeFigureOut">
              <a:rPr lang="en-US" smtClean="0"/>
              <a:t>11/14/2025</a:t>
            </a:fld>
            <a:endParaRPr lang="en-US"/>
          </a:p>
        </p:txBody>
      </p:sp>
      <p:sp>
        <p:nvSpPr>
          <p:cNvPr id="6" name="Footer Placeholder 5">
            <a:extLst>
              <a:ext uri="{FF2B5EF4-FFF2-40B4-BE49-F238E27FC236}">
                <a16:creationId xmlns:a16="http://schemas.microsoft.com/office/drawing/2014/main" id="{C5D9A5D4-D93A-9F46-99E9-EB1C1D6CEE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D39DF6-45F9-97C6-93F9-6D0D969DE86F}"/>
              </a:ext>
            </a:extLst>
          </p:cNvPr>
          <p:cNvSpPr>
            <a:spLocks noGrp="1"/>
          </p:cNvSpPr>
          <p:nvPr>
            <p:ph type="sldNum" sz="quarter" idx="12"/>
          </p:nvPr>
        </p:nvSpPr>
        <p:spPr/>
        <p:txBody>
          <a:bodyPr/>
          <a:lstStyle/>
          <a:p>
            <a:fld id="{70F9E16F-A925-486C-A130-FB130F9FCD5F}" type="slidenum">
              <a:rPr lang="en-US" smtClean="0"/>
              <a:t>‹#›</a:t>
            </a:fld>
            <a:endParaRPr lang="en-US"/>
          </a:p>
        </p:txBody>
      </p:sp>
    </p:spTree>
    <p:extLst>
      <p:ext uri="{BB962C8B-B14F-4D97-AF65-F5344CB8AC3E}">
        <p14:creationId xmlns:p14="http://schemas.microsoft.com/office/powerpoint/2010/main" val="2079669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3B4BA-7C45-F330-D691-8FA041027D8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986D12-22CA-4927-ECE2-872A8319C3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CF3C0C-F8A8-F5BB-9045-3B08F2D313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D2F133-849D-E7A8-DBEF-3573ECBDB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A61788-8D24-F200-2979-33D65F1854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A61D97-34B2-3347-23FF-55182D33CABF}"/>
              </a:ext>
            </a:extLst>
          </p:cNvPr>
          <p:cNvSpPr>
            <a:spLocks noGrp="1"/>
          </p:cNvSpPr>
          <p:nvPr>
            <p:ph type="dt" sz="half" idx="10"/>
          </p:nvPr>
        </p:nvSpPr>
        <p:spPr/>
        <p:txBody>
          <a:bodyPr/>
          <a:lstStyle/>
          <a:p>
            <a:fld id="{5F9BDD13-0708-4A0C-8E24-93D654594FBC}" type="datetimeFigureOut">
              <a:rPr lang="en-US" smtClean="0"/>
              <a:t>11/14/2025</a:t>
            </a:fld>
            <a:endParaRPr lang="en-US"/>
          </a:p>
        </p:txBody>
      </p:sp>
      <p:sp>
        <p:nvSpPr>
          <p:cNvPr id="8" name="Footer Placeholder 7">
            <a:extLst>
              <a:ext uri="{FF2B5EF4-FFF2-40B4-BE49-F238E27FC236}">
                <a16:creationId xmlns:a16="http://schemas.microsoft.com/office/drawing/2014/main" id="{BFCE2A13-6335-68C1-513A-C944CDD2F5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2CA2A5-1979-22ED-B3EF-0C65DB543F4B}"/>
              </a:ext>
            </a:extLst>
          </p:cNvPr>
          <p:cNvSpPr>
            <a:spLocks noGrp="1"/>
          </p:cNvSpPr>
          <p:nvPr>
            <p:ph type="sldNum" sz="quarter" idx="12"/>
          </p:nvPr>
        </p:nvSpPr>
        <p:spPr/>
        <p:txBody>
          <a:bodyPr/>
          <a:lstStyle/>
          <a:p>
            <a:fld id="{70F9E16F-A925-486C-A130-FB130F9FCD5F}" type="slidenum">
              <a:rPr lang="en-US" smtClean="0"/>
              <a:t>‹#›</a:t>
            </a:fld>
            <a:endParaRPr lang="en-US"/>
          </a:p>
        </p:txBody>
      </p:sp>
    </p:spTree>
    <p:extLst>
      <p:ext uri="{BB962C8B-B14F-4D97-AF65-F5344CB8AC3E}">
        <p14:creationId xmlns:p14="http://schemas.microsoft.com/office/powerpoint/2010/main" val="2782111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CAD27-ABAC-2C8F-14C0-948AB266D8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AD5CD2-212E-9B16-4FE7-D5708A494062}"/>
              </a:ext>
            </a:extLst>
          </p:cNvPr>
          <p:cNvSpPr>
            <a:spLocks noGrp="1"/>
          </p:cNvSpPr>
          <p:nvPr>
            <p:ph type="dt" sz="half" idx="10"/>
          </p:nvPr>
        </p:nvSpPr>
        <p:spPr/>
        <p:txBody>
          <a:bodyPr/>
          <a:lstStyle/>
          <a:p>
            <a:fld id="{5F9BDD13-0708-4A0C-8E24-93D654594FBC}" type="datetimeFigureOut">
              <a:rPr lang="en-US" smtClean="0"/>
              <a:t>11/14/2025</a:t>
            </a:fld>
            <a:endParaRPr lang="en-US"/>
          </a:p>
        </p:txBody>
      </p:sp>
      <p:sp>
        <p:nvSpPr>
          <p:cNvPr id="4" name="Footer Placeholder 3">
            <a:extLst>
              <a:ext uri="{FF2B5EF4-FFF2-40B4-BE49-F238E27FC236}">
                <a16:creationId xmlns:a16="http://schemas.microsoft.com/office/drawing/2014/main" id="{41641CB3-3DE4-D8EA-6A62-53219045B4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B26DFC-5CBB-CA2B-9731-8A1FE69EB6FA}"/>
              </a:ext>
            </a:extLst>
          </p:cNvPr>
          <p:cNvSpPr>
            <a:spLocks noGrp="1"/>
          </p:cNvSpPr>
          <p:nvPr>
            <p:ph type="sldNum" sz="quarter" idx="12"/>
          </p:nvPr>
        </p:nvSpPr>
        <p:spPr/>
        <p:txBody>
          <a:bodyPr/>
          <a:lstStyle/>
          <a:p>
            <a:fld id="{70F9E16F-A925-486C-A130-FB130F9FCD5F}" type="slidenum">
              <a:rPr lang="en-US" smtClean="0"/>
              <a:t>‹#›</a:t>
            </a:fld>
            <a:endParaRPr lang="en-US"/>
          </a:p>
        </p:txBody>
      </p:sp>
    </p:spTree>
    <p:extLst>
      <p:ext uri="{BB962C8B-B14F-4D97-AF65-F5344CB8AC3E}">
        <p14:creationId xmlns:p14="http://schemas.microsoft.com/office/powerpoint/2010/main" val="1388426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91A17E-71E9-7FEE-6F16-D339B51B1D1E}"/>
              </a:ext>
            </a:extLst>
          </p:cNvPr>
          <p:cNvSpPr>
            <a:spLocks noGrp="1"/>
          </p:cNvSpPr>
          <p:nvPr>
            <p:ph type="dt" sz="half" idx="10"/>
          </p:nvPr>
        </p:nvSpPr>
        <p:spPr/>
        <p:txBody>
          <a:bodyPr/>
          <a:lstStyle/>
          <a:p>
            <a:fld id="{5F9BDD13-0708-4A0C-8E24-93D654594FBC}" type="datetimeFigureOut">
              <a:rPr lang="en-US" smtClean="0"/>
              <a:t>11/14/2025</a:t>
            </a:fld>
            <a:endParaRPr lang="en-US"/>
          </a:p>
        </p:txBody>
      </p:sp>
      <p:sp>
        <p:nvSpPr>
          <p:cNvPr id="3" name="Footer Placeholder 2">
            <a:extLst>
              <a:ext uri="{FF2B5EF4-FFF2-40B4-BE49-F238E27FC236}">
                <a16:creationId xmlns:a16="http://schemas.microsoft.com/office/drawing/2014/main" id="{72A8BA28-03BB-3203-640F-13B6303A72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2DD958-44E3-97D1-D320-17687A5078F3}"/>
              </a:ext>
            </a:extLst>
          </p:cNvPr>
          <p:cNvSpPr>
            <a:spLocks noGrp="1"/>
          </p:cNvSpPr>
          <p:nvPr>
            <p:ph type="sldNum" sz="quarter" idx="12"/>
          </p:nvPr>
        </p:nvSpPr>
        <p:spPr/>
        <p:txBody>
          <a:bodyPr/>
          <a:lstStyle/>
          <a:p>
            <a:fld id="{70F9E16F-A925-486C-A130-FB130F9FCD5F}" type="slidenum">
              <a:rPr lang="en-US" smtClean="0"/>
              <a:t>‹#›</a:t>
            </a:fld>
            <a:endParaRPr lang="en-US"/>
          </a:p>
        </p:txBody>
      </p:sp>
    </p:spTree>
    <p:extLst>
      <p:ext uri="{BB962C8B-B14F-4D97-AF65-F5344CB8AC3E}">
        <p14:creationId xmlns:p14="http://schemas.microsoft.com/office/powerpoint/2010/main" val="2542136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8470-B120-8569-C302-05D4B81C1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65C327-14A8-08AC-A582-B6693EC5A8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E5A06C-20DF-8B7F-EE48-CA1EA912F9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EAB7E-FEAB-7089-1F7D-E9B7A7FC6BD7}"/>
              </a:ext>
            </a:extLst>
          </p:cNvPr>
          <p:cNvSpPr>
            <a:spLocks noGrp="1"/>
          </p:cNvSpPr>
          <p:nvPr>
            <p:ph type="dt" sz="half" idx="10"/>
          </p:nvPr>
        </p:nvSpPr>
        <p:spPr/>
        <p:txBody>
          <a:bodyPr/>
          <a:lstStyle/>
          <a:p>
            <a:fld id="{5F9BDD13-0708-4A0C-8E24-93D654594FBC}" type="datetimeFigureOut">
              <a:rPr lang="en-US" smtClean="0"/>
              <a:t>11/14/2025</a:t>
            </a:fld>
            <a:endParaRPr lang="en-US"/>
          </a:p>
        </p:txBody>
      </p:sp>
      <p:sp>
        <p:nvSpPr>
          <p:cNvPr id="6" name="Footer Placeholder 5">
            <a:extLst>
              <a:ext uri="{FF2B5EF4-FFF2-40B4-BE49-F238E27FC236}">
                <a16:creationId xmlns:a16="http://schemas.microsoft.com/office/drawing/2014/main" id="{0EFB842E-6C4D-BD74-9245-D99A62552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1A644E-A05F-BDE4-64E2-FEFBD5F4231B}"/>
              </a:ext>
            </a:extLst>
          </p:cNvPr>
          <p:cNvSpPr>
            <a:spLocks noGrp="1"/>
          </p:cNvSpPr>
          <p:nvPr>
            <p:ph type="sldNum" sz="quarter" idx="12"/>
          </p:nvPr>
        </p:nvSpPr>
        <p:spPr/>
        <p:txBody>
          <a:bodyPr/>
          <a:lstStyle/>
          <a:p>
            <a:fld id="{70F9E16F-A925-486C-A130-FB130F9FCD5F}" type="slidenum">
              <a:rPr lang="en-US" smtClean="0"/>
              <a:t>‹#›</a:t>
            </a:fld>
            <a:endParaRPr lang="en-US"/>
          </a:p>
        </p:txBody>
      </p:sp>
    </p:spTree>
    <p:extLst>
      <p:ext uri="{BB962C8B-B14F-4D97-AF65-F5344CB8AC3E}">
        <p14:creationId xmlns:p14="http://schemas.microsoft.com/office/powerpoint/2010/main" val="2654469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97AFA-26AB-22B8-C63E-0C389C5DD0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B38C05-46A9-5DB0-60DA-354DB18EC4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9B7285-1DAB-4BF2-F24A-784B6D0EC5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A06EB3-7DB8-50BE-9135-879776023940}"/>
              </a:ext>
            </a:extLst>
          </p:cNvPr>
          <p:cNvSpPr>
            <a:spLocks noGrp="1"/>
          </p:cNvSpPr>
          <p:nvPr>
            <p:ph type="dt" sz="half" idx="10"/>
          </p:nvPr>
        </p:nvSpPr>
        <p:spPr/>
        <p:txBody>
          <a:bodyPr/>
          <a:lstStyle/>
          <a:p>
            <a:fld id="{5F9BDD13-0708-4A0C-8E24-93D654594FBC}" type="datetimeFigureOut">
              <a:rPr lang="en-US" smtClean="0"/>
              <a:t>11/14/2025</a:t>
            </a:fld>
            <a:endParaRPr lang="en-US"/>
          </a:p>
        </p:txBody>
      </p:sp>
      <p:sp>
        <p:nvSpPr>
          <p:cNvPr id="6" name="Footer Placeholder 5">
            <a:extLst>
              <a:ext uri="{FF2B5EF4-FFF2-40B4-BE49-F238E27FC236}">
                <a16:creationId xmlns:a16="http://schemas.microsoft.com/office/drawing/2014/main" id="{D4F9363F-6673-4BFB-9167-EC462E1B36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8D7C22-1A6E-3EDD-1728-D312D5A91A63}"/>
              </a:ext>
            </a:extLst>
          </p:cNvPr>
          <p:cNvSpPr>
            <a:spLocks noGrp="1"/>
          </p:cNvSpPr>
          <p:nvPr>
            <p:ph type="sldNum" sz="quarter" idx="12"/>
          </p:nvPr>
        </p:nvSpPr>
        <p:spPr/>
        <p:txBody>
          <a:bodyPr/>
          <a:lstStyle/>
          <a:p>
            <a:fld id="{70F9E16F-A925-486C-A130-FB130F9FCD5F}" type="slidenum">
              <a:rPr lang="en-US" smtClean="0"/>
              <a:t>‹#›</a:t>
            </a:fld>
            <a:endParaRPr lang="en-US"/>
          </a:p>
        </p:txBody>
      </p:sp>
    </p:spTree>
    <p:extLst>
      <p:ext uri="{BB962C8B-B14F-4D97-AF65-F5344CB8AC3E}">
        <p14:creationId xmlns:p14="http://schemas.microsoft.com/office/powerpoint/2010/main" val="3652082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7F4E2-B034-77D0-2ABC-D7F0CB1E50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752694-DBD0-2FA0-B974-1903401054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529522-6927-7077-2B02-DD25BFDB9110}"/>
              </a:ext>
            </a:extLst>
          </p:cNvPr>
          <p:cNvSpPr>
            <a:spLocks noGrp="1"/>
          </p:cNvSpPr>
          <p:nvPr>
            <p:ph type="dt" sz="half" idx="10"/>
          </p:nvPr>
        </p:nvSpPr>
        <p:spPr/>
        <p:txBody>
          <a:bodyPr/>
          <a:lstStyle/>
          <a:p>
            <a:fld id="{5F9BDD13-0708-4A0C-8E24-93D654594FBC}" type="datetimeFigureOut">
              <a:rPr lang="en-US" smtClean="0"/>
              <a:t>11/14/2025</a:t>
            </a:fld>
            <a:endParaRPr lang="en-US"/>
          </a:p>
        </p:txBody>
      </p:sp>
      <p:sp>
        <p:nvSpPr>
          <p:cNvPr id="5" name="Footer Placeholder 4">
            <a:extLst>
              <a:ext uri="{FF2B5EF4-FFF2-40B4-BE49-F238E27FC236}">
                <a16:creationId xmlns:a16="http://schemas.microsoft.com/office/drawing/2014/main" id="{D1A25A10-4F1D-CC56-5E79-8A7C2CA02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754EA0-061D-97AE-7F2C-73FB1AD2C108}"/>
              </a:ext>
            </a:extLst>
          </p:cNvPr>
          <p:cNvSpPr>
            <a:spLocks noGrp="1"/>
          </p:cNvSpPr>
          <p:nvPr>
            <p:ph type="sldNum" sz="quarter" idx="12"/>
          </p:nvPr>
        </p:nvSpPr>
        <p:spPr/>
        <p:txBody>
          <a:bodyPr/>
          <a:lstStyle/>
          <a:p>
            <a:fld id="{70F9E16F-A925-486C-A130-FB130F9FCD5F}" type="slidenum">
              <a:rPr lang="en-US" smtClean="0"/>
              <a:t>‹#›</a:t>
            </a:fld>
            <a:endParaRPr lang="en-US"/>
          </a:p>
        </p:txBody>
      </p:sp>
    </p:spTree>
    <p:extLst>
      <p:ext uri="{BB962C8B-B14F-4D97-AF65-F5344CB8AC3E}">
        <p14:creationId xmlns:p14="http://schemas.microsoft.com/office/powerpoint/2010/main" val="3636095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3B79CC-2246-8385-FF00-BB338E4BDC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19F252-D897-E5E3-9A3B-DDDBB2BEA8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D6D27E-CBE8-C5B6-55A9-F2394CF29EBB}"/>
              </a:ext>
            </a:extLst>
          </p:cNvPr>
          <p:cNvSpPr>
            <a:spLocks noGrp="1"/>
          </p:cNvSpPr>
          <p:nvPr>
            <p:ph type="dt" sz="half" idx="10"/>
          </p:nvPr>
        </p:nvSpPr>
        <p:spPr/>
        <p:txBody>
          <a:bodyPr/>
          <a:lstStyle/>
          <a:p>
            <a:fld id="{5F9BDD13-0708-4A0C-8E24-93D654594FBC}" type="datetimeFigureOut">
              <a:rPr lang="en-US" smtClean="0"/>
              <a:t>11/14/2025</a:t>
            </a:fld>
            <a:endParaRPr lang="en-US"/>
          </a:p>
        </p:txBody>
      </p:sp>
      <p:sp>
        <p:nvSpPr>
          <p:cNvPr id="5" name="Footer Placeholder 4">
            <a:extLst>
              <a:ext uri="{FF2B5EF4-FFF2-40B4-BE49-F238E27FC236}">
                <a16:creationId xmlns:a16="http://schemas.microsoft.com/office/drawing/2014/main" id="{7D04FCA7-357A-3883-0F24-0A0BDD53CE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9A72AA-0F50-3952-8202-F8359689ADB4}"/>
              </a:ext>
            </a:extLst>
          </p:cNvPr>
          <p:cNvSpPr>
            <a:spLocks noGrp="1"/>
          </p:cNvSpPr>
          <p:nvPr>
            <p:ph type="sldNum" sz="quarter" idx="12"/>
          </p:nvPr>
        </p:nvSpPr>
        <p:spPr/>
        <p:txBody>
          <a:bodyPr/>
          <a:lstStyle/>
          <a:p>
            <a:fld id="{70F9E16F-A925-486C-A130-FB130F9FCD5F}" type="slidenum">
              <a:rPr lang="en-US" smtClean="0"/>
              <a:t>‹#›</a:t>
            </a:fld>
            <a:endParaRPr lang="en-US"/>
          </a:p>
        </p:txBody>
      </p:sp>
    </p:spTree>
    <p:extLst>
      <p:ext uri="{BB962C8B-B14F-4D97-AF65-F5344CB8AC3E}">
        <p14:creationId xmlns:p14="http://schemas.microsoft.com/office/powerpoint/2010/main" val="3059998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7B328B-B4F6-15AC-2BBA-8A3AC157A6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6A9073-8CA0-7EE7-5105-7F905C1778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4EBD69-25C6-8000-5454-89B1D02624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9BDD13-0708-4A0C-8E24-93D654594FBC}" type="datetimeFigureOut">
              <a:rPr lang="en-US" smtClean="0"/>
              <a:t>11/14/2025</a:t>
            </a:fld>
            <a:endParaRPr lang="en-US"/>
          </a:p>
        </p:txBody>
      </p:sp>
      <p:sp>
        <p:nvSpPr>
          <p:cNvPr id="5" name="Footer Placeholder 4">
            <a:extLst>
              <a:ext uri="{FF2B5EF4-FFF2-40B4-BE49-F238E27FC236}">
                <a16:creationId xmlns:a16="http://schemas.microsoft.com/office/drawing/2014/main" id="{6B9E2F24-94A1-700F-4142-8426520961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AF1D308-98D6-AD0E-DC5A-1ECA918F48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F9E16F-A925-486C-A130-FB130F9FCD5F}" type="slidenum">
              <a:rPr lang="en-US" smtClean="0"/>
              <a:t>‹#›</a:t>
            </a:fld>
            <a:endParaRPr lang="en-US"/>
          </a:p>
        </p:txBody>
      </p:sp>
    </p:spTree>
    <p:extLst>
      <p:ext uri="{BB962C8B-B14F-4D97-AF65-F5344CB8AC3E}">
        <p14:creationId xmlns:p14="http://schemas.microsoft.com/office/powerpoint/2010/main" val="4003459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cyberseek.org/"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www.opm.gov/policy-data-oversight/classification-qualifications/classifying-general-schedule-positions/standards/2200/gs2200a.pdf"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oi.org/10.6028/NIST.SP.800-181r1"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view.officeapps.live.com/op/view.aspx?src=https%3A%2F%2Fwww.nist.gov%2Fsystem%2Ffiles%2Fdocuments%2F2025%2F02%2F28%2FNICE%2520Framework%2520Components%2520v2.0.0.xlsx&amp;wdOrigin=BROWSELINK" TargetMode="External"/><Relationship Id="rId2" Type="http://schemas.openxmlformats.org/officeDocument/2006/relationships/hyperlink" Target="https://www.nist.gov/news-events/news/2025/03/nice-releases-nice-framework-components-v200?utm_source=chatgpt.com"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Excel_Worksheet1.xlsx"/><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hyperlink" Target="https://learning.cisa.gov/"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hyperlink" Target="https://www.cyera.com/certification/security-for-ai-fundamental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D7AB64-FA78-3861-3BE5-B2E1E5100744}"/>
              </a:ext>
            </a:extLst>
          </p:cNvPr>
          <p:cNvSpPr txBox="1"/>
          <p:nvPr/>
        </p:nvSpPr>
        <p:spPr>
          <a:xfrm>
            <a:off x="2631927" y="2109572"/>
            <a:ext cx="7234737" cy="1754326"/>
          </a:xfrm>
          <a:prstGeom prst="rect">
            <a:avLst/>
          </a:prstGeom>
          <a:noFill/>
        </p:spPr>
        <p:txBody>
          <a:bodyPr wrap="none" rtlCol="0">
            <a:spAutoFit/>
          </a:bodyPr>
          <a:lstStyle/>
          <a:p>
            <a:pPr algn="ctr"/>
            <a:r>
              <a:rPr lang="en-US" sz="3600" dirty="0"/>
              <a:t>Dr. Rick Hays</a:t>
            </a:r>
          </a:p>
          <a:p>
            <a:pPr algn="ctr"/>
            <a:r>
              <a:rPr lang="en-US" sz="3600" b="1" dirty="0"/>
              <a:t>CS 151 - NICE + NIST Practitioners</a:t>
            </a:r>
          </a:p>
          <a:p>
            <a:pPr algn="ctr"/>
            <a:r>
              <a:rPr lang="en-US" sz="3600" b="1" dirty="0"/>
              <a:t>18 NOV 2025</a:t>
            </a:r>
            <a:endParaRPr lang="en-US" sz="3600" dirty="0"/>
          </a:p>
        </p:txBody>
      </p:sp>
    </p:spTree>
    <p:extLst>
      <p:ext uri="{BB962C8B-B14F-4D97-AF65-F5344CB8AC3E}">
        <p14:creationId xmlns:p14="http://schemas.microsoft.com/office/powerpoint/2010/main" val="29375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5694-6DDB-7910-347D-AA4BF8FD47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1A48C0-FB92-462C-AEA8-9CA28102DD66}"/>
              </a:ext>
            </a:extLst>
          </p:cNvPr>
          <p:cNvSpPr txBox="1"/>
          <p:nvPr/>
        </p:nvSpPr>
        <p:spPr>
          <a:xfrm>
            <a:off x="1268361" y="1061884"/>
            <a:ext cx="10453324" cy="4247317"/>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Agenda</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Career Path</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Federal Work Force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OPM Job Classification Handbook</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NIST SP 800-181r1 = NICE Framework</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NIST Internal Report = NIST IR 8355 - NICE Framework Competency Areas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OPM Cybersecurity Codes Linked to the NICE Cybersecurity Workforce Framework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Career Pathway = SSM 722</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Career Pathway = SCA 612</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Preparing a Job-Ready Cybersecurity Workforce = Learning.CISA.gov</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Bonus = The Big Dance = Job Offers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Double Bonus = New Career Fields…Artificial Intelligence</a:t>
            </a:r>
          </a:p>
          <a:p>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2838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866AB-A0F1-D514-B8D4-8607A478E2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F17F50A-BE90-3790-4490-4E012BEB1F91}"/>
              </a:ext>
            </a:extLst>
          </p:cNvPr>
          <p:cNvSpPr txBox="1"/>
          <p:nvPr/>
        </p:nvSpPr>
        <p:spPr>
          <a:xfrm>
            <a:off x="1049700" y="1101640"/>
            <a:ext cx="10453324" cy="4893647"/>
          </a:xfrm>
          <a:prstGeom prst="rect">
            <a:avLst/>
          </a:prstGeom>
          <a:noFill/>
        </p:spPr>
        <p:txBody>
          <a:bodyPr wrap="square" rtlCol="0">
            <a:spAutoFit/>
          </a:bodyPr>
          <a:lstStyle/>
          <a:p>
            <a:r>
              <a:rPr lang="en-US" sz="2400" b="1" i="1" u="sng" dirty="0">
                <a:latin typeface="Times New Roman" panose="02020603050405020304" pitchFamily="18" charset="0"/>
                <a:cs typeface="Times New Roman" panose="02020603050405020304" pitchFamily="18" charset="0"/>
              </a:rPr>
              <a:t>Career Path</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What is your plan? </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Keep it liquid so it can be modified as you move along</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P = Purpose </a:t>
            </a:r>
            <a:r>
              <a:rPr lang="en-US" sz="2400" dirty="0">
                <a:latin typeface="Times New Roman" panose="02020603050405020304" pitchFamily="18" charset="0"/>
                <a:cs typeface="Times New Roman" panose="02020603050405020304" pitchFamily="18" charset="0"/>
              </a:rPr>
              <a:t>= what purpose does your plan serve?</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L = Logic </a:t>
            </a:r>
            <a:r>
              <a:rPr lang="en-US" sz="2400" dirty="0">
                <a:latin typeface="Times New Roman" panose="02020603050405020304" pitchFamily="18" charset="0"/>
                <a:cs typeface="Times New Roman" panose="02020603050405020304" pitchFamily="18" charset="0"/>
              </a:rPr>
              <a:t>= Is your plan logical and realistic?</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A = Action </a:t>
            </a:r>
            <a:r>
              <a:rPr lang="en-US" sz="2400" dirty="0">
                <a:latin typeface="Times New Roman" panose="02020603050405020304" pitchFamily="18" charset="0"/>
                <a:cs typeface="Times New Roman" panose="02020603050405020304" pitchFamily="18" charset="0"/>
              </a:rPr>
              <a:t>= What steps do you need to take in order to put your plan into action?</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N = Numbers </a:t>
            </a:r>
            <a:r>
              <a:rPr lang="en-US" sz="2400" dirty="0">
                <a:latin typeface="Times New Roman" panose="02020603050405020304" pitchFamily="18" charset="0"/>
                <a:cs typeface="Times New Roman" panose="02020603050405020304" pitchFamily="18" charset="0"/>
              </a:rPr>
              <a:t>= Your plan should have an order by numbers, step 1, step 2, etc. because plans have an order of operations.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7400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C9BB5-DEC1-CF71-8F4A-91BF0331AA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2FD502-9F7D-5287-8CD6-20A6B452DA12}"/>
              </a:ext>
            </a:extLst>
          </p:cNvPr>
          <p:cNvSpPr txBox="1"/>
          <p:nvPr/>
        </p:nvSpPr>
        <p:spPr>
          <a:xfrm>
            <a:off x="1000005" y="882979"/>
            <a:ext cx="10453324" cy="4893647"/>
          </a:xfrm>
          <a:prstGeom prst="rect">
            <a:avLst/>
          </a:prstGeom>
          <a:noFill/>
        </p:spPr>
        <p:txBody>
          <a:bodyPr wrap="square" rtlCol="0">
            <a:spAutoFit/>
          </a:bodyPr>
          <a:lstStyle/>
          <a:p>
            <a:pPr marL="285750" indent="-285750">
              <a:buFont typeface="Arial" panose="020B0604020202020204" pitchFamily="34" charset="0"/>
              <a:buChar char="•"/>
            </a:pPr>
            <a:r>
              <a:rPr lang="en-US" sz="2400" b="1" i="1" u="sng" dirty="0">
                <a:latin typeface="Times New Roman" panose="02020603050405020304" pitchFamily="18" charset="0"/>
                <a:cs typeface="Times New Roman" panose="02020603050405020304" pitchFamily="18" charset="0"/>
              </a:rPr>
              <a:t>Federal Work Force</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Federal Work Force lists all of their career roles and job opportunities on </a:t>
            </a:r>
            <a:r>
              <a:rPr lang="en-US" sz="2400" b="1" dirty="0">
                <a:latin typeface="Times New Roman" panose="02020603050405020304" pitchFamily="18" charset="0"/>
                <a:cs typeface="Times New Roman" panose="02020603050405020304" pitchFamily="18" charset="0"/>
              </a:rPr>
              <a:t>USAJOBS.GOV </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Create a profile, look for the </a:t>
            </a:r>
            <a:r>
              <a:rPr lang="en-US" sz="2400" b="1" dirty="0">
                <a:latin typeface="Times New Roman" panose="02020603050405020304" pitchFamily="18" charset="0"/>
                <a:cs typeface="Times New Roman" panose="02020603050405020304" pitchFamily="18" charset="0"/>
              </a:rPr>
              <a:t>XX99 Career field opportunities </a:t>
            </a:r>
            <a:r>
              <a:rPr lang="en-US" sz="2400" dirty="0">
                <a:latin typeface="Times New Roman" panose="02020603050405020304" pitchFamily="18" charset="0"/>
                <a:cs typeface="Times New Roman" panose="02020603050405020304" pitchFamily="18" charset="0"/>
              </a:rPr>
              <a:t>for entry level positions. These are roles where you can develop in the career field. </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Relocation will offer many more opportunities</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NOTE: the </a:t>
            </a:r>
            <a:r>
              <a:rPr lang="en-US" sz="2400" dirty="0" err="1">
                <a:hlinkClick r:id="rId2"/>
              </a:rPr>
              <a:t>CyberSeek</a:t>
            </a:r>
            <a:r>
              <a:rPr lang="en-US" sz="2400" dirty="0"/>
              <a:t> </a:t>
            </a:r>
            <a:r>
              <a:rPr lang="en-US" sz="2400" dirty="0">
                <a:latin typeface="Times New Roman" panose="02020603050405020304" pitchFamily="18" charset="0"/>
                <a:cs typeface="Times New Roman" panose="02020603050405020304" pitchFamily="18" charset="0"/>
              </a:rPr>
              <a:t>and the Cyber Heat Map for statistics and Job Opportunities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8488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F15BF-F0B1-68BE-4DEB-581F14EACF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5E904D-03D9-3D1A-B1EF-5774C7FC2C26}"/>
              </a:ext>
            </a:extLst>
          </p:cNvPr>
          <p:cNvSpPr txBox="1"/>
          <p:nvPr/>
        </p:nvSpPr>
        <p:spPr>
          <a:xfrm>
            <a:off x="1268361" y="1061884"/>
            <a:ext cx="10453324" cy="2585323"/>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OPM Job Classification Handbook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OPM Job Classification Handbook</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2210 Career Field = 12 Career Fields “Currently” </a:t>
            </a:r>
            <a:r>
              <a:rPr lang="en-US" b="1" i="1" dirty="0">
                <a:latin typeface="Times New Roman" panose="02020603050405020304" pitchFamily="18" charset="0"/>
                <a:cs typeface="Times New Roman" panose="02020603050405020304" pitchFamily="18" charset="0"/>
              </a:rPr>
              <a:t>See Next Three Slides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NOTE: the 2299 for “Student Trainee” entry level development opportunities as well as the Scholarship For Service (SFS) opportunities…perhaps your Master’s or Doctoral Degree could be paid for.</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3937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943442" y="313236"/>
            <a:ext cx="4068907" cy="6544764"/>
          </a:xfrm>
          <a:prstGeom prst="rect">
            <a:avLst/>
          </a:prstGeom>
        </p:spPr>
        <p:txBody>
          <a:bodyPr vert="horz" wrap="square" lIns="0" tIns="8659" rIns="0" bIns="0" rtlCol="0">
            <a:spAutoFit/>
          </a:bodyPr>
          <a:lstStyle/>
          <a:p>
            <a:pPr marL="2165" algn="ctr">
              <a:spcBef>
                <a:spcPts val="68"/>
              </a:spcBef>
            </a:pPr>
            <a:r>
              <a:rPr sz="955" b="1" dirty="0">
                <a:latin typeface="Times New Roman"/>
                <a:cs typeface="Times New Roman"/>
              </a:rPr>
              <a:t>HANDBOOK</a:t>
            </a:r>
            <a:r>
              <a:rPr sz="955" b="1" spc="-27" dirty="0">
                <a:latin typeface="Times New Roman"/>
                <a:cs typeface="Times New Roman"/>
              </a:rPr>
              <a:t> </a:t>
            </a:r>
            <a:r>
              <a:rPr sz="955" b="1" dirty="0">
                <a:latin typeface="Times New Roman"/>
                <a:cs typeface="Times New Roman"/>
              </a:rPr>
              <a:t>OF</a:t>
            </a:r>
            <a:r>
              <a:rPr sz="955" b="1" spc="-31" dirty="0">
                <a:latin typeface="Times New Roman"/>
                <a:cs typeface="Times New Roman"/>
              </a:rPr>
              <a:t> </a:t>
            </a:r>
            <a:r>
              <a:rPr sz="955" b="1" dirty="0">
                <a:latin typeface="Times New Roman"/>
                <a:cs typeface="Times New Roman"/>
              </a:rPr>
              <a:t>OCCUPATIONAL</a:t>
            </a:r>
            <a:r>
              <a:rPr sz="955" b="1" spc="-24" dirty="0">
                <a:latin typeface="Times New Roman"/>
                <a:cs typeface="Times New Roman"/>
              </a:rPr>
              <a:t> </a:t>
            </a:r>
            <a:r>
              <a:rPr sz="955" b="1" dirty="0">
                <a:latin typeface="Times New Roman"/>
                <a:cs typeface="Times New Roman"/>
              </a:rPr>
              <a:t>GROUPS</a:t>
            </a:r>
            <a:r>
              <a:rPr sz="955" b="1" spc="-27" dirty="0">
                <a:latin typeface="Times New Roman"/>
                <a:cs typeface="Times New Roman"/>
              </a:rPr>
              <a:t> </a:t>
            </a:r>
            <a:r>
              <a:rPr sz="955" b="1" dirty="0">
                <a:latin typeface="Times New Roman"/>
                <a:cs typeface="Times New Roman"/>
              </a:rPr>
              <a:t>AND</a:t>
            </a:r>
            <a:r>
              <a:rPr sz="955" b="1" spc="-24" dirty="0">
                <a:latin typeface="Times New Roman"/>
                <a:cs typeface="Times New Roman"/>
              </a:rPr>
              <a:t> </a:t>
            </a:r>
            <a:r>
              <a:rPr sz="955" b="1" spc="-7" dirty="0">
                <a:latin typeface="Times New Roman"/>
                <a:cs typeface="Times New Roman"/>
              </a:rPr>
              <a:t>FAMILIES</a:t>
            </a:r>
            <a:endParaRPr sz="955" dirty="0">
              <a:latin typeface="Times New Roman"/>
              <a:cs typeface="Times New Roman"/>
            </a:endParaRPr>
          </a:p>
          <a:p>
            <a:pPr marL="1299" algn="ctr">
              <a:spcBef>
                <a:spcPts val="1050"/>
              </a:spcBef>
            </a:pPr>
            <a:r>
              <a:rPr sz="955" b="1" dirty="0">
                <a:latin typeface="Times New Roman"/>
                <a:cs typeface="Times New Roman"/>
              </a:rPr>
              <a:t>TABLE</a:t>
            </a:r>
            <a:r>
              <a:rPr sz="955" b="1" spc="-20" dirty="0">
                <a:latin typeface="Times New Roman"/>
                <a:cs typeface="Times New Roman"/>
              </a:rPr>
              <a:t> </a:t>
            </a:r>
            <a:r>
              <a:rPr sz="955" b="1" dirty="0">
                <a:latin typeface="Times New Roman"/>
                <a:cs typeface="Times New Roman"/>
              </a:rPr>
              <a:t>OF</a:t>
            </a:r>
            <a:r>
              <a:rPr sz="955" b="1" spc="-20" dirty="0">
                <a:latin typeface="Times New Roman"/>
                <a:cs typeface="Times New Roman"/>
              </a:rPr>
              <a:t> </a:t>
            </a:r>
            <a:r>
              <a:rPr sz="955" b="1" spc="-7" dirty="0">
                <a:latin typeface="Times New Roman"/>
                <a:cs typeface="Times New Roman"/>
              </a:rPr>
              <a:t>CONTENTS</a:t>
            </a:r>
            <a:endParaRPr sz="955" dirty="0">
              <a:latin typeface="Times New Roman"/>
              <a:cs typeface="Times New Roman"/>
            </a:endParaRPr>
          </a:p>
          <a:p>
            <a:pPr marR="5628" algn="r">
              <a:spcBef>
                <a:spcPts val="941"/>
              </a:spcBef>
            </a:pPr>
            <a:r>
              <a:rPr sz="955" b="1" spc="-7" dirty="0">
                <a:latin typeface="Times New Roman"/>
                <a:cs typeface="Times New Roman"/>
              </a:rPr>
              <a:t>I</a:t>
            </a:r>
            <a:r>
              <a:rPr sz="750" b="1" spc="-7" dirty="0">
                <a:latin typeface="Times New Roman"/>
                <a:cs typeface="Times New Roman"/>
              </a:rPr>
              <a:t>NTRODUCTION</a:t>
            </a:r>
            <a:r>
              <a:rPr sz="750" b="1" spc="-20" dirty="0">
                <a:latin typeface="Times New Roman"/>
                <a:cs typeface="Times New Roman"/>
              </a:rPr>
              <a:t> </a:t>
            </a:r>
            <a:r>
              <a:rPr sz="955" b="1" spc="-7" dirty="0">
                <a:latin typeface="Times New Roman"/>
                <a:cs typeface="Times New Roman"/>
              </a:rPr>
              <a:t>..........................................................................................................3</a:t>
            </a:r>
            <a:endParaRPr sz="955" dirty="0">
              <a:latin typeface="Times New Roman"/>
              <a:cs typeface="Times New Roman"/>
            </a:endParaRPr>
          </a:p>
          <a:p>
            <a:pPr marR="6061" algn="r">
              <a:lnSpc>
                <a:spcPts val="961"/>
              </a:lnSpc>
              <a:spcBef>
                <a:spcPts val="160"/>
              </a:spcBef>
            </a:pPr>
            <a:r>
              <a:rPr sz="818" b="1" spc="-7" dirty="0">
                <a:latin typeface="Times New Roman"/>
                <a:cs typeface="Times New Roman"/>
              </a:rPr>
              <a:t>GLOSSARY</a:t>
            </a:r>
            <a:r>
              <a:rPr sz="818" b="1" spc="-14" dirty="0">
                <a:latin typeface="Times New Roman"/>
                <a:cs typeface="Times New Roman"/>
              </a:rPr>
              <a:t> </a:t>
            </a:r>
            <a:r>
              <a:rPr sz="818" b="1" dirty="0">
                <a:latin typeface="Times New Roman"/>
                <a:cs typeface="Times New Roman"/>
              </a:rPr>
              <a:t>...............................................................................................................................</a:t>
            </a:r>
            <a:r>
              <a:rPr sz="818" b="1" spc="-20" dirty="0">
                <a:latin typeface="Times New Roman"/>
                <a:cs typeface="Times New Roman"/>
              </a:rPr>
              <a:t> </a:t>
            </a:r>
            <a:r>
              <a:rPr sz="818" b="1" spc="-34" dirty="0">
                <a:latin typeface="Times New Roman"/>
                <a:cs typeface="Times New Roman"/>
              </a:rPr>
              <a:t>3</a:t>
            </a:r>
            <a:endParaRPr sz="818" dirty="0">
              <a:latin typeface="Times New Roman"/>
              <a:cs typeface="Times New Roman"/>
            </a:endParaRPr>
          </a:p>
          <a:p>
            <a:pPr marR="6061" algn="r">
              <a:lnSpc>
                <a:spcPts val="961"/>
              </a:lnSpc>
            </a:pPr>
            <a:r>
              <a:rPr sz="818" b="1" spc="-7" dirty="0">
                <a:latin typeface="Times New Roman"/>
                <a:cs typeface="Times New Roman"/>
              </a:rPr>
              <a:t>G</a:t>
            </a:r>
            <a:r>
              <a:rPr sz="648" b="1" spc="-7" dirty="0">
                <a:latin typeface="Times New Roman"/>
                <a:cs typeface="Times New Roman"/>
              </a:rPr>
              <a:t>ENERAL</a:t>
            </a:r>
            <a:r>
              <a:rPr sz="648" b="1" spc="-14" dirty="0">
                <a:latin typeface="Times New Roman"/>
                <a:cs typeface="Times New Roman"/>
              </a:rPr>
              <a:t> </a:t>
            </a:r>
            <a:r>
              <a:rPr sz="818" b="1" dirty="0">
                <a:latin typeface="Times New Roman"/>
                <a:cs typeface="Times New Roman"/>
              </a:rPr>
              <a:t>I</a:t>
            </a:r>
            <a:r>
              <a:rPr sz="648" b="1" dirty="0">
                <a:latin typeface="Times New Roman"/>
                <a:cs typeface="Times New Roman"/>
              </a:rPr>
              <a:t>NFORMATION </a:t>
            </a:r>
            <a:r>
              <a:rPr sz="818" b="1" dirty="0">
                <a:latin typeface="Times New Roman"/>
                <a:cs typeface="Times New Roman"/>
              </a:rPr>
              <a:t>............................................................................................................</a:t>
            </a:r>
            <a:r>
              <a:rPr sz="818" b="1" spc="-51" dirty="0">
                <a:latin typeface="Times New Roman"/>
                <a:cs typeface="Times New Roman"/>
              </a:rPr>
              <a:t> </a:t>
            </a:r>
            <a:r>
              <a:rPr sz="818" b="1" spc="-34" dirty="0">
                <a:latin typeface="Times New Roman"/>
                <a:cs typeface="Times New Roman"/>
              </a:rPr>
              <a:t>5</a:t>
            </a:r>
            <a:endParaRPr sz="818" dirty="0">
              <a:latin typeface="Times New Roman"/>
              <a:cs typeface="Times New Roman"/>
            </a:endParaRPr>
          </a:p>
          <a:p>
            <a:pPr algn="ctr">
              <a:spcBef>
                <a:spcPts val="156"/>
              </a:spcBef>
            </a:pPr>
            <a:r>
              <a:rPr sz="955" b="1" dirty="0">
                <a:latin typeface="Times New Roman"/>
                <a:cs typeface="Times New Roman"/>
              </a:rPr>
              <a:t>C</a:t>
            </a:r>
            <a:r>
              <a:rPr sz="750" b="1" dirty="0">
                <a:latin typeface="Times New Roman"/>
                <a:cs typeface="Times New Roman"/>
              </a:rPr>
              <a:t>HANGES</a:t>
            </a:r>
            <a:r>
              <a:rPr sz="750" b="1" spc="-20" dirty="0">
                <a:latin typeface="Times New Roman"/>
                <a:cs typeface="Times New Roman"/>
              </a:rPr>
              <a:t> </a:t>
            </a:r>
            <a:r>
              <a:rPr sz="955" b="1" dirty="0">
                <a:latin typeface="Times New Roman"/>
                <a:cs typeface="Times New Roman"/>
              </a:rPr>
              <a:t>I</a:t>
            </a:r>
            <a:r>
              <a:rPr sz="750" b="1" dirty="0">
                <a:latin typeface="Times New Roman"/>
                <a:cs typeface="Times New Roman"/>
              </a:rPr>
              <a:t>N</a:t>
            </a:r>
            <a:r>
              <a:rPr sz="750" b="1" spc="-14" dirty="0">
                <a:latin typeface="Times New Roman"/>
                <a:cs typeface="Times New Roman"/>
              </a:rPr>
              <a:t> </a:t>
            </a:r>
            <a:r>
              <a:rPr sz="955" b="1" dirty="0">
                <a:latin typeface="Times New Roman"/>
                <a:cs typeface="Times New Roman"/>
              </a:rPr>
              <a:t>T</a:t>
            </a:r>
            <a:r>
              <a:rPr sz="750" b="1" dirty="0">
                <a:latin typeface="Times New Roman"/>
                <a:cs typeface="Times New Roman"/>
              </a:rPr>
              <a:t>HIS</a:t>
            </a:r>
            <a:r>
              <a:rPr sz="750" b="1" spc="-24" dirty="0">
                <a:latin typeface="Times New Roman"/>
                <a:cs typeface="Times New Roman"/>
              </a:rPr>
              <a:t> </a:t>
            </a:r>
            <a:r>
              <a:rPr sz="955" b="1" dirty="0">
                <a:latin typeface="Times New Roman"/>
                <a:cs typeface="Times New Roman"/>
              </a:rPr>
              <a:t>E</a:t>
            </a:r>
            <a:r>
              <a:rPr sz="750" b="1" dirty="0">
                <a:latin typeface="Times New Roman"/>
                <a:cs typeface="Times New Roman"/>
              </a:rPr>
              <a:t>DITION</a:t>
            </a:r>
            <a:r>
              <a:rPr sz="750" b="1" spc="-14" dirty="0">
                <a:latin typeface="Times New Roman"/>
                <a:cs typeface="Times New Roman"/>
              </a:rPr>
              <a:t> </a:t>
            </a:r>
            <a:r>
              <a:rPr sz="955" b="1" dirty="0">
                <a:latin typeface="Times New Roman"/>
                <a:cs typeface="Times New Roman"/>
              </a:rPr>
              <a:t>O</a:t>
            </a:r>
            <a:r>
              <a:rPr sz="750" b="1" dirty="0">
                <a:latin typeface="Times New Roman"/>
                <a:cs typeface="Times New Roman"/>
              </a:rPr>
              <a:t>F</a:t>
            </a:r>
            <a:r>
              <a:rPr sz="750" b="1" spc="-7" dirty="0">
                <a:latin typeface="Times New Roman"/>
                <a:cs typeface="Times New Roman"/>
              </a:rPr>
              <a:t> </a:t>
            </a:r>
            <a:r>
              <a:rPr sz="955" b="1" dirty="0">
                <a:latin typeface="Times New Roman"/>
                <a:cs typeface="Times New Roman"/>
              </a:rPr>
              <a:t>T</a:t>
            </a:r>
            <a:r>
              <a:rPr sz="750" b="1" dirty="0">
                <a:latin typeface="Times New Roman"/>
                <a:cs typeface="Times New Roman"/>
              </a:rPr>
              <a:t>HE</a:t>
            </a:r>
            <a:r>
              <a:rPr sz="750" b="1" spc="-14" dirty="0">
                <a:latin typeface="Times New Roman"/>
                <a:cs typeface="Times New Roman"/>
              </a:rPr>
              <a:t> </a:t>
            </a:r>
            <a:r>
              <a:rPr sz="955" b="1" spc="-7" dirty="0">
                <a:latin typeface="Times New Roman"/>
                <a:cs typeface="Times New Roman"/>
              </a:rPr>
              <a:t>H</a:t>
            </a:r>
            <a:r>
              <a:rPr sz="750" b="1" spc="-7" dirty="0">
                <a:latin typeface="Times New Roman"/>
                <a:cs typeface="Times New Roman"/>
              </a:rPr>
              <a:t>ANDBOOK</a:t>
            </a:r>
            <a:r>
              <a:rPr sz="750" b="1" spc="-119" dirty="0">
                <a:latin typeface="Times New Roman"/>
                <a:cs typeface="Times New Roman"/>
              </a:rPr>
              <a:t> </a:t>
            </a:r>
            <a:r>
              <a:rPr sz="955" b="1" spc="-7" dirty="0">
                <a:latin typeface="Times New Roman"/>
                <a:cs typeface="Times New Roman"/>
              </a:rPr>
              <a:t>.....................................................7</a:t>
            </a:r>
            <a:endParaRPr sz="955" dirty="0">
              <a:latin typeface="Times New Roman"/>
              <a:cs typeface="Times New Roman"/>
            </a:endParaRPr>
          </a:p>
          <a:p>
            <a:pPr marR="3464" algn="r">
              <a:spcBef>
                <a:spcPts val="368"/>
              </a:spcBef>
            </a:pPr>
            <a:r>
              <a:rPr sz="955" b="1" dirty="0">
                <a:latin typeface="Times New Roman"/>
                <a:cs typeface="Times New Roman"/>
              </a:rPr>
              <a:t>P</a:t>
            </a:r>
            <a:r>
              <a:rPr sz="750" b="1" dirty="0">
                <a:latin typeface="Times New Roman"/>
                <a:cs typeface="Times New Roman"/>
              </a:rPr>
              <a:t>ART</a:t>
            </a:r>
            <a:r>
              <a:rPr sz="750" b="1" spc="-27" dirty="0">
                <a:latin typeface="Times New Roman"/>
                <a:cs typeface="Times New Roman"/>
              </a:rPr>
              <a:t> </a:t>
            </a:r>
            <a:r>
              <a:rPr sz="955" b="1" dirty="0">
                <a:latin typeface="Times New Roman"/>
                <a:cs typeface="Times New Roman"/>
              </a:rPr>
              <a:t>I</a:t>
            </a:r>
            <a:r>
              <a:rPr sz="955" b="1" spc="-58" dirty="0">
                <a:latin typeface="Times New Roman"/>
                <a:cs typeface="Times New Roman"/>
              </a:rPr>
              <a:t> </a:t>
            </a:r>
            <a:r>
              <a:rPr sz="955" b="1" spc="-7" dirty="0">
                <a:latin typeface="Times New Roman"/>
                <a:cs typeface="Times New Roman"/>
              </a:rPr>
              <a:t>......................................................................................................................12</a:t>
            </a:r>
            <a:endParaRPr sz="955" dirty="0">
              <a:latin typeface="Times New Roman"/>
              <a:cs typeface="Times New Roman"/>
            </a:endParaRPr>
          </a:p>
          <a:p>
            <a:pPr marL="89619" marR="6061">
              <a:lnSpc>
                <a:spcPts val="941"/>
              </a:lnSpc>
              <a:spcBef>
                <a:spcPts val="228"/>
              </a:spcBef>
            </a:pPr>
            <a:r>
              <a:rPr sz="818" b="1" dirty="0">
                <a:latin typeface="Times New Roman"/>
                <a:cs typeface="Times New Roman"/>
              </a:rPr>
              <a:t>O</a:t>
            </a:r>
            <a:r>
              <a:rPr sz="648" b="1" dirty="0">
                <a:latin typeface="Times New Roman"/>
                <a:cs typeface="Times New Roman"/>
              </a:rPr>
              <a:t>UTLINE</a:t>
            </a:r>
            <a:r>
              <a:rPr sz="648" b="1" spc="-20" dirty="0">
                <a:latin typeface="Times New Roman"/>
                <a:cs typeface="Times New Roman"/>
              </a:rPr>
              <a:t> </a:t>
            </a:r>
            <a:r>
              <a:rPr sz="648" b="1" dirty="0">
                <a:latin typeface="Times New Roman"/>
                <a:cs typeface="Times New Roman"/>
              </a:rPr>
              <a:t>OF</a:t>
            </a:r>
            <a:r>
              <a:rPr sz="648" b="1" spc="-17" dirty="0">
                <a:latin typeface="Times New Roman"/>
                <a:cs typeface="Times New Roman"/>
              </a:rPr>
              <a:t> </a:t>
            </a:r>
            <a:r>
              <a:rPr sz="818" b="1" spc="-7" dirty="0">
                <a:latin typeface="Times New Roman"/>
                <a:cs typeface="Times New Roman"/>
              </a:rPr>
              <a:t>P</a:t>
            </a:r>
            <a:r>
              <a:rPr sz="648" b="1" spc="-7" dirty="0">
                <a:latin typeface="Times New Roman"/>
                <a:cs typeface="Times New Roman"/>
              </a:rPr>
              <a:t>OSITION</a:t>
            </a:r>
            <a:r>
              <a:rPr sz="648" b="1" spc="-14" dirty="0">
                <a:latin typeface="Times New Roman"/>
                <a:cs typeface="Times New Roman"/>
              </a:rPr>
              <a:t> </a:t>
            </a:r>
            <a:r>
              <a:rPr sz="818" b="1" spc="-7" dirty="0">
                <a:latin typeface="Times New Roman"/>
                <a:cs typeface="Times New Roman"/>
              </a:rPr>
              <a:t>C</a:t>
            </a:r>
            <a:r>
              <a:rPr sz="648" b="1" spc="-7" dirty="0">
                <a:latin typeface="Times New Roman"/>
                <a:cs typeface="Times New Roman"/>
              </a:rPr>
              <a:t>LASSIFICATION </a:t>
            </a:r>
            <a:r>
              <a:rPr sz="818" b="1" dirty="0">
                <a:latin typeface="Times New Roman"/>
                <a:cs typeface="Times New Roman"/>
              </a:rPr>
              <a:t>P</a:t>
            </a:r>
            <a:r>
              <a:rPr sz="648" b="1" dirty="0">
                <a:latin typeface="Times New Roman"/>
                <a:cs typeface="Times New Roman"/>
              </a:rPr>
              <a:t>LAN</a:t>
            </a:r>
            <a:r>
              <a:rPr sz="648" b="1" spc="-14" dirty="0">
                <a:latin typeface="Times New Roman"/>
                <a:cs typeface="Times New Roman"/>
              </a:rPr>
              <a:t> </a:t>
            </a:r>
            <a:r>
              <a:rPr sz="648" b="1" dirty="0">
                <a:latin typeface="Times New Roman"/>
                <a:cs typeface="Times New Roman"/>
              </a:rPr>
              <a:t>FOR</a:t>
            </a:r>
            <a:r>
              <a:rPr sz="648" b="1" spc="-14" dirty="0">
                <a:latin typeface="Times New Roman"/>
                <a:cs typeface="Times New Roman"/>
              </a:rPr>
              <a:t> </a:t>
            </a:r>
            <a:r>
              <a:rPr sz="818" b="1" dirty="0">
                <a:latin typeface="Times New Roman"/>
                <a:cs typeface="Times New Roman"/>
              </a:rPr>
              <a:t>W</a:t>
            </a:r>
            <a:r>
              <a:rPr sz="648" b="1" dirty="0">
                <a:latin typeface="Times New Roman"/>
                <a:cs typeface="Times New Roman"/>
              </a:rPr>
              <a:t>HITE</a:t>
            </a:r>
            <a:r>
              <a:rPr sz="648" b="1" spc="-10" dirty="0">
                <a:latin typeface="Times New Roman"/>
                <a:cs typeface="Times New Roman"/>
              </a:rPr>
              <a:t> </a:t>
            </a:r>
            <a:r>
              <a:rPr sz="818" b="1" dirty="0">
                <a:latin typeface="Times New Roman"/>
                <a:cs typeface="Times New Roman"/>
              </a:rPr>
              <a:t>C</a:t>
            </a:r>
            <a:r>
              <a:rPr sz="648" b="1" dirty="0">
                <a:latin typeface="Times New Roman"/>
                <a:cs typeface="Times New Roman"/>
              </a:rPr>
              <a:t>OLLAR</a:t>
            </a:r>
            <a:r>
              <a:rPr sz="648" b="1" spc="-14" dirty="0">
                <a:latin typeface="Times New Roman"/>
                <a:cs typeface="Times New Roman"/>
              </a:rPr>
              <a:t> </a:t>
            </a:r>
            <a:r>
              <a:rPr sz="818" b="1" spc="-7" dirty="0">
                <a:latin typeface="Times New Roman"/>
                <a:cs typeface="Times New Roman"/>
              </a:rPr>
              <a:t>O</a:t>
            </a:r>
            <a:r>
              <a:rPr sz="648" b="1" spc="-7" dirty="0">
                <a:latin typeface="Times New Roman"/>
                <a:cs typeface="Times New Roman"/>
              </a:rPr>
              <a:t>CCUPATIONAL</a:t>
            </a:r>
            <a:r>
              <a:rPr sz="648" b="1" spc="341" dirty="0">
                <a:latin typeface="Times New Roman"/>
                <a:cs typeface="Times New Roman"/>
              </a:rPr>
              <a:t>  </a:t>
            </a:r>
            <a:r>
              <a:rPr sz="818" b="1" dirty="0">
                <a:latin typeface="Times New Roman"/>
                <a:cs typeface="Times New Roman"/>
              </a:rPr>
              <a:t>G</a:t>
            </a:r>
            <a:r>
              <a:rPr sz="648" b="1" dirty="0">
                <a:latin typeface="Times New Roman"/>
                <a:cs typeface="Times New Roman"/>
              </a:rPr>
              <a:t>ROUPS</a:t>
            </a:r>
            <a:r>
              <a:rPr sz="648" b="1" spc="-24" dirty="0">
                <a:latin typeface="Times New Roman"/>
                <a:cs typeface="Times New Roman"/>
              </a:rPr>
              <a:t> </a:t>
            </a:r>
            <a:r>
              <a:rPr sz="648" b="1" dirty="0">
                <a:latin typeface="Times New Roman"/>
                <a:cs typeface="Times New Roman"/>
              </a:rPr>
              <a:t>AND</a:t>
            </a:r>
            <a:r>
              <a:rPr sz="648" b="1" spc="-20" dirty="0">
                <a:latin typeface="Times New Roman"/>
                <a:cs typeface="Times New Roman"/>
              </a:rPr>
              <a:t> </a:t>
            </a:r>
            <a:r>
              <a:rPr sz="818" b="1" dirty="0">
                <a:latin typeface="Times New Roman"/>
                <a:cs typeface="Times New Roman"/>
              </a:rPr>
              <a:t>S</a:t>
            </a:r>
            <a:r>
              <a:rPr sz="648" b="1" dirty="0">
                <a:latin typeface="Times New Roman"/>
                <a:cs typeface="Times New Roman"/>
              </a:rPr>
              <a:t>ERIES</a:t>
            </a:r>
            <a:r>
              <a:rPr sz="648" b="1" spc="-3"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12 </a:t>
            </a:r>
            <a:r>
              <a:rPr sz="818" b="1" spc="-7" dirty="0">
                <a:latin typeface="Times New Roman"/>
                <a:cs typeface="Times New Roman"/>
              </a:rPr>
              <a:t>D</a:t>
            </a:r>
            <a:r>
              <a:rPr sz="648" b="1" spc="-7" dirty="0">
                <a:latin typeface="Times New Roman"/>
                <a:cs typeface="Times New Roman"/>
              </a:rPr>
              <a:t>EFINITIONS</a:t>
            </a:r>
            <a:r>
              <a:rPr sz="648" b="1" spc="-10" dirty="0">
                <a:latin typeface="Times New Roman"/>
                <a:cs typeface="Times New Roman"/>
              </a:rPr>
              <a:t> </a:t>
            </a:r>
            <a:r>
              <a:rPr sz="648" b="1" dirty="0">
                <a:latin typeface="Times New Roman"/>
                <a:cs typeface="Times New Roman"/>
              </a:rPr>
              <a:t>OF</a:t>
            </a:r>
            <a:r>
              <a:rPr sz="648" b="1" spc="-7" dirty="0">
                <a:latin typeface="Times New Roman"/>
                <a:cs typeface="Times New Roman"/>
              </a:rPr>
              <a:t> </a:t>
            </a:r>
            <a:r>
              <a:rPr sz="818" b="1" dirty="0">
                <a:latin typeface="Times New Roman"/>
                <a:cs typeface="Times New Roman"/>
              </a:rPr>
              <a:t>W</a:t>
            </a:r>
            <a:r>
              <a:rPr sz="648" b="1" dirty="0">
                <a:latin typeface="Times New Roman"/>
                <a:cs typeface="Times New Roman"/>
              </a:rPr>
              <a:t>HITE</a:t>
            </a:r>
            <a:r>
              <a:rPr sz="648" b="1" spc="-7" dirty="0">
                <a:latin typeface="Times New Roman"/>
                <a:cs typeface="Times New Roman"/>
              </a:rPr>
              <a:t> </a:t>
            </a:r>
            <a:r>
              <a:rPr sz="818" b="1" dirty="0">
                <a:latin typeface="Times New Roman"/>
                <a:cs typeface="Times New Roman"/>
              </a:rPr>
              <a:t>C</a:t>
            </a:r>
            <a:r>
              <a:rPr sz="648" b="1" dirty="0">
                <a:latin typeface="Times New Roman"/>
                <a:cs typeface="Times New Roman"/>
              </a:rPr>
              <a:t>OLLAR</a:t>
            </a:r>
            <a:r>
              <a:rPr sz="648" b="1" spc="-7" dirty="0">
                <a:latin typeface="Times New Roman"/>
                <a:cs typeface="Times New Roman"/>
              </a:rPr>
              <a:t> </a:t>
            </a:r>
            <a:r>
              <a:rPr sz="818" b="1" spc="-7" dirty="0">
                <a:latin typeface="Times New Roman"/>
                <a:cs typeface="Times New Roman"/>
              </a:rPr>
              <a:t>O</a:t>
            </a:r>
            <a:r>
              <a:rPr sz="648" b="1" spc="-7" dirty="0">
                <a:latin typeface="Times New Roman"/>
                <a:cs typeface="Times New Roman"/>
              </a:rPr>
              <a:t>CCUPATIONAL </a:t>
            </a:r>
            <a:r>
              <a:rPr sz="818" b="1" dirty="0">
                <a:latin typeface="Times New Roman"/>
                <a:cs typeface="Times New Roman"/>
              </a:rPr>
              <a:t>G</a:t>
            </a:r>
            <a:r>
              <a:rPr sz="648" b="1" dirty="0">
                <a:latin typeface="Times New Roman"/>
                <a:cs typeface="Times New Roman"/>
              </a:rPr>
              <a:t>ROUPS</a:t>
            </a:r>
            <a:r>
              <a:rPr sz="648" b="1" spc="-7" dirty="0">
                <a:latin typeface="Times New Roman"/>
                <a:cs typeface="Times New Roman"/>
              </a:rPr>
              <a:t> </a:t>
            </a:r>
            <a:r>
              <a:rPr sz="648" b="1" dirty="0">
                <a:latin typeface="Times New Roman"/>
                <a:cs typeface="Times New Roman"/>
              </a:rPr>
              <a:t>AND</a:t>
            </a:r>
            <a:r>
              <a:rPr sz="648" b="1" spc="-10" dirty="0">
                <a:latin typeface="Times New Roman"/>
                <a:cs typeface="Times New Roman"/>
              </a:rPr>
              <a:t> </a:t>
            </a:r>
            <a:r>
              <a:rPr sz="818" b="1" dirty="0">
                <a:latin typeface="Times New Roman"/>
                <a:cs typeface="Times New Roman"/>
              </a:rPr>
              <a:t>S</a:t>
            </a:r>
            <a:r>
              <a:rPr sz="648" b="1" dirty="0">
                <a:latin typeface="Times New Roman"/>
                <a:cs typeface="Times New Roman"/>
              </a:rPr>
              <a:t>ERIES</a:t>
            </a:r>
            <a:r>
              <a:rPr sz="818" b="1" dirty="0">
                <a:latin typeface="Times New Roman"/>
                <a:cs typeface="Times New Roman"/>
              </a:rPr>
              <a:t>...............................</a:t>
            </a:r>
            <a:r>
              <a:rPr sz="818" b="1" spc="-41" dirty="0">
                <a:latin typeface="Times New Roman"/>
                <a:cs typeface="Times New Roman"/>
              </a:rPr>
              <a:t> </a:t>
            </a:r>
            <a:r>
              <a:rPr sz="818" b="1" spc="-17" dirty="0">
                <a:latin typeface="Times New Roman"/>
                <a:cs typeface="Times New Roman"/>
              </a:rPr>
              <a:t>18</a:t>
            </a:r>
            <a:endParaRPr sz="818" dirty="0">
              <a:latin typeface="Times New Roman"/>
              <a:cs typeface="Times New Roman"/>
            </a:endParaRPr>
          </a:p>
          <a:p>
            <a:pPr marR="8226" algn="r">
              <a:lnSpc>
                <a:spcPts val="897"/>
              </a:lnSpc>
            </a:pPr>
            <a:r>
              <a:rPr sz="818" b="1" dirty="0">
                <a:latin typeface="Times New Roman"/>
                <a:cs typeface="Times New Roman"/>
              </a:rPr>
              <a:t>0000</a:t>
            </a:r>
            <a:r>
              <a:rPr sz="818" b="1" spc="58" dirty="0">
                <a:latin typeface="Times New Roman"/>
                <a:cs typeface="Times New Roman"/>
              </a:rPr>
              <a:t> </a:t>
            </a:r>
            <a:r>
              <a:rPr sz="818" b="1" dirty="0">
                <a:latin typeface="Times New Roman"/>
                <a:cs typeface="Times New Roman"/>
              </a:rPr>
              <a:t>–</a:t>
            </a:r>
            <a:r>
              <a:rPr sz="818" b="1" spc="61" dirty="0">
                <a:latin typeface="Times New Roman"/>
                <a:cs typeface="Times New Roman"/>
              </a:rPr>
              <a:t> </a:t>
            </a:r>
            <a:r>
              <a:rPr sz="818" b="1" spc="-7" dirty="0">
                <a:latin typeface="Times New Roman"/>
                <a:cs typeface="Times New Roman"/>
              </a:rPr>
              <a:t>M</a:t>
            </a:r>
            <a:r>
              <a:rPr sz="648" b="1" spc="-7" dirty="0">
                <a:latin typeface="Times New Roman"/>
                <a:cs typeface="Times New Roman"/>
              </a:rPr>
              <a:t>ISCELLANEOUS</a:t>
            </a:r>
            <a:r>
              <a:rPr sz="648" b="1" spc="99" dirty="0">
                <a:latin typeface="Times New Roman"/>
                <a:cs typeface="Times New Roman"/>
              </a:rPr>
              <a:t> </a:t>
            </a:r>
            <a:r>
              <a:rPr sz="818" b="1" spc="-7" dirty="0">
                <a:latin typeface="Times New Roman"/>
                <a:cs typeface="Times New Roman"/>
              </a:rPr>
              <a:t>O</a:t>
            </a:r>
            <a:r>
              <a:rPr sz="648" b="1" spc="-7" dirty="0">
                <a:latin typeface="Times New Roman"/>
                <a:cs typeface="Times New Roman"/>
              </a:rPr>
              <a:t>CCUPATIONS</a:t>
            </a:r>
            <a:r>
              <a:rPr sz="648" b="1" spc="116" dirty="0">
                <a:latin typeface="Times New Roman"/>
                <a:cs typeface="Times New Roman"/>
              </a:rPr>
              <a:t> </a:t>
            </a:r>
            <a:r>
              <a:rPr sz="818" b="1" spc="-7" dirty="0">
                <a:latin typeface="Times New Roman"/>
                <a:cs typeface="Times New Roman"/>
              </a:rPr>
              <a:t>G</a:t>
            </a:r>
            <a:r>
              <a:rPr sz="648" b="1" spc="-7" dirty="0">
                <a:latin typeface="Times New Roman"/>
                <a:cs typeface="Times New Roman"/>
              </a:rPr>
              <a:t>ROUP</a:t>
            </a:r>
            <a:r>
              <a:rPr sz="818" b="1" spc="-7" dirty="0">
                <a:latin typeface="Times New Roman"/>
                <a:cs typeface="Times New Roman"/>
              </a:rPr>
              <a:t>...................................................................</a:t>
            </a:r>
            <a:r>
              <a:rPr sz="818" b="1" spc="44" dirty="0">
                <a:latin typeface="Times New Roman"/>
                <a:cs typeface="Times New Roman"/>
              </a:rPr>
              <a:t> </a:t>
            </a:r>
            <a:r>
              <a:rPr sz="818" b="1" spc="-17" dirty="0">
                <a:latin typeface="Times New Roman"/>
                <a:cs typeface="Times New Roman"/>
              </a:rPr>
              <a:t>18</a:t>
            </a:r>
            <a:endParaRPr sz="818" dirty="0">
              <a:latin typeface="Times New Roman"/>
              <a:cs typeface="Times New Roman"/>
            </a:endParaRPr>
          </a:p>
          <a:p>
            <a:pPr marL="164518">
              <a:lnSpc>
                <a:spcPts val="941"/>
              </a:lnSpc>
            </a:pPr>
            <a:r>
              <a:rPr sz="818" b="1" dirty="0">
                <a:latin typeface="Times New Roman"/>
                <a:cs typeface="Times New Roman"/>
              </a:rPr>
              <a:t>0100</a:t>
            </a:r>
            <a:r>
              <a:rPr sz="818" b="1" spc="-51"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dirty="0">
                <a:latin typeface="Times New Roman"/>
                <a:cs typeface="Times New Roman"/>
              </a:rPr>
              <a:t>S</a:t>
            </a:r>
            <a:r>
              <a:rPr sz="648" b="1" dirty="0">
                <a:latin typeface="Times New Roman"/>
                <a:cs typeface="Times New Roman"/>
              </a:rPr>
              <a:t>OCIAL</a:t>
            </a:r>
            <a:r>
              <a:rPr sz="648" b="1" spc="-7" dirty="0">
                <a:latin typeface="Times New Roman"/>
                <a:cs typeface="Times New Roman"/>
              </a:rPr>
              <a:t> </a:t>
            </a:r>
            <a:r>
              <a:rPr sz="818" b="1" spc="-7" dirty="0">
                <a:latin typeface="Times New Roman"/>
                <a:cs typeface="Times New Roman"/>
              </a:rPr>
              <a:t>S</a:t>
            </a:r>
            <a:r>
              <a:rPr sz="648" b="1" spc="-7" dirty="0">
                <a:latin typeface="Times New Roman"/>
                <a:cs typeface="Times New Roman"/>
              </a:rPr>
              <a:t>CIENCE</a:t>
            </a:r>
            <a:r>
              <a:rPr sz="818" b="1" spc="-7" dirty="0">
                <a:latin typeface="Times New Roman"/>
                <a:cs typeface="Times New Roman"/>
              </a:rPr>
              <a:t>,</a:t>
            </a:r>
            <a:r>
              <a:rPr sz="818" b="1" spc="-51" dirty="0">
                <a:latin typeface="Times New Roman"/>
                <a:cs typeface="Times New Roman"/>
              </a:rPr>
              <a:t> </a:t>
            </a:r>
            <a:r>
              <a:rPr sz="818" b="1" spc="-7" dirty="0">
                <a:latin typeface="Times New Roman"/>
                <a:cs typeface="Times New Roman"/>
              </a:rPr>
              <a:t>P</a:t>
            </a:r>
            <a:r>
              <a:rPr sz="648" b="1" spc="-7" dirty="0">
                <a:latin typeface="Times New Roman"/>
                <a:cs typeface="Times New Roman"/>
              </a:rPr>
              <a:t>SYCHOLOGY</a:t>
            </a:r>
            <a:r>
              <a:rPr sz="818" b="1" spc="-7" dirty="0">
                <a:latin typeface="Times New Roman"/>
                <a:cs typeface="Times New Roman"/>
              </a:rPr>
              <a:t>,</a:t>
            </a:r>
            <a:r>
              <a:rPr sz="818" b="1" spc="-44" dirty="0">
                <a:latin typeface="Times New Roman"/>
                <a:cs typeface="Times New Roman"/>
              </a:rPr>
              <a:t> </a:t>
            </a:r>
            <a:r>
              <a:rPr sz="648" b="1" dirty="0">
                <a:latin typeface="Times New Roman"/>
                <a:cs typeface="Times New Roman"/>
              </a:rPr>
              <a:t>AND</a:t>
            </a:r>
            <a:r>
              <a:rPr sz="648" b="1" spc="-3" dirty="0">
                <a:latin typeface="Times New Roman"/>
                <a:cs typeface="Times New Roman"/>
              </a:rPr>
              <a:t> </a:t>
            </a:r>
            <a:r>
              <a:rPr sz="818" b="1" dirty="0">
                <a:latin typeface="Times New Roman"/>
                <a:cs typeface="Times New Roman"/>
              </a:rPr>
              <a:t>W</a:t>
            </a:r>
            <a:r>
              <a:rPr sz="648" b="1" dirty="0">
                <a:latin typeface="Times New Roman"/>
                <a:cs typeface="Times New Roman"/>
              </a:rPr>
              <a:t>ELFARE</a:t>
            </a:r>
            <a:r>
              <a:rPr sz="648" b="1" spc="-3" dirty="0">
                <a:latin typeface="Times New Roman"/>
                <a:cs typeface="Times New Roman"/>
              </a:rPr>
              <a:t> </a:t>
            </a:r>
            <a:r>
              <a:rPr sz="818" b="1" spc="-7" dirty="0">
                <a:latin typeface="Times New Roman"/>
                <a:cs typeface="Times New Roman"/>
              </a:rPr>
              <a:t>G</a:t>
            </a:r>
            <a:r>
              <a:rPr sz="648" b="1" spc="-7" dirty="0">
                <a:latin typeface="Times New Roman"/>
                <a:cs typeface="Times New Roman"/>
              </a:rPr>
              <a:t>ROUP</a:t>
            </a:r>
            <a:r>
              <a:rPr sz="648" b="1" spc="-58"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25</a:t>
            </a:r>
            <a:endParaRPr sz="818" dirty="0">
              <a:latin typeface="Times New Roman"/>
              <a:cs typeface="Times New Roman"/>
            </a:endParaRPr>
          </a:p>
          <a:p>
            <a:pPr marR="8226" algn="r">
              <a:lnSpc>
                <a:spcPts val="941"/>
              </a:lnSpc>
            </a:pPr>
            <a:r>
              <a:rPr sz="818" b="1" dirty="0">
                <a:latin typeface="Times New Roman"/>
                <a:cs typeface="Times New Roman"/>
              </a:rPr>
              <a:t>0200</a:t>
            </a:r>
            <a:r>
              <a:rPr sz="818" b="1" spc="-44" dirty="0">
                <a:latin typeface="Times New Roman"/>
                <a:cs typeface="Times New Roman"/>
              </a:rPr>
              <a:t> </a:t>
            </a:r>
            <a:r>
              <a:rPr sz="818" b="1" dirty="0">
                <a:latin typeface="Times New Roman"/>
                <a:cs typeface="Times New Roman"/>
              </a:rPr>
              <a:t>–</a:t>
            </a:r>
            <a:r>
              <a:rPr sz="818" b="1" spc="-41" dirty="0">
                <a:latin typeface="Times New Roman"/>
                <a:cs typeface="Times New Roman"/>
              </a:rPr>
              <a:t> </a:t>
            </a:r>
            <a:r>
              <a:rPr sz="818" b="1" dirty="0">
                <a:latin typeface="Times New Roman"/>
                <a:cs typeface="Times New Roman"/>
              </a:rPr>
              <a:t>H</a:t>
            </a:r>
            <a:r>
              <a:rPr sz="648" b="1" dirty="0">
                <a:latin typeface="Times New Roman"/>
                <a:cs typeface="Times New Roman"/>
              </a:rPr>
              <a:t>UMAN </a:t>
            </a:r>
            <a:r>
              <a:rPr sz="818" b="1" spc="-7" dirty="0">
                <a:latin typeface="Times New Roman"/>
                <a:cs typeface="Times New Roman"/>
              </a:rPr>
              <a:t>R</a:t>
            </a:r>
            <a:r>
              <a:rPr sz="648" b="1" spc="-7" dirty="0">
                <a:latin typeface="Times New Roman"/>
                <a:cs typeface="Times New Roman"/>
              </a:rPr>
              <a:t>ESOURCES</a:t>
            </a:r>
            <a:r>
              <a:rPr sz="648" b="1" dirty="0">
                <a:latin typeface="Times New Roman"/>
                <a:cs typeface="Times New Roman"/>
              </a:rPr>
              <a:t> </a:t>
            </a:r>
            <a:r>
              <a:rPr sz="818" b="1" spc="-7" dirty="0">
                <a:latin typeface="Times New Roman"/>
                <a:cs typeface="Times New Roman"/>
              </a:rPr>
              <a:t>M</a:t>
            </a:r>
            <a:r>
              <a:rPr sz="648" b="1" spc="-7" dirty="0">
                <a:latin typeface="Times New Roman"/>
                <a:cs typeface="Times New Roman"/>
              </a:rPr>
              <a:t>ANAGEMENT</a:t>
            </a:r>
            <a:r>
              <a:rPr sz="648" b="1" spc="3" dirty="0">
                <a:latin typeface="Times New Roman"/>
                <a:cs typeface="Times New Roman"/>
              </a:rPr>
              <a:t> </a:t>
            </a:r>
            <a:r>
              <a:rPr sz="818" b="1" spc="-7" dirty="0">
                <a:latin typeface="Times New Roman"/>
                <a:cs typeface="Times New Roman"/>
              </a:rPr>
              <a:t>G</a:t>
            </a:r>
            <a:r>
              <a:rPr sz="648" b="1" spc="-7" dirty="0">
                <a:latin typeface="Times New Roman"/>
                <a:cs typeface="Times New Roman"/>
              </a:rPr>
              <a:t>ROUP</a:t>
            </a:r>
            <a:r>
              <a:rPr sz="648" b="1" spc="-92"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32</a:t>
            </a:r>
            <a:endParaRPr sz="818" dirty="0">
              <a:latin typeface="Times New Roman"/>
              <a:cs typeface="Times New Roman"/>
            </a:endParaRPr>
          </a:p>
          <a:p>
            <a:pPr marL="164518">
              <a:lnSpc>
                <a:spcPts val="941"/>
              </a:lnSpc>
            </a:pPr>
            <a:r>
              <a:rPr sz="818" b="1" cap="small" dirty="0">
                <a:latin typeface="Times New Roman"/>
                <a:cs typeface="Times New Roman"/>
              </a:rPr>
              <a:t>0300</a:t>
            </a:r>
            <a:r>
              <a:rPr sz="818" b="1" cap="small" spc="-34" dirty="0">
                <a:latin typeface="Times New Roman"/>
                <a:cs typeface="Times New Roman"/>
              </a:rPr>
              <a:t> </a:t>
            </a:r>
            <a:r>
              <a:rPr sz="818" b="1" cap="small" dirty="0">
                <a:latin typeface="Times New Roman"/>
                <a:cs typeface="Times New Roman"/>
              </a:rPr>
              <a:t>–</a:t>
            </a:r>
            <a:r>
              <a:rPr sz="818" b="1" cap="small" spc="-31" dirty="0">
                <a:latin typeface="Times New Roman"/>
                <a:cs typeface="Times New Roman"/>
              </a:rPr>
              <a:t> </a:t>
            </a:r>
            <a:r>
              <a:rPr sz="818" b="1" cap="small" spc="-7" dirty="0">
                <a:latin typeface="Times New Roman"/>
                <a:cs typeface="Times New Roman"/>
              </a:rPr>
              <a:t>General</a:t>
            </a:r>
            <a:r>
              <a:rPr sz="818" b="1" cap="small" spc="17" dirty="0">
                <a:latin typeface="Times New Roman"/>
                <a:cs typeface="Times New Roman"/>
              </a:rPr>
              <a:t> </a:t>
            </a:r>
            <a:r>
              <a:rPr sz="818" b="1" cap="small" spc="-7" dirty="0">
                <a:latin typeface="Times New Roman"/>
                <a:cs typeface="Times New Roman"/>
              </a:rPr>
              <a:t>Administrative,</a:t>
            </a:r>
            <a:r>
              <a:rPr sz="818" b="1" cap="small" spc="-41" dirty="0">
                <a:latin typeface="Times New Roman"/>
                <a:cs typeface="Times New Roman"/>
              </a:rPr>
              <a:t> </a:t>
            </a:r>
            <a:r>
              <a:rPr sz="818" b="1" cap="small" spc="-7" dirty="0">
                <a:latin typeface="Times New Roman"/>
                <a:cs typeface="Times New Roman"/>
              </a:rPr>
              <a:t>Clerical,</a:t>
            </a:r>
            <a:r>
              <a:rPr sz="818" b="1" cap="small" spc="-34" dirty="0">
                <a:latin typeface="Times New Roman"/>
                <a:cs typeface="Times New Roman"/>
              </a:rPr>
              <a:t> </a:t>
            </a:r>
            <a:r>
              <a:rPr sz="818" b="1" cap="small" dirty="0">
                <a:latin typeface="Times New Roman"/>
                <a:cs typeface="Times New Roman"/>
              </a:rPr>
              <a:t>and</a:t>
            </a:r>
            <a:r>
              <a:rPr sz="818" b="1" cap="small" spc="14" dirty="0">
                <a:latin typeface="Times New Roman"/>
                <a:cs typeface="Times New Roman"/>
              </a:rPr>
              <a:t> </a:t>
            </a:r>
            <a:r>
              <a:rPr sz="818" b="1" cap="small" dirty="0">
                <a:latin typeface="Times New Roman"/>
                <a:cs typeface="Times New Roman"/>
              </a:rPr>
              <a:t>Office</a:t>
            </a:r>
            <a:r>
              <a:rPr sz="818" b="1" cap="small" spc="17" dirty="0">
                <a:latin typeface="Times New Roman"/>
                <a:cs typeface="Times New Roman"/>
              </a:rPr>
              <a:t> </a:t>
            </a:r>
            <a:r>
              <a:rPr sz="818" b="1" cap="small" dirty="0">
                <a:latin typeface="Times New Roman"/>
                <a:cs typeface="Times New Roman"/>
              </a:rPr>
              <a:t>Services</a:t>
            </a:r>
            <a:r>
              <a:rPr sz="818" b="1" cap="small" spc="14" dirty="0">
                <a:latin typeface="Times New Roman"/>
                <a:cs typeface="Times New Roman"/>
              </a:rPr>
              <a:t> </a:t>
            </a:r>
            <a:r>
              <a:rPr sz="818" b="1" cap="small" spc="-7" dirty="0">
                <a:latin typeface="Times New Roman"/>
                <a:cs typeface="Times New Roman"/>
              </a:rPr>
              <a:t>Group................</a:t>
            </a:r>
            <a:r>
              <a:rPr sz="818" b="1" cap="small" spc="-44" dirty="0">
                <a:latin typeface="Times New Roman"/>
                <a:cs typeface="Times New Roman"/>
              </a:rPr>
              <a:t> </a:t>
            </a:r>
            <a:r>
              <a:rPr sz="818" b="1" cap="small" spc="-17" dirty="0">
                <a:latin typeface="Times New Roman"/>
                <a:cs typeface="Times New Roman"/>
              </a:rPr>
              <a:t>36</a:t>
            </a:r>
            <a:endParaRPr sz="818" dirty="0">
              <a:latin typeface="Times New Roman"/>
              <a:cs typeface="Times New Roman"/>
            </a:endParaRPr>
          </a:p>
          <a:p>
            <a:pPr marL="164518">
              <a:lnSpc>
                <a:spcPts val="941"/>
              </a:lnSpc>
            </a:pPr>
            <a:r>
              <a:rPr sz="818" b="1" cap="small" dirty="0">
                <a:latin typeface="Times New Roman"/>
                <a:cs typeface="Times New Roman"/>
              </a:rPr>
              <a:t>0400</a:t>
            </a:r>
            <a:r>
              <a:rPr sz="818" b="1" cap="small" spc="-41" dirty="0">
                <a:latin typeface="Times New Roman"/>
                <a:cs typeface="Times New Roman"/>
              </a:rPr>
              <a:t> </a:t>
            </a:r>
            <a:r>
              <a:rPr sz="818" b="1" cap="small" dirty="0">
                <a:latin typeface="Times New Roman"/>
                <a:cs typeface="Times New Roman"/>
              </a:rPr>
              <a:t>–</a:t>
            </a:r>
            <a:r>
              <a:rPr sz="818" b="1" cap="small" spc="-41" dirty="0">
                <a:latin typeface="Times New Roman"/>
                <a:cs typeface="Times New Roman"/>
              </a:rPr>
              <a:t> </a:t>
            </a:r>
            <a:r>
              <a:rPr sz="818" b="1" cap="small" spc="-7" dirty="0">
                <a:latin typeface="Times New Roman"/>
                <a:cs typeface="Times New Roman"/>
              </a:rPr>
              <a:t>Natural</a:t>
            </a:r>
            <a:r>
              <a:rPr sz="818" b="1" cap="small" spc="-27" dirty="0">
                <a:latin typeface="Times New Roman"/>
                <a:cs typeface="Times New Roman"/>
              </a:rPr>
              <a:t> </a:t>
            </a:r>
            <a:r>
              <a:rPr sz="818" b="1" cap="small" dirty="0">
                <a:latin typeface="Times New Roman"/>
                <a:cs typeface="Times New Roman"/>
              </a:rPr>
              <a:t>Resources</a:t>
            </a:r>
            <a:r>
              <a:rPr sz="818" b="1" cap="small" spc="-10" dirty="0">
                <a:latin typeface="Times New Roman"/>
                <a:cs typeface="Times New Roman"/>
              </a:rPr>
              <a:t> </a:t>
            </a:r>
            <a:r>
              <a:rPr sz="818" b="1" cap="small" spc="-7" dirty="0">
                <a:latin typeface="Times New Roman"/>
                <a:cs typeface="Times New Roman"/>
              </a:rPr>
              <a:t>Management </a:t>
            </a:r>
            <a:r>
              <a:rPr sz="818" b="1" cap="small" dirty="0">
                <a:latin typeface="Times New Roman"/>
                <a:cs typeface="Times New Roman"/>
              </a:rPr>
              <a:t>and</a:t>
            </a:r>
            <a:r>
              <a:rPr sz="818" b="1" cap="small" spc="-10" dirty="0">
                <a:latin typeface="Times New Roman"/>
                <a:cs typeface="Times New Roman"/>
              </a:rPr>
              <a:t> </a:t>
            </a:r>
            <a:r>
              <a:rPr sz="818" b="1" cap="small" spc="-7" dirty="0">
                <a:latin typeface="Times New Roman"/>
                <a:cs typeface="Times New Roman"/>
              </a:rPr>
              <a:t>Biological</a:t>
            </a:r>
            <a:r>
              <a:rPr sz="818" b="1" cap="small" spc="-3" dirty="0">
                <a:latin typeface="Times New Roman"/>
                <a:cs typeface="Times New Roman"/>
              </a:rPr>
              <a:t> </a:t>
            </a:r>
            <a:r>
              <a:rPr sz="818" b="1" cap="small" dirty="0">
                <a:latin typeface="Times New Roman"/>
                <a:cs typeface="Times New Roman"/>
              </a:rPr>
              <a:t>Sciences</a:t>
            </a:r>
            <a:r>
              <a:rPr sz="818" b="1" cap="small" spc="-10" dirty="0">
                <a:latin typeface="Times New Roman"/>
                <a:cs typeface="Times New Roman"/>
              </a:rPr>
              <a:t> </a:t>
            </a:r>
            <a:r>
              <a:rPr sz="818" b="1" cap="small" dirty="0">
                <a:latin typeface="Times New Roman"/>
                <a:cs typeface="Times New Roman"/>
              </a:rPr>
              <a:t>Group...........</a:t>
            </a:r>
            <a:r>
              <a:rPr sz="818" b="1" cap="small" spc="-51" dirty="0">
                <a:latin typeface="Times New Roman"/>
                <a:cs typeface="Times New Roman"/>
              </a:rPr>
              <a:t> </a:t>
            </a:r>
            <a:r>
              <a:rPr sz="818" b="1" cap="small" spc="-17" dirty="0">
                <a:latin typeface="Times New Roman"/>
                <a:cs typeface="Times New Roman"/>
              </a:rPr>
              <a:t>43</a:t>
            </a:r>
            <a:endParaRPr sz="818" dirty="0">
              <a:latin typeface="Times New Roman"/>
              <a:cs typeface="Times New Roman"/>
            </a:endParaRPr>
          </a:p>
          <a:p>
            <a:pPr marR="8226" algn="r">
              <a:lnSpc>
                <a:spcPts val="941"/>
              </a:lnSpc>
            </a:pPr>
            <a:r>
              <a:rPr sz="818" b="1" dirty="0">
                <a:latin typeface="Times New Roman"/>
                <a:cs typeface="Times New Roman"/>
              </a:rPr>
              <a:t>0500</a:t>
            </a:r>
            <a:r>
              <a:rPr sz="818" b="1" spc="-51"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7" dirty="0">
                <a:latin typeface="Times New Roman"/>
                <a:cs typeface="Times New Roman"/>
              </a:rPr>
              <a:t>A</a:t>
            </a:r>
            <a:r>
              <a:rPr sz="648" b="1" spc="-7" dirty="0">
                <a:latin typeface="Times New Roman"/>
                <a:cs typeface="Times New Roman"/>
              </a:rPr>
              <a:t>CCOUNTING</a:t>
            </a:r>
            <a:r>
              <a:rPr sz="648" b="1" spc="-10" dirty="0">
                <a:latin typeface="Times New Roman"/>
                <a:cs typeface="Times New Roman"/>
              </a:rPr>
              <a:t> </a:t>
            </a:r>
            <a:r>
              <a:rPr sz="648" b="1" dirty="0">
                <a:latin typeface="Times New Roman"/>
                <a:cs typeface="Times New Roman"/>
              </a:rPr>
              <a:t>AND</a:t>
            </a:r>
            <a:r>
              <a:rPr sz="648" b="1" spc="-3" dirty="0">
                <a:latin typeface="Times New Roman"/>
                <a:cs typeface="Times New Roman"/>
              </a:rPr>
              <a:t> </a:t>
            </a:r>
            <a:r>
              <a:rPr sz="818" b="1" dirty="0">
                <a:latin typeface="Times New Roman"/>
                <a:cs typeface="Times New Roman"/>
              </a:rPr>
              <a:t>B</a:t>
            </a:r>
            <a:r>
              <a:rPr sz="648" b="1" dirty="0">
                <a:latin typeface="Times New Roman"/>
                <a:cs typeface="Times New Roman"/>
              </a:rPr>
              <a:t>UDGET</a:t>
            </a:r>
            <a:r>
              <a:rPr sz="648" b="1" spc="-3" dirty="0">
                <a:latin typeface="Times New Roman"/>
                <a:cs typeface="Times New Roman"/>
              </a:rPr>
              <a:t> </a:t>
            </a:r>
            <a:r>
              <a:rPr sz="818" b="1" spc="-7" dirty="0">
                <a:latin typeface="Times New Roman"/>
                <a:cs typeface="Times New Roman"/>
              </a:rPr>
              <a:t>G</a:t>
            </a:r>
            <a:r>
              <a:rPr sz="648" b="1" spc="-7" dirty="0">
                <a:latin typeface="Times New Roman"/>
                <a:cs typeface="Times New Roman"/>
              </a:rPr>
              <a:t>ROUP</a:t>
            </a:r>
            <a:r>
              <a:rPr sz="648" b="1" spc="-44"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50</a:t>
            </a:r>
            <a:endParaRPr sz="818" dirty="0">
              <a:latin typeface="Times New Roman"/>
              <a:cs typeface="Times New Roman"/>
            </a:endParaRPr>
          </a:p>
          <a:p>
            <a:pPr marL="164518">
              <a:lnSpc>
                <a:spcPts val="941"/>
              </a:lnSpc>
            </a:pPr>
            <a:r>
              <a:rPr sz="818" b="1" dirty="0">
                <a:latin typeface="Times New Roman"/>
                <a:cs typeface="Times New Roman"/>
              </a:rPr>
              <a:t>0600</a:t>
            </a:r>
            <a:r>
              <a:rPr sz="818" b="1" spc="-17" dirty="0">
                <a:latin typeface="Times New Roman"/>
                <a:cs typeface="Times New Roman"/>
              </a:rPr>
              <a:t> </a:t>
            </a:r>
            <a:r>
              <a:rPr sz="818" b="1" dirty="0">
                <a:latin typeface="Times New Roman"/>
                <a:cs typeface="Times New Roman"/>
              </a:rPr>
              <a:t>–</a:t>
            </a:r>
            <a:r>
              <a:rPr sz="818" b="1" spc="-17" dirty="0">
                <a:latin typeface="Times New Roman"/>
                <a:cs typeface="Times New Roman"/>
              </a:rPr>
              <a:t> </a:t>
            </a:r>
            <a:r>
              <a:rPr sz="818" b="1" spc="-7" dirty="0">
                <a:latin typeface="Times New Roman"/>
                <a:cs typeface="Times New Roman"/>
              </a:rPr>
              <a:t>M</a:t>
            </a:r>
            <a:r>
              <a:rPr sz="648" b="1" spc="-7" dirty="0">
                <a:latin typeface="Times New Roman"/>
                <a:cs typeface="Times New Roman"/>
              </a:rPr>
              <a:t>EDICAL</a:t>
            </a:r>
            <a:r>
              <a:rPr sz="818" b="1" spc="-7" dirty="0">
                <a:latin typeface="Times New Roman"/>
                <a:cs typeface="Times New Roman"/>
              </a:rPr>
              <a:t>,</a:t>
            </a:r>
            <a:r>
              <a:rPr sz="818" b="1" spc="-17" dirty="0">
                <a:latin typeface="Times New Roman"/>
                <a:cs typeface="Times New Roman"/>
              </a:rPr>
              <a:t> </a:t>
            </a:r>
            <a:r>
              <a:rPr sz="818" b="1" spc="-7" dirty="0">
                <a:latin typeface="Times New Roman"/>
                <a:cs typeface="Times New Roman"/>
              </a:rPr>
              <a:t>H</a:t>
            </a:r>
            <a:r>
              <a:rPr sz="648" b="1" spc="-7" dirty="0">
                <a:latin typeface="Times New Roman"/>
                <a:cs typeface="Times New Roman"/>
              </a:rPr>
              <a:t>OSPITAL</a:t>
            </a:r>
            <a:r>
              <a:rPr sz="818" b="1" spc="-7" dirty="0">
                <a:latin typeface="Times New Roman"/>
                <a:cs typeface="Times New Roman"/>
              </a:rPr>
              <a:t>,</a:t>
            </a:r>
            <a:r>
              <a:rPr sz="818" b="1" spc="-14" dirty="0">
                <a:latin typeface="Times New Roman"/>
                <a:cs typeface="Times New Roman"/>
              </a:rPr>
              <a:t> </a:t>
            </a:r>
            <a:r>
              <a:rPr sz="818" b="1" spc="-7" dirty="0">
                <a:latin typeface="Times New Roman"/>
                <a:cs typeface="Times New Roman"/>
              </a:rPr>
              <a:t>D</a:t>
            </a:r>
            <a:r>
              <a:rPr sz="648" b="1" spc="-7" dirty="0">
                <a:latin typeface="Times New Roman"/>
                <a:cs typeface="Times New Roman"/>
              </a:rPr>
              <a:t>ENTAL</a:t>
            </a:r>
            <a:r>
              <a:rPr sz="818" b="1" spc="-7" dirty="0">
                <a:latin typeface="Times New Roman"/>
                <a:cs typeface="Times New Roman"/>
              </a:rPr>
              <a:t>,</a:t>
            </a:r>
            <a:r>
              <a:rPr sz="818" b="1" spc="-20" dirty="0">
                <a:latin typeface="Times New Roman"/>
                <a:cs typeface="Times New Roman"/>
              </a:rPr>
              <a:t> </a:t>
            </a:r>
            <a:r>
              <a:rPr sz="648" b="1" dirty="0">
                <a:latin typeface="Times New Roman"/>
                <a:cs typeface="Times New Roman"/>
              </a:rPr>
              <a:t>AND</a:t>
            </a:r>
            <a:r>
              <a:rPr sz="648" b="1" spc="24" dirty="0">
                <a:latin typeface="Times New Roman"/>
                <a:cs typeface="Times New Roman"/>
              </a:rPr>
              <a:t> </a:t>
            </a:r>
            <a:r>
              <a:rPr sz="818" b="1" dirty="0">
                <a:latin typeface="Times New Roman"/>
                <a:cs typeface="Times New Roman"/>
              </a:rPr>
              <a:t>P</a:t>
            </a:r>
            <a:r>
              <a:rPr sz="648" b="1" dirty="0">
                <a:latin typeface="Times New Roman"/>
                <a:cs typeface="Times New Roman"/>
              </a:rPr>
              <a:t>UBLIC</a:t>
            </a:r>
            <a:r>
              <a:rPr sz="648" b="1" spc="24" dirty="0">
                <a:latin typeface="Times New Roman"/>
                <a:cs typeface="Times New Roman"/>
              </a:rPr>
              <a:t> </a:t>
            </a:r>
            <a:r>
              <a:rPr sz="818" b="1" dirty="0">
                <a:latin typeface="Times New Roman"/>
                <a:cs typeface="Times New Roman"/>
              </a:rPr>
              <a:t>H</a:t>
            </a:r>
            <a:r>
              <a:rPr sz="648" b="1" dirty="0">
                <a:latin typeface="Times New Roman"/>
                <a:cs typeface="Times New Roman"/>
              </a:rPr>
              <a:t>EALTH</a:t>
            </a:r>
            <a:r>
              <a:rPr sz="648" b="1" spc="20" dirty="0">
                <a:latin typeface="Times New Roman"/>
                <a:cs typeface="Times New Roman"/>
              </a:rPr>
              <a:t> </a:t>
            </a:r>
            <a:r>
              <a:rPr sz="818" b="1" spc="-7" dirty="0">
                <a:latin typeface="Times New Roman"/>
                <a:cs typeface="Times New Roman"/>
              </a:rPr>
              <a:t>G</a:t>
            </a:r>
            <a:r>
              <a:rPr sz="648" b="1" spc="-7" dirty="0">
                <a:latin typeface="Times New Roman"/>
                <a:cs typeface="Times New Roman"/>
              </a:rPr>
              <a:t>ROUP</a:t>
            </a:r>
            <a:r>
              <a:rPr sz="818" b="1" spc="-7" dirty="0">
                <a:latin typeface="Times New Roman"/>
                <a:cs typeface="Times New Roman"/>
              </a:rPr>
              <a:t>.................................</a:t>
            </a:r>
            <a:r>
              <a:rPr sz="818" b="1" spc="-27" dirty="0">
                <a:latin typeface="Times New Roman"/>
                <a:cs typeface="Times New Roman"/>
              </a:rPr>
              <a:t> </a:t>
            </a:r>
            <a:r>
              <a:rPr sz="818" b="1" spc="-17" dirty="0">
                <a:latin typeface="Times New Roman"/>
                <a:cs typeface="Times New Roman"/>
              </a:rPr>
              <a:t>54</a:t>
            </a:r>
            <a:endParaRPr sz="818" dirty="0">
              <a:latin typeface="Times New Roman"/>
              <a:cs typeface="Times New Roman"/>
            </a:endParaRPr>
          </a:p>
          <a:p>
            <a:pPr marR="8226" algn="r">
              <a:lnSpc>
                <a:spcPts val="941"/>
              </a:lnSpc>
            </a:pPr>
            <a:r>
              <a:rPr sz="818" b="1" dirty="0">
                <a:latin typeface="Times New Roman"/>
                <a:cs typeface="Times New Roman"/>
              </a:rPr>
              <a:t>0700</a:t>
            </a:r>
            <a:r>
              <a:rPr sz="818" b="1" spc="-41" dirty="0">
                <a:latin typeface="Times New Roman"/>
                <a:cs typeface="Times New Roman"/>
              </a:rPr>
              <a:t> </a:t>
            </a:r>
            <a:r>
              <a:rPr sz="818" b="1" dirty="0">
                <a:latin typeface="Times New Roman"/>
                <a:cs typeface="Times New Roman"/>
              </a:rPr>
              <a:t>–</a:t>
            </a:r>
            <a:r>
              <a:rPr sz="818" b="1" spc="-41" dirty="0">
                <a:latin typeface="Times New Roman"/>
                <a:cs typeface="Times New Roman"/>
              </a:rPr>
              <a:t> </a:t>
            </a:r>
            <a:r>
              <a:rPr sz="818" b="1" spc="-7" dirty="0">
                <a:latin typeface="Times New Roman"/>
                <a:cs typeface="Times New Roman"/>
              </a:rPr>
              <a:t>V</a:t>
            </a:r>
            <a:r>
              <a:rPr sz="648" b="1" spc="-7" dirty="0">
                <a:latin typeface="Times New Roman"/>
                <a:cs typeface="Times New Roman"/>
              </a:rPr>
              <a:t>ETERINARY</a:t>
            </a:r>
            <a:r>
              <a:rPr sz="648" b="1" spc="3" dirty="0">
                <a:latin typeface="Times New Roman"/>
                <a:cs typeface="Times New Roman"/>
              </a:rPr>
              <a:t> </a:t>
            </a:r>
            <a:r>
              <a:rPr sz="818" b="1" spc="-7" dirty="0">
                <a:latin typeface="Times New Roman"/>
                <a:cs typeface="Times New Roman"/>
              </a:rPr>
              <a:t>M</a:t>
            </a:r>
            <a:r>
              <a:rPr sz="648" b="1" spc="-7" dirty="0">
                <a:latin typeface="Times New Roman"/>
                <a:cs typeface="Times New Roman"/>
              </a:rPr>
              <a:t>EDICAL</a:t>
            </a:r>
            <a:r>
              <a:rPr sz="648" b="1" spc="3" dirty="0">
                <a:latin typeface="Times New Roman"/>
                <a:cs typeface="Times New Roman"/>
              </a:rPr>
              <a:t> </a:t>
            </a:r>
            <a:r>
              <a:rPr sz="818" b="1" dirty="0">
                <a:latin typeface="Times New Roman"/>
                <a:cs typeface="Times New Roman"/>
              </a:rPr>
              <a:t>S</a:t>
            </a:r>
            <a:r>
              <a:rPr sz="648" b="1" dirty="0">
                <a:latin typeface="Times New Roman"/>
                <a:cs typeface="Times New Roman"/>
              </a:rPr>
              <a:t>CIENCE</a:t>
            </a:r>
            <a:r>
              <a:rPr sz="648" b="1" spc="7" dirty="0">
                <a:latin typeface="Times New Roman"/>
                <a:cs typeface="Times New Roman"/>
              </a:rPr>
              <a:t> </a:t>
            </a:r>
            <a:r>
              <a:rPr sz="818" b="1" spc="-14" dirty="0">
                <a:latin typeface="Times New Roman"/>
                <a:cs typeface="Times New Roman"/>
              </a:rPr>
              <a:t>G</a:t>
            </a:r>
            <a:r>
              <a:rPr sz="648" b="1" spc="-14" dirty="0">
                <a:latin typeface="Times New Roman"/>
                <a:cs typeface="Times New Roman"/>
              </a:rPr>
              <a:t>ROUP</a:t>
            </a:r>
            <a:r>
              <a:rPr sz="648" b="1" spc="-68"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66</a:t>
            </a:r>
            <a:endParaRPr sz="818" dirty="0">
              <a:latin typeface="Times New Roman"/>
              <a:cs typeface="Times New Roman"/>
            </a:endParaRPr>
          </a:p>
          <a:p>
            <a:pPr marL="164518">
              <a:lnSpc>
                <a:spcPts val="941"/>
              </a:lnSpc>
            </a:pPr>
            <a:r>
              <a:rPr sz="818" b="1" dirty="0">
                <a:latin typeface="Times New Roman"/>
                <a:cs typeface="Times New Roman"/>
              </a:rPr>
              <a:t>0800</a:t>
            </a:r>
            <a:r>
              <a:rPr sz="818" b="1" spc="-37" dirty="0">
                <a:latin typeface="Times New Roman"/>
                <a:cs typeface="Times New Roman"/>
              </a:rPr>
              <a:t> </a:t>
            </a:r>
            <a:r>
              <a:rPr sz="818" b="1" dirty="0">
                <a:latin typeface="Times New Roman"/>
                <a:cs typeface="Times New Roman"/>
              </a:rPr>
              <a:t>–</a:t>
            </a:r>
            <a:r>
              <a:rPr sz="818" b="1" spc="-37" dirty="0">
                <a:latin typeface="Times New Roman"/>
                <a:cs typeface="Times New Roman"/>
              </a:rPr>
              <a:t> </a:t>
            </a:r>
            <a:r>
              <a:rPr sz="818" b="1" spc="-7" dirty="0">
                <a:latin typeface="Times New Roman"/>
                <a:cs typeface="Times New Roman"/>
              </a:rPr>
              <a:t>E</a:t>
            </a:r>
            <a:r>
              <a:rPr sz="648" b="1" spc="-7" dirty="0">
                <a:latin typeface="Times New Roman"/>
                <a:cs typeface="Times New Roman"/>
              </a:rPr>
              <a:t>NGINEERING</a:t>
            </a:r>
            <a:r>
              <a:rPr sz="648" b="1" dirty="0">
                <a:latin typeface="Times New Roman"/>
                <a:cs typeface="Times New Roman"/>
              </a:rPr>
              <a:t> AND</a:t>
            </a:r>
            <a:r>
              <a:rPr sz="648" b="1" spc="3" dirty="0">
                <a:latin typeface="Times New Roman"/>
                <a:cs typeface="Times New Roman"/>
              </a:rPr>
              <a:t> </a:t>
            </a:r>
            <a:r>
              <a:rPr sz="818" b="1" spc="-7" dirty="0">
                <a:latin typeface="Times New Roman"/>
                <a:cs typeface="Times New Roman"/>
              </a:rPr>
              <a:t>A</a:t>
            </a:r>
            <a:r>
              <a:rPr sz="648" b="1" spc="-7" dirty="0">
                <a:latin typeface="Times New Roman"/>
                <a:cs typeface="Times New Roman"/>
              </a:rPr>
              <a:t>RCHITECTURE</a:t>
            </a:r>
            <a:r>
              <a:rPr sz="648" b="1" spc="7" dirty="0">
                <a:latin typeface="Times New Roman"/>
                <a:cs typeface="Times New Roman"/>
              </a:rPr>
              <a:t> </a:t>
            </a:r>
            <a:r>
              <a:rPr sz="818" b="1" dirty="0">
                <a:latin typeface="Times New Roman"/>
                <a:cs typeface="Times New Roman"/>
              </a:rPr>
              <a:t>G</a:t>
            </a:r>
            <a:r>
              <a:rPr sz="648" b="1" dirty="0">
                <a:latin typeface="Times New Roman"/>
                <a:cs typeface="Times New Roman"/>
              </a:rPr>
              <a:t>ROUP</a:t>
            </a:r>
            <a:r>
              <a:rPr sz="818" b="1" dirty="0">
                <a:latin typeface="Times New Roman"/>
                <a:cs typeface="Times New Roman"/>
              </a:rPr>
              <a:t>..............................................................</a:t>
            </a:r>
            <a:r>
              <a:rPr sz="818" b="1" spc="-48" dirty="0">
                <a:latin typeface="Times New Roman"/>
                <a:cs typeface="Times New Roman"/>
              </a:rPr>
              <a:t> </a:t>
            </a:r>
            <a:r>
              <a:rPr sz="818" b="1" spc="-17" dirty="0">
                <a:latin typeface="Times New Roman"/>
                <a:cs typeface="Times New Roman"/>
              </a:rPr>
              <a:t>67</a:t>
            </a:r>
            <a:endParaRPr sz="818" dirty="0">
              <a:latin typeface="Times New Roman"/>
              <a:cs typeface="Times New Roman"/>
            </a:endParaRPr>
          </a:p>
          <a:p>
            <a:pPr marL="164518">
              <a:lnSpc>
                <a:spcPts val="941"/>
              </a:lnSpc>
            </a:pPr>
            <a:r>
              <a:rPr sz="818" b="1" dirty="0">
                <a:latin typeface="Times New Roman"/>
                <a:cs typeface="Times New Roman"/>
              </a:rPr>
              <a:t>0900</a:t>
            </a:r>
            <a:r>
              <a:rPr sz="818" b="1" spc="-51"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dirty="0">
                <a:latin typeface="Times New Roman"/>
                <a:cs typeface="Times New Roman"/>
              </a:rPr>
              <a:t>L</a:t>
            </a:r>
            <a:r>
              <a:rPr sz="648" b="1" dirty="0">
                <a:latin typeface="Times New Roman"/>
                <a:cs typeface="Times New Roman"/>
              </a:rPr>
              <a:t>EGAL</a:t>
            </a:r>
            <a:r>
              <a:rPr sz="648" b="1" spc="-20" dirty="0">
                <a:latin typeface="Times New Roman"/>
                <a:cs typeface="Times New Roman"/>
              </a:rPr>
              <a:t> </a:t>
            </a:r>
            <a:r>
              <a:rPr sz="648" b="1" dirty="0">
                <a:latin typeface="Times New Roman"/>
                <a:cs typeface="Times New Roman"/>
              </a:rPr>
              <a:t>AND</a:t>
            </a:r>
            <a:r>
              <a:rPr sz="648" b="1" spc="-10" dirty="0">
                <a:latin typeface="Times New Roman"/>
                <a:cs typeface="Times New Roman"/>
              </a:rPr>
              <a:t> </a:t>
            </a:r>
            <a:r>
              <a:rPr sz="818" b="1" spc="-7" dirty="0">
                <a:latin typeface="Times New Roman"/>
                <a:cs typeface="Times New Roman"/>
              </a:rPr>
              <a:t>K</a:t>
            </a:r>
            <a:r>
              <a:rPr sz="648" b="1" spc="-7" dirty="0">
                <a:latin typeface="Times New Roman"/>
                <a:cs typeface="Times New Roman"/>
              </a:rPr>
              <a:t>INDRED</a:t>
            </a:r>
            <a:r>
              <a:rPr sz="648" b="1" spc="-10" dirty="0">
                <a:latin typeface="Times New Roman"/>
                <a:cs typeface="Times New Roman"/>
              </a:rPr>
              <a:t> </a:t>
            </a:r>
            <a:r>
              <a:rPr sz="818" b="1" dirty="0">
                <a:latin typeface="Times New Roman"/>
                <a:cs typeface="Times New Roman"/>
              </a:rPr>
              <a:t>G</a:t>
            </a:r>
            <a:r>
              <a:rPr sz="648" b="1" dirty="0">
                <a:latin typeface="Times New Roman"/>
                <a:cs typeface="Times New Roman"/>
              </a:rPr>
              <a:t>ROUP</a:t>
            </a:r>
            <a:r>
              <a:rPr sz="648" b="1" spc="3"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75</a:t>
            </a:r>
            <a:endParaRPr sz="818" dirty="0">
              <a:latin typeface="Times New Roman"/>
              <a:cs typeface="Times New Roman"/>
            </a:endParaRPr>
          </a:p>
          <a:p>
            <a:pPr marL="164518">
              <a:lnSpc>
                <a:spcPts val="941"/>
              </a:lnSpc>
            </a:pPr>
            <a:r>
              <a:rPr sz="818" b="1" dirty="0">
                <a:latin typeface="Times New Roman"/>
                <a:cs typeface="Times New Roman"/>
              </a:rPr>
              <a:t>1000</a:t>
            </a:r>
            <a:r>
              <a:rPr sz="818" b="1" spc="-44" dirty="0">
                <a:latin typeface="Times New Roman"/>
                <a:cs typeface="Times New Roman"/>
              </a:rPr>
              <a:t> </a:t>
            </a:r>
            <a:r>
              <a:rPr sz="818" b="1" dirty="0">
                <a:latin typeface="Times New Roman"/>
                <a:cs typeface="Times New Roman"/>
              </a:rPr>
              <a:t>–</a:t>
            </a:r>
            <a:r>
              <a:rPr sz="818" b="1" spc="-44" dirty="0">
                <a:latin typeface="Times New Roman"/>
                <a:cs typeface="Times New Roman"/>
              </a:rPr>
              <a:t> </a:t>
            </a:r>
            <a:r>
              <a:rPr sz="818" b="1" spc="-7" dirty="0">
                <a:latin typeface="Times New Roman"/>
                <a:cs typeface="Times New Roman"/>
              </a:rPr>
              <a:t>I</a:t>
            </a:r>
            <a:r>
              <a:rPr sz="648" b="1" spc="-7" dirty="0">
                <a:latin typeface="Times New Roman"/>
                <a:cs typeface="Times New Roman"/>
              </a:rPr>
              <a:t>NFORMATION</a:t>
            </a:r>
            <a:r>
              <a:rPr sz="648" b="1" dirty="0">
                <a:latin typeface="Times New Roman"/>
                <a:cs typeface="Times New Roman"/>
              </a:rPr>
              <a:t> AND</a:t>
            </a:r>
            <a:r>
              <a:rPr sz="648" b="1" spc="-3" dirty="0">
                <a:latin typeface="Times New Roman"/>
                <a:cs typeface="Times New Roman"/>
              </a:rPr>
              <a:t> </a:t>
            </a:r>
            <a:r>
              <a:rPr sz="818" b="1" dirty="0">
                <a:latin typeface="Times New Roman"/>
                <a:cs typeface="Times New Roman"/>
              </a:rPr>
              <a:t>A</a:t>
            </a:r>
            <a:r>
              <a:rPr sz="648" b="1" dirty="0">
                <a:latin typeface="Times New Roman"/>
                <a:cs typeface="Times New Roman"/>
              </a:rPr>
              <a:t>RTS </a:t>
            </a:r>
            <a:r>
              <a:rPr sz="818" b="1" dirty="0">
                <a:latin typeface="Times New Roman"/>
                <a:cs typeface="Times New Roman"/>
              </a:rPr>
              <a:t>G</a:t>
            </a:r>
            <a:r>
              <a:rPr sz="648" b="1" dirty="0">
                <a:latin typeface="Times New Roman"/>
                <a:cs typeface="Times New Roman"/>
              </a:rPr>
              <a:t>ROUP</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80</a:t>
            </a:r>
            <a:endParaRPr sz="818" dirty="0">
              <a:latin typeface="Times New Roman"/>
              <a:cs typeface="Times New Roman"/>
            </a:endParaRPr>
          </a:p>
          <a:p>
            <a:pPr marL="164518">
              <a:lnSpc>
                <a:spcPts val="941"/>
              </a:lnSpc>
            </a:pPr>
            <a:r>
              <a:rPr sz="818" b="1" dirty="0">
                <a:latin typeface="Times New Roman"/>
                <a:cs typeface="Times New Roman"/>
              </a:rPr>
              <a:t>1100</a:t>
            </a:r>
            <a:r>
              <a:rPr sz="818" b="1" spc="-51"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dirty="0">
                <a:latin typeface="Times New Roman"/>
                <a:cs typeface="Times New Roman"/>
              </a:rPr>
              <a:t>B</a:t>
            </a:r>
            <a:r>
              <a:rPr sz="648" b="1" dirty="0">
                <a:latin typeface="Times New Roman"/>
                <a:cs typeface="Times New Roman"/>
              </a:rPr>
              <a:t>USINESS</a:t>
            </a:r>
            <a:r>
              <a:rPr sz="648" b="1" spc="-7" dirty="0">
                <a:latin typeface="Times New Roman"/>
                <a:cs typeface="Times New Roman"/>
              </a:rPr>
              <a:t> </a:t>
            </a:r>
            <a:r>
              <a:rPr sz="648" b="1" dirty="0">
                <a:latin typeface="Times New Roman"/>
                <a:cs typeface="Times New Roman"/>
              </a:rPr>
              <a:t>AND</a:t>
            </a:r>
            <a:r>
              <a:rPr sz="648" b="1" spc="-7" dirty="0">
                <a:latin typeface="Times New Roman"/>
                <a:cs typeface="Times New Roman"/>
              </a:rPr>
              <a:t> </a:t>
            </a:r>
            <a:r>
              <a:rPr sz="818" b="1" spc="-7" dirty="0">
                <a:latin typeface="Times New Roman"/>
                <a:cs typeface="Times New Roman"/>
              </a:rPr>
              <a:t>I</a:t>
            </a:r>
            <a:r>
              <a:rPr sz="648" b="1" spc="-7" dirty="0">
                <a:latin typeface="Times New Roman"/>
                <a:cs typeface="Times New Roman"/>
              </a:rPr>
              <a:t>NDUSTRY</a:t>
            </a:r>
            <a:r>
              <a:rPr sz="648" b="1" spc="-3" dirty="0">
                <a:latin typeface="Times New Roman"/>
                <a:cs typeface="Times New Roman"/>
              </a:rPr>
              <a:t> </a:t>
            </a:r>
            <a:r>
              <a:rPr sz="818" b="1" spc="-7" dirty="0">
                <a:latin typeface="Times New Roman"/>
                <a:cs typeface="Times New Roman"/>
              </a:rPr>
              <a:t>G</a:t>
            </a:r>
            <a:r>
              <a:rPr sz="648" b="1" spc="-7" dirty="0">
                <a:latin typeface="Times New Roman"/>
                <a:cs typeface="Times New Roman"/>
              </a:rPr>
              <a:t>ROUP</a:t>
            </a:r>
            <a:r>
              <a:rPr sz="648" b="1" spc="-85"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85</a:t>
            </a:r>
            <a:endParaRPr sz="818" dirty="0">
              <a:latin typeface="Times New Roman"/>
              <a:cs typeface="Times New Roman"/>
            </a:endParaRPr>
          </a:p>
          <a:p>
            <a:pPr marL="164518">
              <a:lnSpc>
                <a:spcPts val="941"/>
              </a:lnSpc>
            </a:pPr>
            <a:r>
              <a:rPr sz="818" b="1" dirty="0">
                <a:latin typeface="Times New Roman"/>
                <a:cs typeface="Times New Roman"/>
              </a:rPr>
              <a:t>1200</a:t>
            </a:r>
            <a:r>
              <a:rPr sz="818" b="1" spc="-41" dirty="0">
                <a:latin typeface="Times New Roman"/>
                <a:cs typeface="Times New Roman"/>
              </a:rPr>
              <a:t> </a:t>
            </a:r>
            <a:r>
              <a:rPr sz="818" b="1" dirty="0">
                <a:latin typeface="Times New Roman"/>
                <a:cs typeface="Times New Roman"/>
              </a:rPr>
              <a:t>–</a:t>
            </a:r>
            <a:r>
              <a:rPr sz="818" b="1" spc="-37" dirty="0">
                <a:latin typeface="Times New Roman"/>
                <a:cs typeface="Times New Roman"/>
              </a:rPr>
              <a:t> </a:t>
            </a:r>
            <a:r>
              <a:rPr sz="818" b="1" spc="-7" dirty="0">
                <a:latin typeface="Times New Roman"/>
                <a:cs typeface="Times New Roman"/>
              </a:rPr>
              <a:t>C</a:t>
            </a:r>
            <a:r>
              <a:rPr sz="648" b="1" spc="-7" dirty="0">
                <a:latin typeface="Times New Roman"/>
                <a:cs typeface="Times New Roman"/>
              </a:rPr>
              <a:t>OPYRIGHT</a:t>
            </a:r>
            <a:r>
              <a:rPr sz="818" b="1" spc="-7" dirty="0">
                <a:latin typeface="Times New Roman"/>
                <a:cs typeface="Times New Roman"/>
              </a:rPr>
              <a:t>,</a:t>
            </a:r>
            <a:r>
              <a:rPr sz="818" b="1" spc="-27" dirty="0">
                <a:latin typeface="Times New Roman"/>
                <a:cs typeface="Times New Roman"/>
              </a:rPr>
              <a:t> </a:t>
            </a:r>
            <a:r>
              <a:rPr sz="818" b="1" spc="-7" dirty="0">
                <a:latin typeface="Times New Roman"/>
                <a:cs typeface="Times New Roman"/>
              </a:rPr>
              <a:t>P</a:t>
            </a:r>
            <a:r>
              <a:rPr sz="648" b="1" spc="-7" dirty="0">
                <a:latin typeface="Times New Roman"/>
                <a:cs typeface="Times New Roman"/>
              </a:rPr>
              <a:t>ATENT</a:t>
            </a:r>
            <a:r>
              <a:rPr sz="818" b="1" spc="-7" dirty="0">
                <a:latin typeface="Times New Roman"/>
                <a:cs typeface="Times New Roman"/>
              </a:rPr>
              <a:t>,</a:t>
            </a:r>
            <a:r>
              <a:rPr sz="818" b="1" spc="-44" dirty="0">
                <a:latin typeface="Times New Roman"/>
                <a:cs typeface="Times New Roman"/>
              </a:rPr>
              <a:t> </a:t>
            </a:r>
            <a:r>
              <a:rPr sz="648" b="1" dirty="0">
                <a:latin typeface="Times New Roman"/>
                <a:cs typeface="Times New Roman"/>
              </a:rPr>
              <a:t>AND</a:t>
            </a:r>
            <a:r>
              <a:rPr sz="648" b="1" spc="3" dirty="0">
                <a:latin typeface="Times New Roman"/>
                <a:cs typeface="Times New Roman"/>
              </a:rPr>
              <a:t> </a:t>
            </a:r>
            <a:r>
              <a:rPr sz="818" b="1" spc="-7" dirty="0">
                <a:latin typeface="Times New Roman"/>
                <a:cs typeface="Times New Roman"/>
              </a:rPr>
              <a:t>T</a:t>
            </a:r>
            <a:r>
              <a:rPr sz="648" b="1" spc="-7" dirty="0">
                <a:latin typeface="Times New Roman"/>
                <a:cs typeface="Times New Roman"/>
              </a:rPr>
              <a:t>RADEMARK</a:t>
            </a:r>
            <a:r>
              <a:rPr sz="648" b="1" dirty="0">
                <a:latin typeface="Times New Roman"/>
                <a:cs typeface="Times New Roman"/>
              </a:rPr>
              <a:t> </a:t>
            </a:r>
            <a:r>
              <a:rPr sz="818" b="1" dirty="0">
                <a:latin typeface="Times New Roman"/>
                <a:cs typeface="Times New Roman"/>
              </a:rPr>
              <a:t>G</a:t>
            </a:r>
            <a:r>
              <a:rPr sz="648" b="1" dirty="0">
                <a:latin typeface="Times New Roman"/>
                <a:cs typeface="Times New Roman"/>
              </a:rPr>
              <a:t>ROUP</a:t>
            </a:r>
            <a:r>
              <a:rPr sz="818" b="1" dirty="0">
                <a:latin typeface="Times New Roman"/>
                <a:cs typeface="Times New Roman"/>
              </a:rPr>
              <a:t>......................................................</a:t>
            </a:r>
            <a:r>
              <a:rPr sz="818" b="1" spc="-48" dirty="0">
                <a:latin typeface="Times New Roman"/>
                <a:cs typeface="Times New Roman"/>
              </a:rPr>
              <a:t> </a:t>
            </a:r>
            <a:r>
              <a:rPr sz="818" b="1" spc="-17" dirty="0">
                <a:latin typeface="Times New Roman"/>
                <a:cs typeface="Times New Roman"/>
              </a:rPr>
              <a:t>91</a:t>
            </a:r>
            <a:endParaRPr sz="818" dirty="0">
              <a:latin typeface="Times New Roman"/>
              <a:cs typeface="Times New Roman"/>
            </a:endParaRPr>
          </a:p>
          <a:p>
            <a:pPr marL="164518">
              <a:lnSpc>
                <a:spcPts val="941"/>
              </a:lnSpc>
            </a:pPr>
            <a:r>
              <a:rPr sz="818" b="1" dirty="0">
                <a:latin typeface="Times New Roman"/>
                <a:cs typeface="Times New Roman"/>
              </a:rPr>
              <a:t>1300</a:t>
            </a:r>
            <a:r>
              <a:rPr sz="818" b="1" spc="-51"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7" dirty="0">
                <a:latin typeface="Times New Roman"/>
                <a:cs typeface="Times New Roman"/>
              </a:rPr>
              <a:t>P</a:t>
            </a:r>
            <a:r>
              <a:rPr sz="648" b="1" spc="-7" dirty="0">
                <a:latin typeface="Times New Roman"/>
                <a:cs typeface="Times New Roman"/>
              </a:rPr>
              <a:t>HYSICAL</a:t>
            </a:r>
            <a:r>
              <a:rPr sz="648" b="1" spc="-3" dirty="0">
                <a:latin typeface="Times New Roman"/>
                <a:cs typeface="Times New Roman"/>
              </a:rPr>
              <a:t> </a:t>
            </a:r>
            <a:r>
              <a:rPr sz="818" b="1" dirty="0">
                <a:latin typeface="Times New Roman"/>
                <a:cs typeface="Times New Roman"/>
              </a:rPr>
              <a:t>S</a:t>
            </a:r>
            <a:r>
              <a:rPr sz="648" b="1" dirty="0">
                <a:latin typeface="Times New Roman"/>
                <a:cs typeface="Times New Roman"/>
              </a:rPr>
              <a:t>CIENCES</a:t>
            </a:r>
            <a:r>
              <a:rPr sz="648" b="1" spc="-7" dirty="0">
                <a:latin typeface="Times New Roman"/>
                <a:cs typeface="Times New Roman"/>
              </a:rPr>
              <a:t> </a:t>
            </a:r>
            <a:r>
              <a:rPr sz="818" b="1" spc="-7" dirty="0">
                <a:latin typeface="Times New Roman"/>
                <a:cs typeface="Times New Roman"/>
              </a:rPr>
              <a:t>G</a:t>
            </a:r>
            <a:r>
              <a:rPr sz="648" b="1" spc="-7" dirty="0">
                <a:latin typeface="Times New Roman"/>
                <a:cs typeface="Times New Roman"/>
              </a:rPr>
              <a:t>ROUP</a:t>
            </a:r>
            <a:r>
              <a:rPr sz="648" b="1" spc="-44"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93</a:t>
            </a:r>
            <a:endParaRPr sz="818" dirty="0">
              <a:latin typeface="Times New Roman"/>
              <a:cs typeface="Times New Roman"/>
            </a:endParaRPr>
          </a:p>
          <a:p>
            <a:pPr marL="164518">
              <a:lnSpc>
                <a:spcPts val="941"/>
              </a:lnSpc>
            </a:pPr>
            <a:r>
              <a:rPr sz="818" b="1" dirty="0">
                <a:latin typeface="Times New Roman"/>
                <a:cs typeface="Times New Roman"/>
              </a:rPr>
              <a:t>1400</a:t>
            </a:r>
            <a:r>
              <a:rPr sz="818" b="1" spc="-51"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dirty="0">
                <a:latin typeface="Times New Roman"/>
                <a:cs typeface="Times New Roman"/>
              </a:rPr>
              <a:t>L</a:t>
            </a:r>
            <a:r>
              <a:rPr sz="648" b="1" dirty="0">
                <a:latin typeface="Times New Roman"/>
                <a:cs typeface="Times New Roman"/>
              </a:rPr>
              <a:t>IBRARY</a:t>
            </a:r>
            <a:r>
              <a:rPr sz="648" b="1" spc="-41" dirty="0">
                <a:latin typeface="Times New Roman"/>
                <a:cs typeface="Times New Roman"/>
              </a:rPr>
              <a:t> </a:t>
            </a:r>
            <a:r>
              <a:rPr sz="648" b="1" dirty="0">
                <a:latin typeface="Times New Roman"/>
                <a:cs typeface="Times New Roman"/>
              </a:rPr>
              <a:t>AND</a:t>
            </a:r>
            <a:r>
              <a:rPr sz="648" b="1" spc="-20" dirty="0">
                <a:latin typeface="Times New Roman"/>
                <a:cs typeface="Times New Roman"/>
              </a:rPr>
              <a:t> </a:t>
            </a:r>
            <a:r>
              <a:rPr sz="818" b="1" dirty="0">
                <a:latin typeface="Times New Roman"/>
                <a:cs typeface="Times New Roman"/>
              </a:rPr>
              <a:t>A</a:t>
            </a:r>
            <a:r>
              <a:rPr sz="648" b="1" dirty="0">
                <a:latin typeface="Times New Roman"/>
                <a:cs typeface="Times New Roman"/>
              </a:rPr>
              <a:t>RCHIVES</a:t>
            </a:r>
            <a:r>
              <a:rPr sz="648" b="1" spc="-14" dirty="0">
                <a:latin typeface="Times New Roman"/>
                <a:cs typeface="Times New Roman"/>
              </a:rPr>
              <a:t> </a:t>
            </a:r>
            <a:r>
              <a:rPr sz="818" b="1" spc="-7" dirty="0">
                <a:latin typeface="Times New Roman"/>
                <a:cs typeface="Times New Roman"/>
              </a:rPr>
              <a:t>G</a:t>
            </a:r>
            <a:r>
              <a:rPr sz="648" b="1" spc="-7" dirty="0">
                <a:latin typeface="Times New Roman"/>
                <a:cs typeface="Times New Roman"/>
              </a:rPr>
              <a:t>ROUP</a:t>
            </a:r>
            <a:r>
              <a:rPr sz="648" b="1" spc="-34"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98</a:t>
            </a:r>
            <a:endParaRPr sz="818" dirty="0">
              <a:latin typeface="Times New Roman"/>
              <a:cs typeface="Times New Roman"/>
            </a:endParaRPr>
          </a:p>
          <a:p>
            <a:pPr marL="164518">
              <a:lnSpc>
                <a:spcPts val="941"/>
              </a:lnSpc>
            </a:pPr>
            <a:r>
              <a:rPr sz="818" b="1" dirty="0">
                <a:latin typeface="Times New Roman"/>
                <a:cs typeface="Times New Roman"/>
              </a:rPr>
              <a:t>1500</a:t>
            </a:r>
            <a:r>
              <a:rPr sz="818" b="1" spc="-44" dirty="0">
                <a:latin typeface="Times New Roman"/>
                <a:cs typeface="Times New Roman"/>
              </a:rPr>
              <a:t> </a:t>
            </a:r>
            <a:r>
              <a:rPr sz="818" b="1" dirty="0">
                <a:latin typeface="Times New Roman"/>
                <a:cs typeface="Times New Roman"/>
              </a:rPr>
              <a:t>–</a:t>
            </a:r>
            <a:r>
              <a:rPr sz="818" b="1" spc="-41" dirty="0">
                <a:latin typeface="Times New Roman"/>
                <a:cs typeface="Times New Roman"/>
              </a:rPr>
              <a:t> </a:t>
            </a:r>
            <a:r>
              <a:rPr sz="818" b="1" spc="-7" dirty="0">
                <a:latin typeface="Times New Roman"/>
                <a:cs typeface="Times New Roman"/>
              </a:rPr>
              <a:t>M</a:t>
            </a:r>
            <a:r>
              <a:rPr sz="648" b="1" spc="-7" dirty="0">
                <a:latin typeface="Times New Roman"/>
                <a:cs typeface="Times New Roman"/>
              </a:rPr>
              <a:t>ATHEMATICAL</a:t>
            </a:r>
            <a:r>
              <a:rPr sz="648" b="1" spc="3" dirty="0">
                <a:latin typeface="Times New Roman"/>
                <a:cs typeface="Times New Roman"/>
              </a:rPr>
              <a:t> </a:t>
            </a:r>
            <a:r>
              <a:rPr sz="818" b="1" dirty="0">
                <a:latin typeface="Times New Roman"/>
                <a:cs typeface="Times New Roman"/>
              </a:rPr>
              <a:t>S</a:t>
            </a:r>
            <a:r>
              <a:rPr sz="648" b="1" dirty="0">
                <a:latin typeface="Times New Roman"/>
                <a:cs typeface="Times New Roman"/>
              </a:rPr>
              <a:t>CIENCES </a:t>
            </a:r>
            <a:r>
              <a:rPr sz="818" b="1" spc="-14" dirty="0">
                <a:latin typeface="Times New Roman"/>
                <a:cs typeface="Times New Roman"/>
              </a:rPr>
              <a:t>G</a:t>
            </a:r>
            <a:r>
              <a:rPr sz="648" b="1" spc="-14" dirty="0">
                <a:latin typeface="Times New Roman"/>
                <a:cs typeface="Times New Roman"/>
              </a:rPr>
              <a:t>ROUP</a:t>
            </a:r>
            <a:r>
              <a:rPr sz="648" b="1" spc="-75"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100</a:t>
            </a:r>
            <a:endParaRPr sz="818" dirty="0">
              <a:latin typeface="Times New Roman"/>
              <a:cs typeface="Times New Roman"/>
            </a:endParaRPr>
          </a:p>
          <a:p>
            <a:pPr marL="164518">
              <a:lnSpc>
                <a:spcPts val="941"/>
              </a:lnSpc>
            </a:pPr>
            <a:r>
              <a:rPr sz="818" b="1" dirty="0">
                <a:latin typeface="Times New Roman"/>
                <a:cs typeface="Times New Roman"/>
              </a:rPr>
              <a:t>1600</a:t>
            </a:r>
            <a:r>
              <a:rPr sz="818" b="1" spc="20" dirty="0">
                <a:latin typeface="Times New Roman"/>
                <a:cs typeface="Times New Roman"/>
              </a:rPr>
              <a:t> </a:t>
            </a:r>
            <a:r>
              <a:rPr sz="818" b="1" dirty="0">
                <a:latin typeface="Times New Roman"/>
                <a:cs typeface="Times New Roman"/>
              </a:rPr>
              <a:t>–</a:t>
            </a:r>
            <a:r>
              <a:rPr sz="818" b="1" spc="20" dirty="0">
                <a:latin typeface="Times New Roman"/>
                <a:cs typeface="Times New Roman"/>
              </a:rPr>
              <a:t> </a:t>
            </a:r>
            <a:r>
              <a:rPr sz="818" b="1" spc="-7" dirty="0">
                <a:latin typeface="Times New Roman"/>
                <a:cs typeface="Times New Roman"/>
              </a:rPr>
              <a:t>E</a:t>
            </a:r>
            <a:r>
              <a:rPr sz="648" b="1" spc="-7" dirty="0">
                <a:latin typeface="Times New Roman"/>
                <a:cs typeface="Times New Roman"/>
              </a:rPr>
              <a:t>QUIPMENT</a:t>
            </a:r>
            <a:r>
              <a:rPr sz="818" b="1" spc="-7" dirty="0">
                <a:latin typeface="Times New Roman"/>
                <a:cs typeface="Times New Roman"/>
              </a:rPr>
              <a:t>,</a:t>
            </a:r>
            <a:r>
              <a:rPr sz="818" b="1" spc="20" dirty="0">
                <a:latin typeface="Times New Roman"/>
                <a:cs typeface="Times New Roman"/>
              </a:rPr>
              <a:t> </a:t>
            </a:r>
            <a:r>
              <a:rPr sz="818" b="1" spc="-7" dirty="0">
                <a:latin typeface="Times New Roman"/>
                <a:cs typeface="Times New Roman"/>
              </a:rPr>
              <a:t>F</a:t>
            </a:r>
            <a:r>
              <a:rPr sz="648" b="1" spc="-7" dirty="0">
                <a:latin typeface="Times New Roman"/>
                <a:cs typeface="Times New Roman"/>
              </a:rPr>
              <a:t>ACILITIES</a:t>
            </a:r>
            <a:r>
              <a:rPr sz="818" b="1" spc="-7" dirty="0">
                <a:latin typeface="Times New Roman"/>
                <a:cs typeface="Times New Roman"/>
              </a:rPr>
              <a:t>,</a:t>
            </a:r>
            <a:r>
              <a:rPr sz="818" b="1" spc="17" dirty="0">
                <a:latin typeface="Times New Roman"/>
                <a:cs typeface="Times New Roman"/>
              </a:rPr>
              <a:t> </a:t>
            </a:r>
            <a:r>
              <a:rPr sz="648" b="1" dirty="0">
                <a:latin typeface="Times New Roman"/>
                <a:cs typeface="Times New Roman"/>
              </a:rPr>
              <a:t>AND</a:t>
            </a:r>
            <a:r>
              <a:rPr sz="648" b="1" spc="61" dirty="0">
                <a:latin typeface="Times New Roman"/>
                <a:cs typeface="Times New Roman"/>
              </a:rPr>
              <a:t> </a:t>
            </a:r>
            <a:r>
              <a:rPr sz="818" b="1" spc="-7" dirty="0">
                <a:latin typeface="Times New Roman"/>
                <a:cs typeface="Times New Roman"/>
              </a:rPr>
              <a:t>S</a:t>
            </a:r>
            <a:r>
              <a:rPr sz="648" b="1" spc="-7" dirty="0">
                <a:latin typeface="Times New Roman"/>
                <a:cs typeface="Times New Roman"/>
              </a:rPr>
              <a:t>ERVICES</a:t>
            </a:r>
            <a:r>
              <a:rPr sz="648" b="1" spc="37" dirty="0">
                <a:latin typeface="Times New Roman"/>
                <a:cs typeface="Times New Roman"/>
              </a:rPr>
              <a:t> </a:t>
            </a:r>
            <a:r>
              <a:rPr sz="818" b="1" spc="-7" dirty="0">
                <a:latin typeface="Times New Roman"/>
                <a:cs typeface="Times New Roman"/>
              </a:rPr>
              <a:t>G</a:t>
            </a:r>
            <a:r>
              <a:rPr sz="648" b="1" spc="-7" dirty="0">
                <a:latin typeface="Times New Roman"/>
                <a:cs typeface="Times New Roman"/>
              </a:rPr>
              <a:t>ROUP</a:t>
            </a:r>
            <a:r>
              <a:rPr sz="818" b="1" spc="-7" dirty="0">
                <a:latin typeface="Times New Roman"/>
                <a:cs typeface="Times New Roman"/>
              </a:rPr>
              <a:t>....................................................</a:t>
            </a:r>
            <a:r>
              <a:rPr sz="818" b="1" spc="7" dirty="0">
                <a:latin typeface="Times New Roman"/>
                <a:cs typeface="Times New Roman"/>
              </a:rPr>
              <a:t> </a:t>
            </a:r>
            <a:r>
              <a:rPr sz="818" b="1" spc="-17" dirty="0">
                <a:latin typeface="Times New Roman"/>
                <a:cs typeface="Times New Roman"/>
              </a:rPr>
              <a:t>103</a:t>
            </a:r>
            <a:endParaRPr sz="818" dirty="0">
              <a:latin typeface="Times New Roman"/>
              <a:cs typeface="Times New Roman"/>
            </a:endParaRPr>
          </a:p>
          <a:p>
            <a:pPr marL="164518">
              <a:lnSpc>
                <a:spcPts val="941"/>
              </a:lnSpc>
            </a:pPr>
            <a:r>
              <a:rPr sz="818" b="1" dirty="0">
                <a:latin typeface="Times New Roman"/>
                <a:cs typeface="Times New Roman"/>
              </a:rPr>
              <a:t>1700</a:t>
            </a:r>
            <a:r>
              <a:rPr sz="818" b="1" spc="-37" dirty="0">
                <a:latin typeface="Times New Roman"/>
                <a:cs typeface="Times New Roman"/>
              </a:rPr>
              <a:t> </a:t>
            </a:r>
            <a:r>
              <a:rPr sz="818" b="1" dirty="0">
                <a:latin typeface="Times New Roman"/>
                <a:cs typeface="Times New Roman"/>
              </a:rPr>
              <a:t>–</a:t>
            </a:r>
            <a:r>
              <a:rPr sz="818" b="1" spc="-37" dirty="0">
                <a:latin typeface="Times New Roman"/>
                <a:cs typeface="Times New Roman"/>
              </a:rPr>
              <a:t> </a:t>
            </a:r>
            <a:r>
              <a:rPr sz="818" b="1" spc="-7" dirty="0">
                <a:latin typeface="Times New Roman"/>
                <a:cs typeface="Times New Roman"/>
              </a:rPr>
              <a:t>E</a:t>
            </a:r>
            <a:r>
              <a:rPr sz="648" b="1" spc="-7" dirty="0">
                <a:latin typeface="Times New Roman"/>
                <a:cs typeface="Times New Roman"/>
              </a:rPr>
              <a:t>DUCATION</a:t>
            </a:r>
            <a:r>
              <a:rPr sz="648" b="1" spc="3" dirty="0">
                <a:latin typeface="Times New Roman"/>
                <a:cs typeface="Times New Roman"/>
              </a:rPr>
              <a:t> </a:t>
            </a:r>
            <a:r>
              <a:rPr sz="818" b="1" spc="-7" dirty="0">
                <a:latin typeface="Times New Roman"/>
                <a:cs typeface="Times New Roman"/>
              </a:rPr>
              <a:t>G</a:t>
            </a:r>
            <a:r>
              <a:rPr sz="648" b="1" spc="-7" dirty="0">
                <a:latin typeface="Times New Roman"/>
                <a:cs typeface="Times New Roman"/>
              </a:rPr>
              <a:t>ROUP</a:t>
            </a:r>
            <a:r>
              <a:rPr sz="648" b="1" spc="-31" dirty="0">
                <a:latin typeface="Times New Roman"/>
                <a:cs typeface="Times New Roman"/>
              </a:rPr>
              <a:t> </a:t>
            </a:r>
            <a:r>
              <a:rPr sz="818" b="1" dirty="0">
                <a:latin typeface="Times New Roman"/>
                <a:cs typeface="Times New Roman"/>
              </a:rPr>
              <a:t>..................................................................................................</a:t>
            </a:r>
            <a:r>
              <a:rPr sz="818" b="1" spc="-44" dirty="0">
                <a:latin typeface="Times New Roman"/>
                <a:cs typeface="Times New Roman"/>
              </a:rPr>
              <a:t> </a:t>
            </a:r>
            <a:r>
              <a:rPr sz="818" b="1" spc="-17" dirty="0">
                <a:latin typeface="Times New Roman"/>
                <a:cs typeface="Times New Roman"/>
              </a:rPr>
              <a:t>105</a:t>
            </a:r>
            <a:endParaRPr sz="818" dirty="0">
              <a:latin typeface="Times New Roman"/>
              <a:cs typeface="Times New Roman"/>
            </a:endParaRPr>
          </a:p>
          <a:p>
            <a:pPr marL="164518">
              <a:lnSpc>
                <a:spcPts val="941"/>
              </a:lnSpc>
            </a:pPr>
            <a:r>
              <a:rPr sz="818" b="1" cap="small" dirty="0">
                <a:latin typeface="Times New Roman"/>
                <a:cs typeface="Times New Roman"/>
              </a:rPr>
              <a:t>1800</a:t>
            </a:r>
            <a:r>
              <a:rPr sz="818" b="1" cap="small" spc="-24" dirty="0">
                <a:latin typeface="Times New Roman"/>
                <a:cs typeface="Times New Roman"/>
              </a:rPr>
              <a:t> </a:t>
            </a:r>
            <a:r>
              <a:rPr sz="818" b="1" cap="small" dirty="0">
                <a:latin typeface="Times New Roman"/>
                <a:cs typeface="Times New Roman"/>
              </a:rPr>
              <a:t>–</a:t>
            </a:r>
            <a:r>
              <a:rPr sz="818" b="1" cap="small" spc="-20" dirty="0">
                <a:latin typeface="Times New Roman"/>
                <a:cs typeface="Times New Roman"/>
              </a:rPr>
              <a:t> </a:t>
            </a:r>
            <a:r>
              <a:rPr sz="818" b="1" cap="small" spc="-7" dirty="0">
                <a:latin typeface="Times New Roman"/>
                <a:cs typeface="Times New Roman"/>
              </a:rPr>
              <a:t>Inspection,</a:t>
            </a:r>
            <a:r>
              <a:rPr sz="818" b="1" cap="small" spc="-24" dirty="0">
                <a:latin typeface="Times New Roman"/>
                <a:cs typeface="Times New Roman"/>
              </a:rPr>
              <a:t> </a:t>
            </a:r>
            <a:r>
              <a:rPr sz="818" b="1" cap="small" spc="-7" dirty="0">
                <a:latin typeface="Times New Roman"/>
                <a:cs typeface="Times New Roman"/>
              </a:rPr>
              <a:t>Investigation,</a:t>
            </a:r>
            <a:r>
              <a:rPr sz="818" b="1" cap="small" spc="-20" dirty="0">
                <a:latin typeface="Times New Roman"/>
                <a:cs typeface="Times New Roman"/>
              </a:rPr>
              <a:t> </a:t>
            </a:r>
            <a:r>
              <a:rPr sz="818" b="1" cap="small" spc="-7" dirty="0">
                <a:latin typeface="Times New Roman"/>
                <a:cs typeface="Times New Roman"/>
              </a:rPr>
              <a:t>Enforcement,</a:t>
            </a:r>
            <a:r>
              <a:rPr sz="818" b="1" cap="small" spc="-27" dirty="0">
                <a:latin typeface="Times New Roman"/>
                <a:cs typeface="Times New Roman"/>
              </a:rPr>
              <a:t> </a:t>
            </a:r>
            <a:r>
              <a:rPr sz="818" b="1" cap="small" dirty="0">
                <a:latin typeface="Times New Roman"/>
                <a:cs typeface="Times New Roman"/>
              </a:rPr>
              <a:t>and</a:t>
            </a:r>
            <a:r>
              <a:rPr sz="818" b="1" cap="small" spc="27" dirty="0">
                <a:latin typeface="Times New Roman"/>
                <a:cs typeface="Times New Roman"/>
              </a:rPr>
              <a:t> </a:t>
            </a:r>
            <a:r>
              <a:rPr sz="818" b="1" cap="small" spc="-7" dirty="0">
                <a:latin typeface="Times New Roman"/>
                <a:cs typeface="Times New Roman"/>
              </a:rPr>
              <a:t>Compliance</a:t>
            </a:r>
            <a:r>
              <a:rPr sz="818" b="1" cap="small" spc="37" dirty="0">
                <a:latin typeface="Times New Roman"/>
                <a:cs typeface="Times New Roman"/>
              </a:rPr>
              <a:t> </a:t>
            </a:r>
            <a:r>
              <a:rPr sz="818" b="1" cap="small" spc="-7" dirty="0">
                <a:latin typeface="Times New Roman"/>
                <a:cs typeface="Times New Roman"/>
              </a:rPr>
              <a:t>Group...........</a:t>
            </a:r>
            <a:r>
              <a:rPr sz="818" b="1" cap="small" spc="-34" dirty="0">
                <a:latin typeface="Times New Roman"/>
                <a:cs typeface="Times New Roman"/>
              </a:rPr>
              <a:t> </a:t>
            </a:r>
            <a:r>
              <a:rPr sz="818" b="1" cap="small" spc="-17" dirty="0">
                <a:latin typeface="Times New Roman"/>
                <a:cs typeface="Times New Roman"/>
              </a:rPr>
              <a:t>108</a:t>
            </a:r>
            <a:endParaRPr sz="818" dirty="0">
              <a:latin typeface="Times New Roman"/>
              <a:cs typeface="Times New Roman"/>
            </a:endParaRPr>
          </a:p>
          <a:p>
            <a:pPr marL="164518">
              <a:lnSpc>
                <a:spcPts val="941"/>
              </a:lnSpc>
            </a:pPr>
            <a:r>
              <a:rPr sz="818" b="1" dirty="0">
                <a:latin typeface="Times New Roman"/>
                <a:cs typeface="Times New Roman"/>
              </a:rPr>
              <a:t>1900</a:t>
            </a:r>
            <a:r>
              <a:rPr sz="818" b="1" spc="-37" dirty="0">
                <a:latin typeface="Times New Roman"/>
                <a:cs typeface="Times New Roman"/>
              </a:rPr>
              <a:t> </a:t>
            </a:r>
            <a:r>
              <a:rPr sz="818" b="1" dirty="0">
                <a:latin typeface="Times New Roman"/>
                <a:cs typeface="Times New Roman"/>
              </a:rPr>
              <a:t>–</a:t>
            </a:r>
            <a:r>
              <a:rPr sz="818" b="1" spc="-34" dirty="0">
                <a:latin typeface="Times New Roman"/>
                <a:cs typeface="Times New Roman"/>
              </a:rPr>
              <a:t> </a:t>
            </a:r>
            <a:r>
              <a:rPr sz="818" b="1" spc="-7" dirty="0">
                <a:latin typeface="Times New Roman"/>
                <a:cs typeface="Times New Roman"/>
              </a:rPr>
              <a:t>Q</a:t>
            </a:r>
            <a:r>
              <a:rPr sz="648" b="1" spc="-7" dirty="0">
                <a:latin typeface="Times New Roman"/>
                <a:cs typeface="Times New Roman"/>
              </a:rPr>
              <a:t>UALITY</a:t>
            </a:r>
            <a:r>
              <a:rPr sz="648" b="1" spc="3" dirty="0">
                <a:latin typeface="Times New Roman"/>
                <a:cs typeface="Times New Roman"/>
              </a:rPr>
              <a:t> </a:t>
            </a:r>
            <a:r>
              <a:rPr sz="818" b="1" spc="-7" dirty="0">
                <a:latin typeface="Times New Roman"/>
                <a:cs typeface="Times New Roman"/>
              </a:rPr>
              <a:t>A</a:t>
            </a:r>
            <a:r>
              <a:rPr sz="648" b="1" spc="-7" dirty="0">
                <a:latin typeface="Times New Roman"/>
                <a:cs typeface="Times New Roman"/>
              </a:rPr>
              <a:t>SSURANCE</a:t>
            </a:r>
            <a:r>
              <a:rPr sz="818" b="1" spc="-7" dirty="0">
                <a:latin typeface="Times New Roman"/>
                <a:cs typeface="Times New Roman"/>
              </a:rPr>
              <a:t>,</a:t>
            </a:r>
            <a:r>
              <a:rPr sz="818" b="1" spc="-34" dirty="0">
                <a:latin typeface="Times New Roman"/>
                <a:cs typeface="Times New Roman"/>
              </a:rPr>
              <a:t> </a:t>
            </a:r>
            <a:r>
              <a:rPr sz="818" b="1" spc="-7" dirty="0">
                <a:latin typeface="Times New Roman"/>
                <a:cs typeface="Times New Roman"/>
              </a:rPr>
              <a:t>I</a:t>
            </a:r>
            <a:r>
              <a:rPr sz="648" b="1" spc="-7" dirty="0">
                <a:latin typeface="Times New Roman"/>
                <a:cs typeface="Times New Roman"/>
              </a:rPr>
              <a:t>NSPECTION</a:t>
            </a:r>
            <a:r>
              <a:rPr sz="818" b="1" spc="-7" dirty="0">
                <a:latin typeface="Times New Roman"/>
                <a:cs typeface="Times New Roman"/>
              </a:rPr>
              <a:t>,</a:t>
            </a:r>
            <a:r>
              <a:rPr sz="818" b="1" spc="-41" dirty="0">
                <a:latin typeface="Times New Roman"/>
                <a:cs typeface="Times New Roman"/>
              </a:rPr>
              <a:t> </a:t>
            </a:r>
            <a:r>
              <a:rPr sz="648" b="1" dirty="0">
                <a:latin typeface="Times New Roman"/>
                <a:cs typeface="Times New Roman"/>
              </a:rPr>
              <a:t>AND</a:t>
            </a:r>
            <a:r>
              <a:rPr sz="648" b="1" spc="14" dirty="0">
                <a:latin typeface="Times New Roman"/>
                <a:cs typeface="Times New Roman"/>
              </a:rPr>
              <a:t> </a:t>
            </a:r>
            <a:r>
              <a:rPr sz="818" b="1" spc="-7" dirty="0">
                <a:latin typeface="Times New Roman"/>
                <a:cs typeface="Times New Roman"/>
              </a:rPr>
              <a:t>G</a:t>
            </a:r>
            <a:r>
              <a:rPr sz="648" b="1" spc="-7" dirty="0">
                <a:latin typeface="Times New Roman"/>
                <a:cs typeface="Times New Roman"/>
              </a:rPr>
              <a:t>RADING</a:t>
            </a:r>
            <a:r>
              <a:rPr sz="648" b="1" dirty="0">
                <a:latin typeface="Times New Roman"/>
                <a:cs typeface="Times New Roman"/>
              </a:rPr>
              <a:t> </a:t>
            </a:r>
            <a:r>
              <a:rPr sz="818" b="1" dirty="0">
                <a:latin typeface="Times New Roman"/>
                <a:cs typeface="Times New Roman"/>
              </a:rPr>
              <a:t>G</a:t>
            </a:r>
            <a:r>
              <a:rPr sz="648" b="1" dirty="0">
                <a:latin typeface="Times New Roman"/>
                <a:cs typeface="Times New Roman"/>
              </a:rPr>
              <a:t>ROUP</a:t>
            </a:r>
            <a:r>
              <a:rPr sz="818" b="1" dirty="0">
                <a:latin typeface="Times New Roman"/>
                <a:cs typeface="Times New Roman"/>
              </a:rPr>
              <a:t>...................................</a:t>
            </a:r>
            <a:r>
              <a:rPr sz="818" b="1" spc="-44" dirty="0">
                <a:latin typeface="Times New Roman"/>
                <a:cs typeface="Times New Roman"/>
              </a:rPr>
              <a:t> </a:t>
            </a:r>
            <a:r>
              <a:rPr sz="818" b="1" spc="-17" dirty="0">
                <a:latin typeface="Times New Roman"/>
                <a:cs typeface="Times New Roman"/>
              </a:rPr>
              <a:t>115</a:t>
            </a:r>
            <a:endParaRPr sz="818" dirty="0">
              <a:latin typeface="Times New Roman"/>
              <a:cs typeface="Times New Roman"/>
            </a:endParaRPr>
          </a:p>
          <a:p>
            <a:pPr marL="164518">
              <a:lnSpc>
                <a:spcPts val="937"/>
              </a:lnSpc>
            </a:pPr>
            <a:r>
              <a:rPr sz="818" b="1" dirty="0">
                <a:latin typeface="Times New Roman"/>
                <a:cs typeface="Times New Roman"/>
              </a:rPr>
              <a:t>2000</a:t>
            </a:r>
            <a:r>
              <a:rPr sz="818" b="1" spc="-51"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dirty="0">
                <a:latin typeface="Times New Roman"/>
                <a:cs typeface="Times New Roman"/>
              </a:rPr>
              <a:t>S</a:t>
            </a:r>
            <a:r>
              <a:rPr sz="648" b="1" dirty="0">
                <a:latin typeface="Times New Roman"/>
                <a:cs typeface="Times New Roman"/>
              </a:rPr>
              <a:t>UPPLY</a:t>
            </a:r>
            <a:r>
              <a:rPr sz="648" b="1" spc="-20" dirty="0">
                <a:latin typeface="Times New Roman"/>
                <a:cs typeface="Times New Roman"/>
              </a:rPr>
              <a:t> </a:t>
            </a:r>
            <a:r>
              <a:rPr sz="818" b="1" dirty="0">
                <a:latin typeface="Times New Roman"/>
                <a:cs typeface="Times New Roman"/>
              </a:rPr>
              <a:t>G</a:t>
            </a:r>
            <a:r>
              <a:rPr sz="648" b="1" dirty="0">
                <a:latin typeface="Times New Roman"/>
                <a:cs typeface="Times New Roman"/>
              </a:rPr>
              <a:t>ROUP</a:t>
            </a:r>
            <a:r>
              <a:rPr sz="648" b="1" spc="-14"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116</a:t>
            </a:r>
            <a:endParaRPr sz="818" dirty="0">
              <a:latin typeface="Times New Roman"/>
              <a:cs typeface="Times New Roman"/>
            </a:endParaRPr>
          </a:p>
          <a:p>
            <a:pPr marL="164518">
              <a:lnSpc>
                <a:spcPts val="937"/>
              </a:lnSpc>
            </a:pPr>
            <a:r>
              <a:rPr sz="818" b="1" dirty="0">
                <a:latin typeface="Times New Roman"/>
                <a:cs typeface="Times New Roman"/>
              </a:rPr>
              <a:t>2100</a:t>
            </a:r>
            <a:r>
              <a:rPr sz="818" b="1" spc="119" dirty="0">
                <a:latin typeface="Times New Roman"/>
                <a:cs typeface="Times New Roman"/>
              </a:rPr>
              <a:t> </a:t>
            </a:r>
            <a:r>
              <a:rPr sz="818" b="1" dirty="0">
                <a:latin typeface="Times New Roman"/>
                <a:cs typeface="Times New Roman"/>
              </a:rPr>
              <a:t>–</a:t>
            </a:r>
            <a:r>
              <a:rPr sz="818" b="1" spc="123" dirty="0">
                <a:latin typeface="Times New Roman"/>
                <a:cs typeface="Times New Roman"/>
              </a:rPr>
              <a:t> </a:t>
            </a:r>
            <a:r>
              <a:rPr sz="818" b="1" spc="-7" dirty="0">
                <a:latin typeface="Times New Roman"/>
                <a:cs typeface="Times New Roman"/>
              </a:rPr>
              <a:t>T</a:t>
            </a:r>
            <a:r>
              <a:rPr sz="648" b="1" spc="-7" dirty="0">
                <a:latin typeface="Times New Roman"/>
                <a:cs typeface="Times New Roman"/>
              </a:rPr>
              <a:t>RANSPORTATION</a:t>
            </a:r>
            <a:r>
              <a:rPr sz="648" b="1" spc="160" dirty="0">
                <a:latin typeface="Times New Roman"/>
                <a:cs typeface="Times New Roman"/>
              </a:rPr>
              <a:t> </a:t>
            </a:r>
            <a:r>
              <a:rPr sz="818" b="1" spc="-7" dirty="0">
                <a:latin typeface="Times New Roman"/>
                <a:cs typeface="Times New Roman"/>
              </a:rPr>
              <a:t>G</a:t>
            </a:r>
            <a:r>
              <a:rPr sz="648" b="1" spc="-7" dirty="0">
                <a:latin typeface="Times New Roman"/>
                <a:cs typeface="Times New Roman"/>
              </a:rPr>
              <a:t>ROUP</a:t>
            </a:r>
            <a:r>
              <a:rPr sz="818" b="1" spc="-7" dirty="0">
                <a:latin typeface="Times New Roman"/>
                <a:cs typeface="Times New Roman"/>
              </a:rPr>
              <a:t>........................................................................................</a:t>
            </a:r>
            <a:r>
              <a:rPr sz="818" b="1" spc="102" dirty="0">
                <a:latin typeface="Times New Roman"/>
                <a:cs typeface="Times New Roman"/>
              </a:rPr>
              <a:t> </a:t>
            </a:r>
            <a:r>
              <a:rPr sz="818" b="1" spc="-17" dirty="0">
                <a:latin typeface="Times New Roman"/>
                <a:cs typeface="Times New Roman"/>
              </a:rPr>
              <a:t>118</a:t>
            </a:r>
            <a:endParaRPr sz="818" dirty="0">
              <a:latin typeface="Times New Roman"/>
              <a:cs typeface="Times New Roman"/>
            </a:endParaRPr>
          </a:p>
          <a:p>
            <a:pPr marL="164518">
              <a:lnSpc>
                <a:spcPts val="961"/>
              </a:lnSpc>
            </a:pPr>
            <a:r>
              <a:rPr sz="818" b="1" dirty="0">
                <a:highlight>
                  <a:srgbClr val="FFFF00"/>
                </a:highlight>
                <a:latin typeface="Times New Roman"/>
                <a:cs typeface="Times New Roman"/>
              </a:rPr>
              <a:t>2200</a:t>
            </a:r>
            <a:r>
              <a:rPr sz="818" b="1" spc="-37" dirty="0">
                <a:highlight>
                  <a:srgbClr val="FFFF00"/>
                </a:highlight>
                <a:latin typeface="Times New Roman"/>
                <a:cs typeface="Times New Roman"/>
              </a:rPr>
              <a:t> </a:t>
            </a:r>
            <a:r>
              <a:rPr sz="818" b="1" dirty="0">
                <a:highlight>
                  <a:srgbClr val="FFFF00"/>
                </a:highlight>
                <a:latin typeface="Times New Roman"/>
                <a:cs typeface="Times New Roman"/>
              </a:rPr>
              <a:t>–</a:t>
            </a:r>
            <a:r>
              <a:rPr sz="818" b="1" spc="-37" dirty="0">
                <a:highlight>
                  <a:srgbClr val="FFFF00"/>
                </a:highlight>
                <a:latin typeface="Times New Roman"/>
                <a:cs typeface="Times New Roman"/>
              </a:rPr>
              <a:t> </a:t>
            </a:r>
            <a:r>
              <a:rPr sz="818" b="1" spc="-7" dirty="0">
                <a:highlight>
                  <a:srgbClr val="FFFF00"/>
                </a:highlight>
                <a:latin typeface="Times New Roman"/>
                <a:cs typeface="Times New Roman"/>
              </a:rPr>
              <a:t>I</a:t>
            </a:r>
            <a:r>
              <a:rPr sz="648" b="1" spc="-7" dirty="0">
                <a:highlight>
                  <a:srgbClr val="FFFF00"/>
                </a:highlight>
                <a:latin typeface="Times New Roman"/>
                <a:cs typeface="Times New Roman"/>
              </a:rPr>
              <a:t>NFORMATION</a:t>
            </a:r>
            <a:r>
              <a:rPr sz="648" b="1" spc="7" dirty="0">
                <a:highlight>
                  <a:srgbClr val="FFFF00"/>
                </a:highlight>
                <a:latin typeface="Times New Roman"/>
                <a:cs typeface="Times New Roman"/>
              </a:rPr>
              <a:t> </a:t>
            </a:r>
            <a:r>
              <a:rPr sz="818" b="1" spc="-7" dirty="0">
                <a:highlight>
                  <a:srgbClr val="FFFF00"/>
                </a:highlight>
                <a:latin typeface="Times New Roman"/>
                <a:cs typeface="Times New Roman"/>
              </a:rPr>
              <a:t>T</a:t>
            </a:r>
            <a:r>
              <a:rPr sz="648" b="1" spc="-7" dirty="0">
                <a:highlight>
                  <a:srgbClr val="FFFF00"/>
                </a:highlight>
                <a:latin typeface="Times New Roman"/>
                <a:cs typeface="Times New Roman"/>
              </a:rPr>
              <a:t>ECHNOLOGY</a:t>
            </a:r>
            <a:r>
              <a:rPr sz="648" b="1" spc="14" dirty="0">
                <a:highlight>
                  <a:srgbClr val="FFFF00"/>
                </a:highlight>
                <a:latin typeface="Times New Roman"/>
                <a:cs typeface="Times New Roman"/>
              </a:rPr>
              <a:t> </a:t>
            </a:r>
            <a:r>
              <a:rPr sz="818" b="1" spc="-7" dirty="0">
                <a:highlight>
                  <a:srgbClr val="FFFF00"/>
                </a:highlight>
                <a:latin typeface="Times New Roman"/>
                <a:cs typeface="Times New Roman"/>
              </a:rPr>
              <a:t>G</a:t>
            </a:r>
            <a:r>
              <a:rPr sz="648" b="1" spc="-7" dirty="0">
                <a:highlight>
                  <a:srgbClr val="FFFF00"/>
                </a:highlight>
                <a:latin typeface="Times New Roman"/>
                <a:cs typeface="Times New Roman"/>
              </a:rPr>
              <a:t>ROUP</a:t>
            </a:r>
            <a:r>
              <a:rPr sz="648" b="1" spc="-106" dirty="0">
                <a:highlight>
                  <a:srgbClr val="FFFF00"/>
                </a:highlight>
                <a:latin typeface="Times New Roman"/>
                <a:cs typeface="Times New Roman"/>
              </a:rPr>
              <a:t> </a:t>
            </a:r>
            <a:r>
              <a:rPr sz="818" b="1" dirty="0">
                <a:highlight>
                  <a:srgbClr val="FFFF00"/>
                </a:highlight>
                <a:latin typeface="Times New Roman"/>
                <a:cs typeface="Times New Roman"/>
              </a:rPr>
              <a:t>......................................................................</a:t>
            </a:r>
            <a:r>
              <a:rPr sz="818" b="1" spc="-48" dirty="0">
                <a:highlight>
                  <a:srgbClr val="FFFF00"/>
                </a:highlight>
                <a:latin typeface="Times New Roman"/>
                <a:cs typeface="Times New Roman"/>
              </a:rPr>
              <a:t> </a:t>
            </a:r>
            <a:r>
              <a:rPr sz="818" b="1" spc="-17" dirty="0">
                <a:highlight>
                  <a:srgbClr val="FFFF00"/>
                </a:highlight>
                <a:latin typeface="Times New Roman"/>
                <a:cs typeface="Times New Roman"/>
              </a:rPr>
              <a:t>123</a:t>
            </a:r>
            <a:endParaRPr sz="818" dirty="0">
              <a:highlight>
                <a:srgbClr val="FFFF00"/>
              </a:highlight>
              <a:latin typeface="Times New Roman"/>
              <a:cs typeface="Times New Roman"/>
            </a:endParaRPr>
          </a:p>
          <a:p>
            <a:pPr marL="8659">
              <a:lnSpc>
                <a:spcPts val="1125"/>
              </a:lnSpc>
              <a:spcBef>
                <a:spcPts val="156"/>
              </a:spcBef>
            </a:pPr>
            <a:r>
              <a:rPr sz="955" b="1" cap="small" spc="-7" dirty="0">
                <a:latin typeface="Times New Roman"/>
                <a:cs typeface="Times New Roman"/>
              </a:rPr>
              <a:t>Alphabetical</a:t>
            </a:r>
            <a:r>
              <a:rPr sz="955" b="1" cap="small" spc="-17" dirty="0">
                <a:latin typeface="Times New Roman"/>
                <a:cs typeface="Times New Roman"/>
              </a:rPr>
              <a:t> </a:t>
            </a:r>
            <a:r>
              <a:rPr sz="955" b="1" cap="small" dirty="0">
                <a:latin typeface="Times New Roman"/>
                <a:cs typeface="Times New Roman"/>
              </a:rPr>
              <a:t>Listing</a:t>
            </a:r>
            <a:r>
              <a:rPr sz="955" b="1" cap="small" spc="-14" dirty="0">
                <a:latin typeface="Times New Roman"/>
                <a:cs typeface="Times New Roman"/>
              </a:rPr>
              <a:t> </a:t>
            </a:r>
            <a:r>
              <a:rPr sz="955" b="1" cap="small" dirty="0">
                <a:latin typeface="Times New Roman"/>
                <a:cs typeface="Times New Roman"/>
              </a:rPr>
              <a:t>of</a:t>
            </a:r>
            <a:r>
              <a:rPr sz="955" b="1" cap="small" spc="-7" dirty="0">
                <a:latin typeface="Times New Roman"/>
                <a:cs typeface="Times New Roman"/>
              </a:rPr>
              <a:t> </a:t>
            </a:r>
            <a:r>
              <a:rPr sz="955" b="1" cap="small" dirty="0">
                <a:latin typeface="Times New Roman"/>
                <a:cs typeface="Times New Roman"/>
              </a:rPr>
              <a:t>white</a:t>
            </a:r>
            <a:r>
              <a:rPr sz="955" b="1" cap="small" spc="-14" dirty="0">
                <a:latin typeface="Times New Roman"/>
                <a:cs typeface="Times New Roman"/>
              </a:rPr>
              <a:t> </a:t>
            </a:r>
            <a:r>
              <a:rPr sz="955" b="1" cap="small" spc="-7" dirty="0">
                <a:latin typeface="Times New Roman"/>
                <a:cs typeface="Times New Roman"/>
              </a:rPr>
              <a:t>collar</a:t>
            </a:r>
            <a:r>
              <a:rPr sz="955" b="1" cap="small" spc="-14" dirty="0">
                <a:latin typeface="Times New Roman"/>
                <a:cs typeface="Times New Roman"/>
              </a:rPr>
              <a:t> </a:t>
            </a:r>
            <a:r>
              <a:rPr sz="955" b="1" cap="small" spc="-7" dirty="0">
                <a:latin typeface="Times New Roman"/>
                <a:cs typeface="Times New Roman"/>
              </a:rPr>
              <a:t>occupational</a:t>
            </a:r>
            <a:r>
              <a:rPr sz="955" b="1" cap="small" spc="-14" dirty="0">
                <a:latin typeface="Times New Roman"/>
                <a:cs typeface="Times New Roman"/>
              </a:rPr>
              <a:t> </a:t>
            </a:r>
            <a:r>
              <a:rPr sz="955" b="1" cap="small" dirty="0">
                <a:latin typeface="Times New Roman"/>
                <a:cs typeface="Times New Roman"/>
              </a:rPr>
              <a:t>groups</a:t>
            </a:r>
            <a:r>
              <a:rPr sz="955" b="1" cap="small" spc="-14" dirty="0">
                <a:latin typeface="Times New Roman"/>
                <a:cs typeface="Times New Roman"/>
              </a:rPr>
              <a:t> </a:t>
            </a:r>
            <a:r>
              <a:rPr sz="955" b="1" cap="small" dirty="0">
                <a:latin typeface="Times New Roman"/>
                <a:cs typeface="Times New Roman"/>
              </a:rPr>
              <a:t>and</a:t>
            </a:r>
            <a:r>
              <a:rPr sz="955" b="1" cap="small" spc="-14" dirty="0">
                <a:latin typeface="Times New Roman"/>
                <a:cs typeface="Times New Roman"/>
              </a:rPr>
              <a:t> </a:t>
            </a:r>
            <a:r>
              <a:rPr sz="955" b="1" cap="small" spc="-7" dirty="0">
                <a:latin typeface="Times New Roman"/>
                <a:cs typeface="Times New Roman"/>
              </a:rPr>
              <a:t>series</a:t>
            </a:r>
            <a:endParaRPr sz="955" dirty="0">
              <a:latin typeface="Times New Roman"/>
              <a:cs typeface="Times New Roman"/>
            </a:endParaRPr>
          </a:p>
          <a:p>
            <a:pPr marL="17750">
              <a:lnSpc>
                <a:spcPts val="1125"/>
              </a:lnSpc>
            </a:pPr>
            <a:r>
              <a:rPr sz="955" b="1" spc="-7" dirty="0">
                <a:latin typeface="Times New Roman"/>
                <a:cs typeface="Times New Roman"/>
              </a:rPr>
              <a:t>................................................................................................................................125</a:t>
            </a:r>
            <a:endParaRPr sz="955" dirty="0">
              <a:latin typeface="Times New Roman"/>
              <a:cs typeface="Times New Roman"/>
            </a:endParaRPr>
          </a:p>
          <a:p>
            <a:pPr marL="8659">
              <a:spcBef>
                <a:spcPts val="361"/>
              </a:spcBef>
            </a:pPr>
            <a:r>
              <a:rPr sz="955" b="1" dirty="0">
                <a:latin typeface="Times New Roman"/>
                <a:cs typeface="Times New Roman"/>
              </a:rPr>
              <a:t>P</a:t>
            </a:r>
            <a:r>
              <a:rPr sz="750" b="1" dirty="0">
                <a:latin typeface="Times New Roman"/>
                <a:cs typeface="Times New Roman"/>
              </a:rPr>
              <a:t>ART</a:t>
            </a:r>
            <a:r>
              <a:rPr sz="750" b="1" spc="-41" dirty="0">
                <a:latin typeface="Times New Roman"/>
                <a:cs typeface="Times New Roman"/>
              </a:rPr>
              <a:t> </a:t>
            </a:r>
            <a:r>
              <a:rPr sz="955" b="1" spc="-7" dirty="0">
                <a:latin typeface="Times New Roman"/>
                <a:cs typeface="Times New Roman"/>
              </a:rPr>
              <a:t>II...................................................................................................................130</a:t>
            </a:r>
            <a:endParaRPr sz="955" dirty="0">
              <a:latin typeface="Times New Roman"/>
              <a:cs typeface="Times New Roman"/>
            </a:endParaRPr>
          </a:p>
          <a:p>
            <a:pPr marL="89619" marR="6061" indent="-4329" algn="ctr">
              <a:lnSpc>
                <a:spcPts val="941"/>
              </a:lnSpc>
              <a:spcBef>
                <a:spcPts val="225"/>
              </a:spcBef>
            </a:pPr>
            <a:r>
              <a:rPr sz="818" b="1" cap="small" dirty="0">
                <a:latin typeface="Times New Roman"/>
                <a:cs typeface="Times New Roman"/>
              </a:rPr>
              <a:t>Outline</a:t>
            </a:r>
            <a:r>
              <a:rPr sz="818" b="1" cap="small" spc="-17" dirty="0">
                <a:latin typeface="Times New Roman"/>
                <a:cs typeface="Times New Roman"/>
              </a:rPr>
              <a:t> </a:t>
            </a:r>
            <a:r>
              <a:rPr sz="818" b="1" cap="small" dirty="0">
                <a:latin typeface="Times New Roman"/>
                <a:cs typeface="Times New Roman"/>
              </a:rPr>
              <a:t>of</a:t>
            </a:r>
            <a:r>
              <a:rPr sz="818" b="1" cap="small" spc="-10" dirty="0">
                <a:latin typeface="Times New Roman"/>
                <a:cs typeface="Times New Roman"/>
              </a:rPr>
              <a:t> </a:t>
            </a:r>
            <a:r>
              <a:rPr sz="818" b="1" cap="small" spc="-7" dirty="0">
                <a:latin typeface="Times New Roman"/>
                <a:cs typeface="Times New Roman"/>
              </a:rPr>
              <a:t>Position Classification</a:t>
            </a:r>
            <a:r>
              <a:rPr sz="818" b="1" cap="small" dirty="0">
                <a:latin typeface="Times New Roman"/>
                <a:cs typeface="Times New Roman"/>
              </a:rPr>
              <a:t> Plan</a:t>
            </a:r>
            <a:r>
              <a:rPr sz="818" b="1" cap="small" spc="-7" dirty="0">
                <a:latin typeface="Times New Roman"/>
                <a:cs typeface="Times New Roman"/>
              </a:rPr>
              <a:t> </a:t>
            </a:r>
            <a:r>
              <a:rPr sz="818" b="1" cap="small" dirty="0">
                <a:latin typeface="Times New Roman"/>
                <a:cs typeface="Times New Roman"/>
              </a:rPr>
              <a:t>for</a:t>
            </a:r>
            <a:r>
              <a:rPr sz="818" b="1" cap="small" spc="-7" dirty="0">
                <a:latin typeface="Times New Roman"/>
                <a:cs typeface="Times New Roman"/>
              </a:rPr>
              <a:t> Trade,</a:t>
            </a:r>
            <a:r>
              <a:rPr sz="818" b="1" cap="small" spc="-41" dirty="0">
                <a:latin typeface="Times New Roman"/>
                <a:cs typeface="Times New Roman"/>
              </a:rPr>
              <a:t> </a:t>
            </a:r>
            <a:r>
              <a:rPr sz="818" b="1" cap="small" spc="-7" dirty="0">
                <a:latin typeface="Times New Roman"/>
                <a:cs typeface="Times New Roman"/>
              </a:rPr>
              <a:t>Craft,</a:t>
            </a:r>
            <a:r>
              <a:rPr sz="818" b="1" cap="small" spc="-44" dirty="0">
                <a:latin typeface="Times New Roman"/>
                <a:cs typeface="Times New Roman"/>
              </a:rPr>
              <a:t> </a:t>
            </a:r>
            <a:r>
              <a:rPr sz="818" b="1" cap="small" dirty="0">
                <a:latin typeface="Times New Roman"/>
                <a:cs typeface="Times New Roman"/>
              </a:rPr>
              <a:t>or</a:t>
            </a:r>
            <a:r>
              <a:rPr sz="818" b="1" cap="small" spc="-7" dirty="0">
                <a:latin typeface="Times New Roman"/>
                <a:cs typeface="Times New Roman"/>
              </a:rPr>
              <a:t> </a:t>
            </a:r>
            <a:r>
              <a:rPr sz="818" b="1" cap="small" dirty="0">
                <a:latin typeface="Times New Roman"/>
                <a:cs typeface="Times New Roman"/>
              </a:rPr>
              <a:t>Labor</a:t>
            </a:r>
            <a:r>
              <a:rPr sz="818" b="1" cap="small" spc="-7" dirty="0">
                <a:latin typeface="Times New Roman"/>
                <a:cs typeface="Times New Roman"/>
              </a:rPr>
              <a:t> </a:t>
            </a:r>
            <a:r>
              <a:rPr sz="818" b="1" cap="small" dirty="0">
                <a:latin typeface="Times New Roman"/>
                <a:cs typeface="Times New Roman"/>
              </a:rPr>
              <a:t>Job </a:t>
            </a:r>
            <a:r>
              <a:rPr sz="818" b="1" cap="small" spc="-7" dirty="0">
                <a:latin typeface="Times New Roman"/>
                <a:cs typeface="Times New Roman"/>
              </a:rPr>
              <a:t>Families </a:t>
            </a:r>
            <a:r>
              <a:rPr sz="818" b="1" cap="small" dirty="0">
                <a:latin typeface="Times New Roman"/>
                <a:cs typeface="Times New Roman"/>
              </a:rPr>
              <a:t>and</a:t>
            </a:r>
            <a:r>
              <a:rPr sz="818" b="1" cap="small" spc="147" dirty="0">
                <a:latin typeface="Times New Roman"/>
                <a:cs typeface="Times New Roman"/>
              </a:rPr>
              <a:t>  </a:t>
            </a:r>
            <a:r>
              <a:rPr sz="818" b="1" cap="small" spc="-7" dirty="0">
                <a:latin typeface="Times New Roman"/>
                <a:cs typeface="Times New Roman"/>
              </a:rPr>
              <a:t>Occupations..................................................................................................................</a:t>
            </a:r>
            <a:r>
              <a:rPr sz="818" b="1" cap="small" spc="324" dirty="0">
                <a:latin typeface="Times New Roman"/>
                <a:cs typeface="Times New Roman"/>
              </a:rPr>
              <a:t> </a:t>
            </a:r>
            <a:r>
              <a:rPr sz="818" b="1" cap="small" spc="-89" dirty="0">
                <a:latin typeface="Times New Roman"/>
                <a:cs typeface="Times New Roman"/>
              </a:rPr>
              <a:t>130</a:t>
            </a:r>
            <a:r>
              <a:rPr sz="818" b="1" cap="small" spc="-7" dirty="0">
                <a:latin typeface="Times New Roman"/>
                <a:cs typeface="Times New Roman"/>
              </a:rPr>
              <a:t> Definitions</a:t>
            </a:r>
            <a:r>
              <a:rPr sz="818" b="1" cap="small" spc="-17" dirty="0">
                <a:latin typeface="Times New Roman"/>
                <a:cs typeface="Times New Roman"/>
              </a:rPr>
              <a:t> </a:t>
            </a:r>
            <a:r>
              <a:rPr sz="818" b="1" cap="small" dirty="0">
                <a:latin typeface="Times New Roman"/>
                <a:cs typeface="Times New Roman"/>
              </a:rPr>
              <a:t>of</a:t>
            </a:r>
            <a:r>
              <a:rPr sz="818" b="1" cap="small" spc="-7" dirty="0">
                <a:latin typeface="Times New Roman"/>
                <a:cs typeface="Times New Roman"/>
              </a:rPr>
              <a:t> Trade,</a:t>
            </a:r>
            <a:r>
              <a:rPr sz="818" b="1" cap="small" spc="-34" dirty="0">
                <a:latin typeface="Times New Roman"/>
                <a:cs typeface="Times New Roman"/>
              </a:rPr>
              <a:t> </a:t>
            </a:r>
            <a:r>
              <a:rPr sz="818" b="1" cap="small" spc="-7" dirty="0">
                <a:latin typeface="Times New Roman"/>
                <a:cs typeface="Times New Roman"/>
              </a:rPr>
              <a:t>Craft,</a:t>
            </a:r>
            <a:r>
              <a:rPr sz="818" b="1" cap="small" spc="-44" dirty="0">
                <a:latin typeface="Times New Roman"/>
                <a:cs typeface="Times New Roman"/>
              </a:rPr>
              <a:t> </a:t>
            </a:r>
            <a:r>
              <a:rPr sz="818" b="1" cap="small" dirty="0">
                <a:latin typeface="Times New Roman"/>
                <a:cs typeface="Times New Roman"/>
              </a:rPr>
              <a:t>or</a:t>
            </a:r>
            <a:r>
              <a:rPr sz="818" b="1" cap="small" spc="-3" dirty="0">
                <a:latin typeface="Times New Roman"/>
                <a:cs typeface="Times New Roman"/>
              </a:rPr>
              <a:t> </a:t>
            </a:r>
            <a:r>
              <a:rPr sz="818" b="1" cap="small" dirty="0">
                <a:latin typeface="Times New Roman"/>
                <a:cs typeface="Times New Roman"/>
              </a:rPr>
              <a:t>Labor Families</a:t>
            </a:r>
            <a:r>
              <a:rPr sz="818" b="1" cap="small" spc="-7" dirty="0">
                <a:latin typeface="Times New Roman"/>
                <a:cs typeface="Times New Roman"/>
              </a:rPr>
              <a:t> </a:t>
            </a:r>
            <a:r>
              <a:rPr sz="818" b="1" cap="small" dirty="0">
                <a:latin typeface="Times New Roman"/>
                <a:cs typeface="Times New Roman"/>
              </a:rPr>
              <a:t>and</a:t>
            </a:r>
            <a:r>
              <a:rPr sz="818" b="1" cap="small" spc="-7" dirty="0">
                <a:latin typeface="Times New Roman"/>
                <a:cs typeface="Times New Roman"/>
              </a:rPr>
              <a:t> Occupations</a:t>
            </a:r>
            <a:r>
              <a:rPr sz="818" b="1" cap="small" spc="-3" dirty="0">
                <a:latin typeface="Times New Roman"/>
                <a:cs typeface="Times New Roman"/>
              </a:rPr>
              <a:t> </a:t>
            </a:r>
            <a:r>
              <a:rPr sz="818" b="1" cap="small" dirty="0">
                <a:latin typeface="Times New Roman"/>
                <a:cs typeface="Times New Roman"/>
              </a:rPr>
              <a:t>........................</a:t>
            </a:r>
            <a:r>
              <a:rPr sz="818" b="1" cap="small" spc="-41" dirty="0">
                <a:latin typeface="Times New Roman"/>
                <a:cs typeface="Times New Roman"/>
              </a:rPr>
              <a:t> </a:t>
            </a:r>
            <a:r>
              <a:rPr sz="818" b="1" cap="small" spc="-17" dirty="0">
                <a:latin typeface="Times New Roman"/>
                <a:cs typeface="Times New Roman"/>
              </a:rPr>
              <a:t>135 </a:t>
            </a:r>
            <a:r>
              <a:rPr sz="818" b="1" cap="small" dirty="0">
                <a:latin typeface="Times New Roman"/>
                <a:cs typeface="Times New Roman"/>
              </a:rPr>
              <a:t>2500</a:t>
            </a:r>
            <a:r>
              <a:rPr sz="818" b="1" cap="small" spc="-41" dirty="0">
                <a:latin typeface="Times New Roman"/>
                <a:cs typeface="Times New Roman"/>
              </a:rPr>
              <a:t> </a:t>
            </a:r>
            <a:r>
              <a:rPr sz="818" b="1" cap="small" dirty="0">
                <a:latin typeface="Times New Roman"/>
                <a:cs typeface="Times New Roman"/>
              </a:rPr>
              <a:t>–</a:t>
            </a:r>
            <a:r>
              <a:rPr sz="818" b="1" cap="small" spc="-41" dirty="0">
                <a:latin typeface="Times New Roman"/>
                <a:cs typeface="Times New Roman"/>
              </a:rPr>
              <a:t> </a:t>
            </a:r>
            <a:r>
              <a:rPr sz="818" b="1" cap="small" dirty="0">
                <a:latin typeface="Times New Roman"/>
                <a:cs typeface="Times New Roman"/>
              </a:rPr>
              <a:t>Wire</a:t>
            </a:r>
            <a:r>
              <a:rPr sz="818" b="1" cap="small" spc="-17" dirty="0">
                <a:latin typeface="Times New Roman"/>
                <a:cs typeface="Times New Roman"/>
              </a:rPr>
              <a:t> </a:t>
            </a:r>
            <a:r>
              <a:rPr sz="818" b="1" cap="small" spc="-7" dirty="0">
                <a:latin typeface="Times New Roman"/>
                <a:cs typeface="Times New Roman"/>
              </a:rPr>
              <a:t>Communications Equipment</a:t>
            </a:r>
            <a:r>
              <a:rPr sz="818" b="1" cap="small" spc="-3" dirty="0">
                <a:latin typeface="Times New Roman"/>
                <a:cs typeface="Times New Roman"/>
              </a:rPr>
              <a:t> </a:t>
            </a:r>
            <a:r>
              <a:rPr sz="818" b="1" cap="small" dirty="0">
                <a:latin typeface="Times New Roman"/>
                <a:cs typeface="Times New Roman"/>
              </a:rPr>
              <a:t>Installation</a:t>
            </a:r>
            <a:r>
              <a:rPr sz="818" b="1" cap="small" spc="147" dirty="0">
                <a:latin typeface="Times New Roman"/>
                <a:cs typeface="Times New Roman"/>
              </a:rPr>
              <a:t> </a:t>
            </a:r>
            <a:r>
              <a:rPr sz="818" b="1" cap="small" dirty="0">
                <a:latin typeface="Times New Roman"/>
                <a:cs typeface="Times New Roman"/>
              </a:rPr>
              <a:t>and</a:t>
            </a:r>
            <a:r>
              <a:rPr sz="818" b="1" cap="small" spc="-7" dirty="0">
                <a:latin typeface="Times New Roman"/>
                <a:cs typeface="Times New Roman"/>
              </a:rPr>
              <a:t> Maintenance</a:t>
            </a:r>
            <a:r>
              <a:rPr sz="818" b="1" cap="small" spc="-3" dirty="0">
                <a:latin typeface="Times New Roman"/>
                <a:cs typeface="Times New Roman"/>
              </a:rPr>
              <a:t> </a:t>
            </a:r>
            <a:r>
              <a:rPr sz="818" b="1" cap="small" spc="-7" dirty="0">
                <a:latin typeface="Times New Roman"/>
                <a:cs typeface="Times New Roman"/>
              </a:rPr>
              <a:t>Family</a:t>
            </a:r>
            <a:endParaRPr sz="818" dirty="0">
              <a:latin typeface="Times New Roman"/>
              <a:cs typeface="Times New Roman"/>
            </a:endParaRPr>
          </a:p>
          <a:p>
            <a:pPr marL="164518" marR="8226" indent="311719">
              <a:lnSpc>
                <a:spcPts val="941"/>
              </a:lnSpc>
            </a:pP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135 </a:t>
            </a:r>
            <a:r>
              <a:rPr sz="818" b="1" dirty="0">
                <a:latin typeface="Times New Roman"/>
                <a:cs typeface="Times New Roman"/>
              </a:rPr>
              <a:t>2600</a:t>
            </a:r>
            <a:r>
              <a:rPr sz="818" b="1" spc="-41" dirty="0">
                <a:latin typeface="Times New Roman"/>
                <a:cs typeface="Times New Roman"/>
              </a:rPr>
              <a:t> </a:t>
            </a:r>
            <a:r>
              <a:rPr sz="818" b="1" dirty="0">
                <a:latin typeface="Times New Roman"/>
                <a:cs typeface="Times New Roman"/>
              </a:rPr>
              <a:t>–</a:t>
            </a:r>
            <a:r>
              <a:rPr sz="818" b="1" spc="-37" dirty="0">
                <a:latin typeface="Times New Roman"/>
                <a:cs typeface="Times New Roman"/>
              </a:rPr>
              <a:t> </a:t>
            </a:r>
            <a:r>
              <a:rPr sz="818" b="1" spc="-7" dirty="0">
                <a:latin typeface="Times New Roman"/>
                <a:cs typeface="Times New Roman"/>
              </a:rPr>
              <a:t>E</a:t>
            </a:r>
            <a:r>
              <a:rPr sz="648" b="1" spc="-7" dirty="0">
                <a:latin typeface="Times New Roman"/>
                <a:cs typeface="Times New Roman"/>
              </a:rPr>
              <a:t>LECTRONIC</a:t>
            </a:r>
            <a:r>
              <a:rPr sz="648" b="1" spc="3" dirty="0">
                <a:latin typeface="Times New Roman"/>
                <a:cs typeface="Times New Roman"/>
              </a:rPr>
              <a:t> </a:t>
            </a:r>
            <a:r>
              <a:rPr sz="818" b="1" spc="-7" dirty="0">
                <a:latin typeface="Times New Roman"/>
                <a:cs typeface="Times New Roman"/>
              </a:rPr>
              <a:t>E</a:t>
            </a:r>
            <a:r>
              <a:rPr sz="648" b="1" spc="-7" dirty="0">
                <a:latin typeface="Times New Roman"/>
                <a:cs typeface="Times New Roman"/>
              </a:rPr>
              <a:t>QUIPMENT</a:t>
            </a:r>
            <a:r>
              <a:rPr sz="648" b="1" spc="7" dirty="0">
                <a:latin typeface="Times New Roman"/>
                <a:cs typeface="Times New Roman"/>
              </a:rPr>
              <a:t> </a:t>
            </a:r>
            <a:r>
              <a:rPr sz="818" b="1" spc="-7" dirty="0">
                <a:latin typeface="Times New Roman"/>
                <a:cs typeface="Times New Roman"/>
              </a:rPr>
              <a:t>I</a:t>
            </a:r>
            <a:r>
              <a:rPr sz="648" b="1" spc="-7" dirty="0">
                <a:latin typeface="Times New Roman"/>
                <a:cs typeface="Times New Roman"/>
              </a:rPr>
              <a:t>NSTALLATION</a:t>
            </a:r>
            <a:r>
              <a:rPr sz="648" b="1" spc="3" dirty="0">
                <a:latin typeface="Times New Roman"/>
                <a:cs typeface="Times New Roman"/>
              </a:rPr>
              <a:t> </a:t>
            </a:r>
            <a:r>
              <a:rPr sz="648" b="1" dirty="0">
                <a:latin typeface="Times New Roman"/>
                <a:cs typeface="Times New Roman"/>
              </a:rPr>
              <a:t>AND</a:t>
            </a:r>
            <a:r>
              <a:rPr sz="648" b="1" spc="3" dirty="0">
                <a:latin typeface="Times New Roman"/>
                <a:cs typeface="Times New Roman"/>
              </a:rPr>
              <a:t> </a:t>
            </a:r>
            <a:r>
              <a:rPr sz="818" b="1" spc="-7" dirty="0">
                <a:latin typeface="Times New Roman"/>
                <a:cs typeface="Times New Roman"/>
              </a:rPr>
              <a:t>M</a:t>
            </a:r>
            <a:r>
              <a:rPr sz="648" b="1" spc="-7" dirty="0">
                <a:latin typeface="Times New Roman"/>
                <a:cs typeface="Times New Roman"/>
              </a:rPr>
              <a:t>AINTENANCE</a:t>
            </a:r>
            <a:r>
              <a:rPr sz="648" b="1" spc="17" dirty="0">
                <a:latin typeface="Times New Roman"/>
                <a:cs typeface="Times New Roman"/>
              </a:rPr>
              <a:t> </a:t>
            </a:r>
            <a:r>
              <a:rPr sz="818" b="1" spc="-7" dirty="0">
                <a:latin typeface="Times New Roman"/>
                <a:cs typeface="Times New Roman"/>
              </a:rPr>
              <a:t>F</a:t>
            </a:r>
            <a:r>
              <a:rPr sz="648" b="1" spc="-7" dirty="0">
                <a:latin typeface="Times New Roman"/>
                <a:cs typeface="Times New Roman"/>
              </a:rPr>
              <a:t>AMILY</a:t>
            </a:r>
            <a:r>
              <a:rPr sz="648" b="1" spc="-37" dirty="0">
                <a:latin typeface="Times New Roman"/>
                <a:cs typeface="Times New Roman"/>
              </a:rPr>
              <a:t> </a:t>
            </a:r>
            <a:r>
              <a:rPr sz="818" b="1" dirty="0">
                <a:latin typeface="Times New Roman"/>
                <a:cs typeface="Times New Roman"/>
              </a:rPr>
              <a:t>...............</a:t>
            </a:r>
            <a:r>
              <a:rPr sz="818" b="1" spc="-48" dirty="0">
                <a:latin typeface="Times New Roman"/>
                <a:cs typeface="Times New Roman"/>
              </a:rPr>
              <a:t> </a:t>
            </a:r>
            <a:r>
              <a:rPr sz="818" b="1" spc="-17" dirty="0">
                <a:latin typeface="Times New Roman"/>
                <a:cs typeface="Times New Roman"/>
              </a:rPr>
              <a:t>136</a:t>
            </a:r>
            <a:endParaRPr sz="818" dirty="0">
              <a:latin typeface="Times New Roman"/>
              <a:cs typeface="Times New Roman"/>
            </a:endParaRPr>
          </a:p>
          <a:p>
            <a:pPr marL="164518">
              <a:lnSpc>
                <a:spcPts val="917"/>
              </a:lnSpc>
            </a:pPr>
            <a:r>
              <a:rPr sz="818" b="1" dirty="0">
                <a:latin typeface="Times New Roman"/>
                <a:cs typeface="Times New Roman"/>
              </a:rPr>
              <a:t>2800</a:t>
            </a:r>
            <a:r>
              <a:rPr sz="818" b="1" spc="-51" dirty="0">
                <a:latin typeface="Times New Roman"/>
                <a:cs typeface="Times New Roman"/>
              </a:rPr>
              <a:t> </a:t>
            </a:r>
            <a:r>
              <a:rPr sz="818" b="1" dirty="0">
                <a:latin typeface="Times New Roman"/>
                <a:cs typeface="Times New Roman"/>
              </a:rPr>
              <a:t>–</a:t>
            </a:r>
            <a:r>
              <a:rPr sz="818" b="1" spc="-44" dirty="0">
                <a:latin typeface="Times New Roman"/>
                <a:cs typeface="Times New Roman"/>
              </a:rPr>
              <a:t> </a:t>
            </a:r>
            <a:r>
              <a:rPr sz="818" b="1" spc="-7" dirty="0">
                <a:latin typeface="Times New Roman"/>
                <a:cs typeface="Times New Roman"/>
              </a:rPr>
              <a:t>E</a:t>
            </a:r>
            <a:r>
              <a:rPr sz="648" b="1" spc="-7" dirty="0">
                <a:latin typeface="Times New Roman"/>
                <a:cs typeface="Times New Roman"/>
              </a:rPr>
              <a:t>LECTRICAL</a:t>
            </a:r>
            <a:r>
              <a:rPr sz="648" b="1" dirty="0">
                <a:latin typeface="Times New Roman"/>
                <a:cs typeface="Times New Roman"/>
              </a:rPr>
              <a:t> </a:t>
            </a:r>
            <a:r>
              <a:rPr sz="818" b="1" spc="-7" dirty="0">
                <a:latin typeface="Times New Roman"/>
                <a:cs typeface="Times New Roman"/>
              </a:rPr>
              <a:t>I</a:t>
            </a:r>
            <a:r>
              <a:rPr sz="648" b="1" spc="-7" dirty="0">
                <a:latin typeface="Times New Roman"/>
                <a:cs typeface="Times New Roman"/>
              </a:rPr>
              <a:t>NSTALLATION</a:t>
            </a:r>
            <a:r>
              <a:rPr sz="648" b="1" spc="-3" dirty="0">
                <a:latin typeface="Times New Roman"/>
                <a:cs typeface="Times New Roman"/>
              </a:rPr>
              <a:t> </a:t>
            </a:r>
            <a:r>
              <a:rPr sz="648" b="1" dirty="0">
                <a:latin typeface="Times New Roman"/>
                <a:cs typeface="Times New Roman"/>
              </a:rPr>
              <a:t>AND</a:t>
            </a:r>
            <a:r>
              <a:rPr sz="648" b="1" spc="-3" dirty="0">
                <a:latin typeface="Times New Roman"/>
                <a:cs typeface="Times New Roman"/>
              </a:rPr>
              <a:t> </a:t>
            </a:r>
            <a:r>
              <a:rPr sz="818" b="1" spc="-7" dirty="0">
                <a:latin typeface="Times New Roman"/>
                <a:cs typeface="Times New Roman"/>
              </a:rPr>
              <a:t>M</a:t>
            </a:r>
            <a:r>
              <a:rPr sz="648" b="1" spc="-7" dirty="0">
                <a:latin typeface="Times New Roman"/>
                <a:cs typeface="Times New Roman"/>
              </a:rPr>
              <a:t>AINTENANCE</a:t>
            </a:r>
            <a:r>
              <a:rPr sz="648" b="1" dirty="0">
                <a:latin typeface="Times New Roman"/>
                <a:cs typeface="Times New Roman"/>
              </a:rPr>
              <a:t> </a:t>
            </a:r>
            <a:r>
              <a:rPr sz="818" b="1" dirty="0">
                <a:latin typeface="Times New Roman"/>
                <a:cs typeface="Times New Roman"/>
              </a:rPr>
              <a:t>F</a:t>
            </a:r>
            <a:r>
              <a:rPr sz="648" b="1" dirty="0">
                <a:latin typeface="Times New Roman"/>
                <a:cs typeface="Times New Roman"/>
              </a:rPr>
              <a:t>AMILY</a:t>
            </a:r>
            <a:r>
              <a:rPr sz="648" b="1" spc="14" dirty="0">
                <a:latin typeface="Times New Roman"/>
                <a:cs typeface="Times New Roman"/>
              </a:rPr>
              <a:t> </a:t>
            </a:r>
            <a:r>
              <a:rPr sz="818" b="1" dirty="0">
                <a:latin typeface="Times New Roman"/>
                <a:cs typeface="Times New Roman"/>
              </a:rPr>
              <a:t>....................................</a:t>
            </a:r>
            <a:r>
              <a:rPr sz="818" b="1" spc="-51" dirty="0">
                <a:latin typeface="Times New Roman"/>
                <a:cs typeface="Times New Roman"/>
              </a:rPr>
              <a:t> </a:t>
            </a:r>
            <a:r>
              <a:rPr sz="818" b="1" spc="-17" dirty="0">
                <a:latin typeface="Times New Roman"/>
                <a:cs typeface="Times New Roman"/>
              </a:rPr>
              <a:t>13</a:t>
            </a:r>
            <a:r>
              <a:rPr lang="en-US" sz="818" b="1" spc="-17" dirty="0">
                <a:latin typeface="Times New Roman"/>
                <a:cs typeface="Times New Roman"/>
              </a:rPr>
              <a:t>8</a:t>
            </a:r>
            <a:r>
              <a:rPr lang="en-US" sz="614" dirty="0">
                <a:latin typeface="Arial"/>
                <a:cs typeface="Arial"/>
              </a:rPr>
              <a:t>	</a:t>
            </a:r>
            <a:r>
              <a:rPr lang="en-US" sz="614" b="1" spc="-34" dirty="0">
                <a:latin typeface="Arial"/>
                <a:cs typeface="Arial"/>
              </a:rPr>
              <a:t>1</a:t>
            </a:r>
            <a:endParaRPr lang="en-US" sz="614" dirty="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124239" y="97645"/>
            <a:ext cx="11723203" cy="1255239"/>
          </a:xfrm>
          <a:prstGeom prst="rect">
            <a:avLst/>
          </a:prstGeom>
        </p:spPr>
        <p:txBody>
          <a:bodyPr vert="horz" wrap="square" lIns="0" tIns="8659" rIns="0" bIns="0" rtlCol="0">
            <a:spAutoFit/>
          </a:bodyPr>
          <a:lstStyle/>
          <a:p>
            <a:pPr marL="8659">
              <a:spcBef>
                <a:spcPts val="68"/>
              </a:spcBef>
            </a:pPr>
            <a:r>
              <a:rPr sz="1200" dirty="0">
                <a:latin typeface="Times New Roman"/>
                <a:cs typeface="Times New Roman"/>
              </a:rPr>
              <a:t>Series</a:t>
            </a:r>
            <a:r>
              <a:rPr sz="1200" spc="-17" dirty="0">
                <a:latin typeface="Times New Roman"/>
                <a:cs typeface="Times New Roman"/>
              </a:rPr>
              <a:t> </a:t>
            </a:r>
            <a:r>
              <a:rPr sz="1200" dirty="0">
                <a:latin typeface="Times New Roman"/>
                <a:cs typeface="Times New Roman"/>
              </a:rPr>
              <a:t>in</a:t>
            </a:r>
            <a:r>
              <a:rPr sz="1200" spc="-14" dirty="0">
                <a:latin typeface="Times New Roman"/>
                <a:cs typeface="Times New Roman"/>
              </a:rPr>
              <a:t> </a:t>
            </a:r>
            <a:r>
              <a:rPr sz="1200" dirty="0">
                <a:latin typeface="Times New Roman"/>
                <a:cs typeface="Times New Roman"/>
              </a:rPr>
              <a:t>this</a:t>
            </a:r>
            <a:r>
              <a:rPr sz="1200" spc="-14" dirty="0">
                <a:latin typeface="Times New Roman"/>
                <a:cs typeface="Times New Roman"/>
              </a:rPr>
              <a:t> </a:t>
            </a:r>
            <a:r>
              <a:rPr sz="1200" dirty="0">
                <a:latin typeface="Times New Roman"/>
                <a:cs typeface="Times New Roman"/>
              </a:rPr>
              <a:t>group</a:t>
            </a:r>
            <a:r>
              <a:rPr sz="1200" spc="-14" dirty="0">
                <a:latin typeface="Times New Roman"/>
                <a:cs typeface="Times New Roman"/>
              </a:rPr>
              <a:t> are:</a:t>
            </a:r>
            <a:r>
              <a:rPr lang="en-US" sz="1200" spc="-14" dirty="0">
                <a:latin typeface="Times New Roman"/>
                <a:cs typeface="Times New Roman"/>
              </a:rPr>
              <a:t>    </a:t>
            </a:r>
            <a:r>
              <a:rPr sz="1200" b="1" dirty="0">
                <a:latin typeface="Times New Roman"/>
                <a:cs typeface="Times New Roman"/>
              </a:rPr>
              <a:t>2210 </a:t>
            </a:r>
            <a:r>
              <a:rPr sz="1200" b="1" dirty="0">
                <a:latin typeface="Symbol"/>
                <a:cs typeface="Symbol"/>
              </a:rPr>
              <a:t></a:t>
            </a:r>
            <a:r>
              <a:rPr sz="1200" spc="7" dirty="0">
                <a:latin typeface="Times New Roman"/>
                <a:cs typeface="Times New Roman"/>
              </a:rPr>
              <a:t> </a:t>
            </a:r>
            <a:r>
              <a:rPr sz="1200" b="1" u="sng" spc="-7" dirty="0">
                <a:solidFill>
                  <a:srgbClr val="0000FF"/>
                </a:solidFill>
                <a:uFill>
                  <a:solidFill>
                    <a:srgbClr val="0000FF"/>
                  </a:solidFill>
                </a:uFill>
                <a:latin typeface="Times New Roman"/>
                <a:cs typeface="Times New Roman"/>
                <a:hlinkClick r:id="rId2"/>
              </a:rPr>
              <a:t>Information</a:t>
            </a:r>
            <a:r>
              <a:rPr sz="1200" b="1" u="sng" dirty="0">
                <a:solidFill>
                  <a:srgbClr val="0000FF"/>
                </a:solidFill>
                <a:uFill>
                  <a:solidFill>
                    <a:srgbClr val="0000FF"/>
                  </a:solidFill>
                </a:uFill>
                <a:latin typeface="Times New Roman"/>
                <a:cs typeface="Times New Roman"/>
                <a:hlinkClick r:id="rId2"/>
              </a:rPr>
              <a:t> Technology</a:t>
            </a:r>
            <a:r>
              <a:rPr sz="1200" b="1" u="sng" spc="3" dirty="0">
                <a:solidFill>
                  <a:srgbClr val="0000FF"/>
                </a:solidFill>
                <a:uFill>
                  <a:solidFill>
                    <a:srgbClr val="0000FF"/>
                  </a:solidFill>
                </a:uFill>
                <a:latin typeface="Times New Roman"/>
                <a:cs typeface="Times New Roman"/>
                <a:hlinkClick r:id="rId2"/>
              </a:rPr>
              <a:t> </a:t>
            </a:r>
            <a:r>
              <a:rPr sz="1200" b="1" u="sng" spc="-7" dirty="0">
                <a:solidFill>
                  <a:srgbClr val="0000FF"/>
                </a:solidFill>
                <a:uFill>
                  <a:solidFill>
                    <a:srgbClr val="0000FF"/>
                  </a:solidFill>
                </a:uFill>
                <a:latin typeface="Times New Roman"/>
                <a:cs typeface="Times New Roman"/>
                <a:hlinkClick r:id="rId2"/>
              </a:rPr>
              <a:t>Management</a:t>
            </a:r>
            <a:r>
              <a:rPr sz="1200" b="1" u="sng" spc="-3" dirty="0">
                <a:solidFill>
                  <a:srgbClr val="0000FF"/>
                </a:solidFill>
                <a:uFill>
                  <a:solidFill>
                    <a:srgbClr val="0000FF"/>
                  </a:solidFill>
                </a:uFill>
                <a:latin typeface="Times New Roman"/>
                <a:cs typeface="Times New Roman"/>
                <a:hlinkClick r:id="rId2"/>
              </a:rPr>
              <a:t> </a:t>
            </a:r>
            <a:r>
              <a:rPr sz="1200" b="1" u="sng" spc="-7" dirty="0">
                <a:solidFill>
                  <a:srgbClr val="0000FF"/>
                </a:solidFill>
                <a:uFill>
                  <a:solidFill>
                    <a:srgbClr val="0000FF"/>
                  </a:solidFill>
                </a:uFill>
                <a:latin typeface="Times New Roman"/>
                <a:cs typeface="Times New Roman"/>
                <a:hlinkClick r:id="rId2"/>
              </a:rPr>
              <a:t>Series</a:t>
            </a:r>
            <a:r>
              <a:rPr sz="1200" spc="-7" dirty="0">
                <a:latin typeface="Times New Roman"/>
                <a:cs typeface="Times New Roman"/>
              </a:rPr>
              <a:t>***</a:t>
            </a:r>
            <a:endParaRPr sz="1200" dirty="0">
              <a:latin typeface="Times New Roman"/>
              <a:cs typeface="Times New Roman"/>
            </a:endParaRPr>
          </a:p>
          <a:p>
            <a:pPr>
              <a:spcBef>
                <a:spcPts val="24"/>
              </a:spcBef>
            </a:pPr>
            <a:endParaRPr sz="1200" dirty="0">
              <a:latin typeface="Times New Roman"/>
              <a:cs typeface="Times New Roman"/>
            </a:endParaRPr>
          </a:p>
          <a:p>
            <a:pPr marL="8659" marR="3464">
              <a:lnSpc>
                <a:spcPts val="941"/>
              </a:lnSpc>
            </a:pPr>
            <a:r>
              <a:rPr sz="1200" dirty="0">
                <a:latin typeface="Times New Roman"/>
                <a:cs typeface="Times New Roman"/>
              </a:rPr>
              <a:t>This</a:t>
            </a:r>
            <a:r>
              <a:rPr sz="1200" spc="-27" dirty="0">
                <a:latin typeface="Times New Roman"/>
                <a:cs typeface="Times New Roman"/>
              </a:rPr>
              <a:t> </a:t>
            </a:r>
            <a:r>
              <a:rPr sz="1200" dirty="0">
                <a:latin typeface="Times New Roman"/>
                <a:cs typeface="Times New Roman"/>
              </a:rPr>
              <a:t>series</a:t>
            </a:r>
            <a:r>
              <a:rPr sz="1200" spc="-27" dirty="0">
                <a:latin typeface="Times New Roman"/>
                <a:cs typeface="Times New Roman"/>
              </a:rPr>
              <a:t> </a:t>
            </a:r>
            <a:r>
              <a:rPr sz="1200" dirty="0">
                <a:latin typeface="Times New Roman"/>
                <a:cs typeface="Times New Roman"/>
              </a:rPr>
              <a:t>covers</a:t>
            </a:r>
            <a:r>
              <a:rPr sz="1200" spc="-24" dirty="0">
                <a:latin typeface="Times New Roman"/>
                <a:cs typeface="Times New Roman"/>
              </a:rPr>
              <a:t> </a:t>
            </a:r>
            <a:r>
              <a:rPr sz="1200" spc="-7" dirty="0">
                <a:latin typeface="Times New Roman"/>
                <a:cs typeface="Times New Roman"/>
              </a:rPr>
              <a:t>two-</a:t>
            </a:r>
            <a:r>
              <a:rPr sz="1200" dirty="0">
                <a:latin typeface="Times New Roman"/>
                <a:cs typeface="Times New Roman"/>
              </a:rPr>
              <a:t>grade</a:t>
            </a:r>
            <a:r>
              <a:rPr sz="1200" spc="-27" dirty="0">
                <a:latin typeface="Times New Roman"/>
                <a:cs typeface="Times New Roman"/>
              </a:rPr>
              <a:t> </a:t>
            </a:r>
            <a:r>
              <a:rPr sz="1200" dirty="0">
                <a:latin typeface="Times New Roman"/>
                <a:cs typeface="Times New Roman"/>
              </a:rPr>
              <a:t>interval</a:t>
            </a:r>
            <a:r>
              <a:rPr sz="1200" spc="-20" dirty="0">
                <a:latin typeface="Times New Roman"/>
                <a:cs typeface="Times New Roman"/>
              </a:rPr>
              <a:t> </a:t>
            </a:r>
            <a:r>
              <a:rPr sz="1200" dirty="0">
                <a:latin typeface="Times New Roman"/>
                <a:cs typeface="Times New Roman"/>
              </a:rPr>
              <a:t>administrative</a:t>
            </a:r>
            <a:r>
              <a:rPr sz="1200" spc="-31" dirty="0">
                <a:latin typeface="Times New Roman"/>
                <a:cs typeface="Times New Roman"/>
              </a:rPr>
              <a:t> </a:t>
            </a:r>
            <a:r>
              <a:rPr sz="1200" dirty="0">
                <a:latin typeface="Times New Roman"/>
                <a:cs typeface="Times New Roman"/>
              </a:rPr>
              <a:t>positions</a:t>
            </a:r>
            <a:r>
              <a:rPr sz="1200" spc="-24" dirty="0">
                <a:latin typeface="Times New Roman"/>
                <a:cs typeface="Times New Roman"/>
              </a:rPr>
              <a:t> </a:t>
            </a:r>
            <a:r>
              <a:rPr sz="1200" dirty="0">
                <a:latin typeface="Times New Roman"/>
                <a:cs typeface="Times New Roman"/>
              </a:rPr>
              <a:t>that</a:t>
            </a:r>
            <a:r>
              <a:rPr sz="1200" spc="-27" dirty="0">
                <a:latin typeface="Times New Roman"/>
                <a:cs typeface="Times New Roman"/>
              </a:rPr>
              <a:t> </a:t>
            </a:r>
            <a:r>
              <a:rPr sz="1200" dirty="0">
                <a:latin typeface="Times New Roman"/>
                <a:cs typeface="Times New Roman"/>
              </a:rPr>
              <a:t>manage,</a:t>
            </a:r>
            <a:r>
              <a:rPr sz="1200" spc="-17" dirty="0">
                <a:latin typeface="Times New Roman"/>
                <a:cs typeface="Times New Roman"/>
              </a:rPr>
              <a:t> </a:t>
            </a:r>
            <a:r>
              <a:rPr sz="1200" dirty="0">
                <a:latin typeface="Times New Roman"/>
                <a:cs typeface="Times New Roman"/>
              </a:rPr>
              <a:t>supervise,</a:t>
            </a:r>
            <a:r>
              <a:rPr sz="1200" spc="-27" dirty="0">
                <a:latin typeface="Times New Roman"/>
                <a:cs typeface="Times New Roman"/>
              </a:rPr>
              <a:t> </a:t>
            </a:r>
            <a:r>
              <a:rPr sz="1200" spc="-7" dirty="0">
                <a:latin typeface="Times New Roman"/>
                <a:cs typeface="Times New Roman"/>
              </a:rPr>
              <a:t>lead, </a:t>
            </a:r>
            <a:r>
              <a:rPr sz="1200" dirty="0">
                <a:latin typeface="Times New Roman"/>
                <a:cs typeface="Times New Roman"/>
              </a:rPr>
              <a:t>administer,</a:t>
            </a:r>
            <a:r>
              <a:rPr sz="1200" spc="-24" dirty="0">
                <a:latin typeface="Times New Roman"/>
                <a:cs typeface="Times New Roman"/>
              </a:rPr>
              <a:t> </a:t>
            </a:r>
            <a:r>
              <a:rPr sz="1200" dirty="0">
                <a:latin typeface="Times New Roman"/>
                <a:cs typeface="Times New Roman"/>
              </a:rPr>
              <a:t>develop,</a:t>
            </a:r>
            <a:r>
              <a:rPr sz="1200" spc="-24" dirty="0">
                <a:latin typeface="Times New Roman"/>
                <a:cs typeface="Times New Roman"/>
              </a:rPr>
              <a:t> </a:t>
            </a:r>
            <a:r>
              <a:rPr sz="1200" dirty="0">
                <a:latin typeface="Times New Roman"/>
                <a:cs typeface="Times New Roman"/>
              </a:rPr>
              <a:t>deliver,</a:t>
            </a:r>
            <a:r>
              <a:rPr sz="1200" spc="-20" dirty="0">
                <a:latin typeface="Times New Roman"/>
                <a:cs typeface="Times New Roman"/>
              </a:rPr>
              <a:t> </a:t>
            </a:r>
            <a:r>
              <a:rPr sz="1200" dirty="0">
                <a:latin typeface="Times New Roman"/>
                <a:cs typeface="Times New Roman"/>
              </a:rPr>
              <a:t>and</a:t>
            </a:r>
            <a:r>
              <a:rPr sz="1200" spc="-24" dirty="0">
                <a:latin typeface="Times New Roman"/>
                <a:cs typeface="Times New Roman"/>
              </a:rPr>
              <a:t> </a:t>
            </a:r>
            <a:r>
              <a:rPr sz="1200" dirty="0">
                <a:latin typeface="Times New Roman"/>
                <a:cs typeface="Times New Roman"/>
              </a:rPr>
              <a:t>support</a:t>
            </a:r>
            <a:r>
              <a:rPr sz="1200" spc="-24"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technology</a:t>
            </a:r>
            <a:r>
              <a:rPr sz="1200" spc="-41" dirty="0">
                <a:latin typeface="Times New Roman"/>
                <a:cs typeface="Times New Roman"/>
              </a:rPr>
              <a:t> </a:t>
            </a:r>
            <a:r>
              <a:rPr sz="1200" dirty="0">
                <a:latin typeface="Times New Roman"/>
                <a:cs typeface="Times New Roman"/>
              </a:rPr>
              <a:t>(IT)</a:t>
            </a:r>
            <a:r>
              <a:rPr sz="1200" spc="-24" dirty="0">
                <a:latin typeface="Times New Roman"/>
                <a:cs typeface="Times New Roman"/>
              </a:rPr>
              <a:t> </a:t>
            </a:r>
            <a:r>
              <a:rPr sz="1200" dirty="0">
                <a:latin typeface="Times New Roman"/>
                <a:cs typeface="Times New Roman"/>
              </a:rPr>
              <a:t>systems</a:t>
            </a:r>
            <a:r>
              <a:rPr sz="1200" spc="-24"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services.</a:t>
            </a:r>
            <a:r>
              <a:rPr sz="1200" spc="156" dirty="0">
                <a:latin typeface="Times New Roman"/>
                <a:cs typeface="Times New Roman"/>
              </a:rPr>
              <a:t> </a:t>
            </a:r>
            <a:r>
              <a:rPr sz="1200" spc="-14" dirty="0">
                <a:latin typeface="Times New Roman"/>
                <a:cs typeface="Times New Roman"/>
              </a:rPr>
              <a:t>This </a:t>
            </a:r>
            <a:r>
              <a:rPr sz="1200" dirty="0">
                <a:latin typeface="Times New Roman"/>
                <a:cs typeface="Times New Roman"/>
              </a:rPr>
              <a:t>series</a:t>
            </a:r>
            <a:r>
              <a:rPr sz="1200" spc="-24" dirty="0">
                <a:latin typeface="Times New Roman"/>
                <a:cs typeface="Times New Roman"/>
              </a:rPr>
              <a:t> </a:t>
            </a:r>
            <a:r>
              <a:rPr sz="1200" dirty="0">
                <a:latin typeface="Times New Roman"/>
                <a:cs typeface="Times New Roman"/>
              </a:rPr>
              <a:t>covers</a:t>
            </a:r>
            <a:r>
              <a:rPr sz="1200" spc="-20" dirty="0">
                <a:latin typeface="Times New Roman"/>
                <a:cs typeface="Times New Roman"/>
              </a:rPr>
              <a:t> </a:t>
            </a:r>
            <a:r>
              <a:rPr sz="1200" dirty="0">
                <a:latin typeface="Times New Roman"/>
                <a:cs typeface="Times New Roman"/>
              </a:rPr>
              <a:t>only</a:t>
            </a:r>
            <a:r>
              <a:rPr sz="1200" spc="-34" dirty="0">
                <a:latin typeface="Times New Roman"/>
                <a:cs typeface="Times New Roman"/>
              </a:rPr>
              <a:t> </a:t>
            </a:r>
            <a:r>
              <a:rPr sz="1200" dirty="0">
                <a:latin typeface="Times New Roman"/>
                <a:cs typeface="Times New Roman"/>
              </a:rPr>
              <a:t>those</a:t>
            </a:r>
            <a:r>
              <a:rPr sz="1200" spc="-17" dirty="0">
                <a:latin typeface="Times New Roman"/>
                <a:cs typeface="Times New Roman"/>
              </a:rPr>
              <a:t> </a:t>
            </a:r>
            <a:r>
              <a:rPr sz="1200" dirty="0">
                <a:latin typeface="Times New Roman"/>
                <a:cs typeface="Times New Roman"/>
              </a:rPr>
              <a:t>positions</a:t>
            </a:r>
            <a:r>
              <a:rPr sz="1200" spc="-24" dirty="0">
                <a:latin typeface="Times New Roman"/>
                <a:cs typeface="Times New Roman"/>
              </a:rPr>
              <a:t> </a:t>
            </a:r>
            <a:r>
              <a:rPr sz="1200" dirty="0">
                <a:latin typeface="Times New Roman"/>
                <a:cs typeface="Times New Roman"/>
              </a:rPr>
              <a:t>for</a:t>
            </a:r>
            <a:r>
              <a:rPr sz="1200" spc="-24" dirty="0">
                <a:latin typeface="Times New Roman"/>
                <a:cs typeface="Times New Roman"/>
              </a:rPr>
              <a:t> </a:t>
            </a:r>
            <a:r>
              <a:rPr sz="1200" dirty="0">
                <a:latin typeface="Times New Roman"/>
                <a:cs typeface="Times New Roman"/>
              </a:rPr>
              <a:t>which</a:t>
            </a:r>
            <a:r>
              <a:rPr sz="1200" spc="-20" dirty="0">
                <a:latin typeface="Times New Roman"/>
                <a:cs typeface="Times New Roman"/>
              </a:rPr>
              <a:t> </a:t>
            </a:r>
            <a:r>
              <a:rPr sz="1200" dirty="0">
                <a:latin typeface="Times New Roman"/>
                <a:cs typeface="Times New Roman"/>
              </a:rPr>
              <a:t>the</a:t>
            </a:r>
            <a:r>
              <a:rPr sz="1200" spc="-24" dirty="0">
                <a:latin typeface="Times New Roman"/>
                <a:cs typeface="Times New Roman"/>
              </a:rPr>
              <a:t> </a:t>
            </a:r>
            <a:r>
              <a:rPr sz="1200" dirty="0">
                <a:latin typeface="Times New Roman"/>
                <a:cs typeface="Times New Roman"/>
              </a:rPr>
              <a:t>paramount</a:t>
            </a:r>
            <a:r>
              <a:rPr sz="1200" spc="-20" dirty="0">
                <a:latin typeface="Times New Roman"/>
                <a:cs typeface="Times New Roman"/>
              </a:rPr>
              <a:t> </a:t>
            </a:r>
            <a:r>
              <a:rPr sz="1200" dirty="0">
                <a:latin typeface="Times New Roman"/>
                <a:cs typeface="Times New Roman"/>
              </a:rPr>
              <a:t>requirement</a:t>
            </a:r>
            <a:r>
              <a:rPr sz="1200" spc="-20" dirty="0">
                <a:latin typeface="Times New Roman"/>
                <a:cs typeface="Times New Roman"/>
              </a:rPr>
              <a:t> </a:t>
            </a:r>
            <a:r>
              <a:rPr sz="1200" dirty="0">
                <a:latin typeface="Times New Roman"/>
                <a:cs typeface="Times New Roman"/>
              </a:rPr>
              <a:t>is</a:t>
            </a:r>
            <a:r>
              <a:rPr sz="1200" spc="-14" dirty="0">
                <a:latin typeface="Times New Roman"/>
                <a:cs typeface="Times New Roman"/>
              </a:rPr>
              <a:t> </a:t>
            </a:r>
            <a:r>
              <a:rPr sz="1200" dirty="0">
                <a:latin typeface="Times New Roman"/>
                <a:cs typeface="Times New Roman"/>
              </a:rPr>
              <a:t>knowledge</a:t>
            </a:r>
            <a:r>
              <a:rPr sz="1200" spc="-24" dirty="0">
                <a:latin typeface="Times New Roman"/>
                <a:cs typeface="Times New Roman"/>
              </a:rPr>
              <a:t> </a:t>
            </a:r>
            <a:r>
              <a:rPr sz="1200" dirty="0">
                <a:latin typeface="Times New Roman"/>
                <a:cs typeface="Times New Roman"/>
              </a:rPr>
              <a:t>of</a:t>
            </a:r>
            <a:r>
              <a:rPr sz="1200" spc="-17" dirty="0">
                <a:latin typeface="Times New Roman"/>
                <a:cs typeface="Times New Roman"/>
              </a:rPr>
              <a:t> IT </a:t>
            </a:r>
            <a:r>
              <a:rPr sz="1200" dirty="0">
                <a:latin typeface="Times New Roman"/>
                <a:cs typeface="Times New Roman"/>
              </a:rPr>
              <a:t>principles,</a:t>
            </a:r>
            <a:r>
              <a:rPr sz="1200" spc="-31" dirty="0">
                <a:latin typeface="Times New Roman"/>
                <a:cs typeface="Times New Roman"/>
              </a:rPr>
              <a:t> </a:t>
            </a:r>
            <a:r>
              <a:rPr sz="1200" dirty="0">
                <a:latin typeface="Times New Roman"/>
                <a:cs typeface="Times New Roman"/>
              </a:rPr>
              <a:t>concepts,</a:t>
            </a:r>
            <a:r>
              <a:rPr sz="1200" spc="-27"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methods;</a:t>
            </a:r>
            <a:r>
              <a:rPr sz="1200" spc="-27" dirty="0">
                <a:latin typeface="Times New Roman"/>
                <a:cs typeface="Times New Roman"/>
              </a:rPr>
              <a:t> </a:t>
            </a:r>
            <a:r>
              <a:rPr sz="1200" dirty="0">
                <a:latin typeface="Times New Roman"/>
                <a:cs typeface="Times New Roman"/>
              </a:rPr>
              <a:t>e.g.,</a:t>
            </a:r>
            <a:r>
              <a:rPr sz="1200" spc="-27" dirty="0">
                <a:latin typeface="Times New Roman"/>
                <a:cs typeface="Times New Roman"/>
              </a:rPr>
              <a:t> </a:t>
            </a:r>
            <a:r>
              <a:rPr sz="1200" dirty="0">
                <a:latin typeface="Times New Roman"/>
                <a:cs typeface="Times New Roman"/>
              </a:rPr>
              <a:t>data</a:t>
            </a:r>
            <a:r>
              <a:rPr sz="1200" spc="-31" dirty="0">
                <a:latin typeface="Times New Roman"/>
                <a:cs typeface="Times New Roman"/>
              </a:rPr>
              <a:t> </a:t>
            </a:r>
            <a:r>
              <a:rPr sz="1200" dirty="0">
                <a:latin typeface="Times New Roman"/>
                <a:cs typeface="Times New Roman"/>
              </a:rPr>
              <a:t>storage,</a:t>
            </a:r>
            <a:r>
              <a:rPr sz="1200" spc="-27" dirty="0">
                <a:latin typeface="Times New Roman"/>
                <a:cs typeface="Times New Roman"/>
              </a:rPr>
              <a:t> </a:t>
            </a:r>
            <a:r>
              <a:rPr sz="1200" dirty="0">
                <a:latin typeface="Times New Roman"/>
                <a:cs typeface="Times New Roman"/>
              </a:rPr>
              <a:t>software</a:t>
            </a:r>
            <a:r>
              <a:rPr sz="1200" spc="-31" dirty="0">
                <a:latin typeface="Times New Roman"/>
                <a:cs typeface="Times New Roman"/>
              </a:rPr>
              <a:t> </a:t>
            </a:r>
            <a:r>
              <a:rPr sz="1200" dirty="0">
                <a:latin typeface="Times New Roman"/>
                <a:cs typeface="Times New Roman"/>
              </a:rPr>
              <a:t>applications,</a:t>
            </a:r>
            <a:r>
              <a:rPr sz="1200" spc="-24" dirty="0">
                <a:latin typeface="Times New Roman"/>
                <a:cs typeface="Times New Roman"/>
              </a:rPr>
              <a:t> </a:t>
            </a:r>
            <a:r>
              <a:rPr sz="1200" spc="-7" dirty="0">
                <a:latin typeface="Times New Roman"/>
                <a:cs typeface="Times New Roman"/>
              </a:rPr>
              <a:t>networking.</a:t>
            </a:r>
            <a:endParaRPr lang="en-US" sz="1200" spc="-7" dirty="0">
              <a:latin typeface="Times New Roman"/>
              <a:cs typeface="Times New Roman"/>
            </a:endParaRPr>
          </a:p>
          <a:p>
            <a:pPr marL="8659" marR="3464">
              <a:lnSpc>
                <a:spcPts val="941"/>
              </a:lnSpc>
            </a:pPr>
            <a:endParaRPr sz="1200" dirty="0">
              <a:latin typeface="Times New Roman"/>
              <a:cs typeface="Times New Roman"/>
            </a:endParaRPr>
          </a:p>
          <a:p>
            <a:pPr marL="8659" marR="14720">
              <a:lnSpc>
                <a:spcPts val="941"/>
              </a:lnSpc>
            </a:pPr>
            <a:r>
              <a:rPr sz="1200" dirty="0">
                <a:latin typeface="Times New Roman"/>
                <a:cs typeface="Times New Roman"/>
              </a:rPr>
              <a:t>Information</a:t>
            </a:r>
            <a:r>
              <a:rPr sz="1200" spc="-24" dirty="0">
                <a:latin typeface="Times New Roman"/>
                <a:cs typeface="Times New Roman"/>
              </a:rPr>
              <a:t> </a:t>
            </a:r>
            <a:r>
              <a:rPr sz="1200" dirty="0">
                <a:latin typeface="Times New Roman"/>
                <a:cs typeface="Times New Roman"/>
              </a:rPr>
              <a:t>technology</a:t>
            </a:r>
            <a:r>
              <a:rPr sz="1200" spc="-34" dirty="0">
                <a:latin typeface="Times New Roman"/>
                <a:cs typeface="Times New Roman"/>
              </a:rPr>
              <a:t> </a:t>
            </a:r>
            <a:r>
              <a:rPr sz="1200" dirty="0">
                <a:latin typeface="Times New Roman"/>
                <a:cs typeface="Times New Roman"/>
              </a:rPr>
              <a:t>refers</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systems</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services</a:t>
            </a:r>
            <a:r>
              <a:rPr sz="1200" spc="-20" dirty="0">
                <a:latin typeface="Times New Roman"/>
                <a:cs typeface="Times New Roman"/>
              </a:rPr>
              <a:t> </a:t>
            </a:r>
            <a:r>
              <a:rPr sz="1200" dirty="0">
                <a:latin typeface="Times New Roman"/>
                <a:cs typeface="Times New Roman"/>
              </a:rPr>
              <a:t>used</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24" dirty="0">
                <a:latin typeface="Times New Roman"/>
                <a:cs typeface="Times New Roman"/>
              </a:rPr>
              <a:t> </a:t>
            </a:r>
            <a:r>
              <a:rPr sz="1200" dirty="0">
                <a:latin typeface="Times New Roman"/>
                <a:cs typeface="Times New Roman"/>
              </a:rPr>
              <a:t>automated</a:t>
            </a:r>
            <a:r>
              <a:rPr sz="1200" spc="-20" dirty="0">
                <a:latin typeface="Times New Roman"/>
                <a:cs typeface="Times New Roman"/>
              </a:rPr>
              <a:t> </a:t>
            </a:r>
            <a:r>
              <a:rPr sz="1200" dirty="0">
                <a:latin typeface="Times New Roman"/>
                <a:cs typeface="Times New Roman"/>
              </a:rPr>
              <a:t>acquisition,</a:t>
            </a:r>
            <a:r>
              <a:rPr sz="1200" spc="-20" dirty="0">
                <a:latin typeface="Times New Roman"/>
                <a:cs typeface="Times New Roman"/>
              </a:rPr>
              <a:t> </a:t>
            </a:r>
            <a:r>
              <a:rPr sz="1200" spc="-7" dirty="0">
                <a:latin typeface="Times New Roman"/>
                <a:cs typeface="Times New Roman"/>
              </a:rPr>
              <a:t>storage, </a:t>
            </a:r>
            <a:r>
              <a:rPr sz="1200" dirty="0">
                <a:latin typeface="Times New Roman"/>
                <a:cs typeface="Times New Roman"/>
              </a:rPr>
              <a:t>manipulation,</a:t>
            </a:r>
            <a:r>
              <a:rPr sz="1200" spc="-48" dirty="0">
                <a:latin typeface="Times New Roman"/>
                <a:cs typeface="Times New Roman"/>
              </a:rPr>
              <a:t> </a:t>
            </a:r>
            <a:r>
              <a:rPr sz="1200" dirty="0">
                <a:latin typeface="Times New Roman"/>
                <a:cs typeface="Times New Roman"/>
              </a:rPr>
              <a:t>management,</a:t>
            </a:r>
            <a:r>
              <a:rPr sz="1200" spc="-37" dirty="0">
                <a:latin typeface="Times New Roman"/>
                <a:cs typeface="Times New Roman"/>
              </a:rPr>
              <a:t> </a:t>
            </a:r>
            <a:r>
              <a:rPr sz="1200" dirty="0">
                <a:latin typeface="Times New Roman"/>
                <a:cs typeface="Times New Roman"/>
              </a:rPr>
              <a:t>movement,</a:t>
            </a:r>
            <a:r>
              <a:rPr sz="1200" spc="-41" dirty="0">
                <a:latin typeface="Times New Roman"/>
                <a:cs typeface="Times New Roman"/>
              </a:rPr>
              <a:t> </a:t>
            </a:r>
            <a:r>
              <a:rPr sz="1200" dirty="0">
                <a:latin typeface="Times New Roman"/>
                <a:cs typeface="Times New Roman"/>
              </a:rPr>
              <a:t>control,</a:t>
            </a:r>
            <a:r>
              <a:rPr sz="1200" spc="-37" dirty="0">
                <a:latin typeface="Times New Roman"/>
                <a:cs typeface="Times New Roman"/>
              </a:rPr>
              <a:t> </a:t>
            </a:r>
            <a:r>
              <a:rPr sz="1200" dirty="0">
                <a:latin typeface="Times New Roman"/>
                <a:cs typeface="Times New Roman"/>
              </a:rPr>
              <a:t>display,</a:t>
            </a:r>
            <a:r>
              <a:rPr sz="1200" spc="-41" dirty="0">
                <a:latin typeface="Times New Roman"/>
                <a:cs typeface="Times New Roman"/>
              </a:rPr>
              <a:t> </a:t>
            </a:r>
            <a:r>
              <a:rPr sz="1200" dirty="0">
                <a:latin typeface="Times New Roman"/>
                <a:cs typeface="Times New Roman"/>
              </a:rPr>
              <a:t>switching,</a:t>
            </a:r>
            <a:r>
              <a:rPr sz="1200" spc="-37" dirty="0">
                <a:latin typeface="Times New Roman"/>
                <a:cs typeface="Times New Roman"/>
              </a:rPr>
              <a:t> </a:t>
            </a:r>
            <a:r>
              <a:rPr sz="1200" dirty="0">
                <a:latin typeface="Times New Roman"/>
                <a:cs typeface="Times New Roman"/>
              </a:rPr>
              <a:t>interchange,</a:t>
            </a:r>
            <a:r>
              <a:rPr sz="1200" spc="-37" dirty="0">
                <a:latin typeface="Times New Roman"/>
                <a:cs typeface="Times New Roman"/>
              </a:rPr>
              <a:t> </a:t>
            </a:r>
            <a:r>
              <a:rPr sz="1200" spc="-7" dirty="0">
                <a:latin typeface="Times New Roman"/>
                <a:cs typeface="Times New Roman"/>
              </a:rPr>
              <a:t>transmission, </a:t>
            </a:r>
            <a:r>
              <a:rPr sz="1200" dirty="0">
                <a:latin typeface="Times New Roman"/>
                <a:cs typeface="Times New Roman"/>
              </a:rPr>
              <a:t>assurance,</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reception</a:t>
            </a:r>
            <a:r>
              <a:rPr sz="1200" spc="-17" dirty="0">
                <a:latin typeface="Times New Roman"/>
                <a:cs typeface="Times New Roman"/>
              </a:rPr>
              <a:t> </a:t>
            </a:r>
            <a:r>
              <a:rPr sz="1200" dirty="0">
                <a:latin typeface="Times New Roman"/>
                <a:cs typeface="Times New Roman"/>
              </a:rPr>
              <a:t>of</a:t>
            </a:r>
            <a:r>
              <a:rPr sz="1200" spc="-24" dirty="0">
                <a:latin typeface="Times New Roman"/>
                <a:cs typeface="Times New Roman"/>
              </a:rPr>
              <a:t> </a:t>
            </a:r>
            <a:r>
              <a:rPr sz="1200" dirty="0">
                <a:latin typeface="Times New Roman"/>
                <a:cs typeface="Times New Roman"/>
              </a:rPr>
              <a:t>information.</a:t>
            </a:r>
            <a:r>
              <a:rPr sz="1200" spc="177" dirty="0">
                <a:latin typeface="Times New Roman"/>
                <a:cs typeface="Times New Roman"/>
              </a:rPr>
              <a:t> </a:t>
            </a:r>
            <a:r>
              <a:rPr sz="1200" spc="-7"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technology</a:t>
            </a:r>
            <a:r>
              <a:rPr sz="1200" spc="-34" dirty="0">
                <a:latin typeface="Times New Roman"/>
                <a:cs typeface="Times New Roman"/>
              </a:rPr>
              <a:t> </a:t>
            </a:r>
            <a:r>
              <a:rPr sz="1200" dirty="0">
                <a:latin typeface="Times New Roman"/>
                <a:cs typeface="Times New Roman"/>
              </a:rPr>
              <a:t>includes</a:t>
            </a:r>
            <a:r>
              <a:rPr sz="1200" spc="-17" dirty="0">
                <a:latin typeface="Times New Roman"/>
                <a:cs typeface="Times New Roman"/>
              </a:rPr>
              <a:t> </a:t>
            </a:r>
            <a:r>
              <a:rPr sz="1200" dirty="0">
                <a:latin typeface="Times New Roman"/>
                <a:cs typeface="Times New Roman"/>
              </a:rPr>
              <a:t>computers,</a:t>
            </a:r>
            <a:r>
              <a:rPr sz="1200" spc="-17" dirty="0">
                <a:latin typeface="Times New Roman"/>
                <a:cs typeface="Times New Roman"/>
              </a:rPr>
              <a:t> </a:t>
            </a:r>
            <a:r>
              <a:rPr sz="1200" spc="-7" dirty="0">
                <a:latin typeface="Times New Roman"/>
                <a:cs typeface="Times New Roman"/>
              </a:rPr>
              <a:t>network </a:t>
            </a:r>
            <a:r>
              <a:rPr sz="1200" dirty="0">
                <a:latin typeface="Times New Roman"/>
                <a:cs typeface="Times New Roman"/>
              </a:rPr>
              <a:t>components,</a:t>
            </a:r>
            <a:r>
              <a:rPr sz="1200" spc="-34" dirty="0">
                <a:latin typeface="Times New Roman"/>
                <a:cs typeface="Times New Roman"/>
              </a:rPr>
              <a:t> </a:t>
            </a:r>
            <a:r>
              <a:rPr sz="1200" dirty="0">
                <a:latin typeface="Times New Roman"/>
                <a:cs typeface="Times New Roman"/>
              </a:rPr>
              <a:t>peripheral</a:t>
            </a:r>
            <a:r>
              <a:rPr sz="1200" spc="-34" dirty="0">
                <a:latin typeface="Times New Roman"/>
                <a:cs typeface="Times New Roman"/>
              </a:rPr>
              <a:t> </a:t>
            </a:r>
            <a:r>
              <a:rPr sz="1200" dirty="0">
                <a:latin typeface="Times New Roman"/>
                <a:cs typeface="Times New Roman"/>
              </a:rPr>
              <a:t>equipment,</a:t>
            </a:r>
            <a:r>
              <a:rPr sz="1200" spc="-31" dirty="0">
                <a:latin typeface="Times New Roman"/>
                <a:cs typeface="Times New Roman"/>
              </a:rPr>
              <a:t> </a:t>
            </a:r>
            <a:r>
              <a:rPr sz="1200" dirty="0">
                <a:latin typeface="Times New Roman"/>
                <a:cs typeface="Times New Roman"/>
              </a:rPr>
              <a:t>software,</a:t>
            </a:r>
            <a:r>
              <a:rPr sz="1200" spc="-34" dirty="0">
                <a:latin typeface="Times New Roman"/>
                <a:cs typeface="Times New Roman"/>
              </a:rPr>
              <a:t> </a:t>
            </a:r>
            <a:r>
              <a:rPr sz="1200" dirty="0">
                <a:latin typeface="Times New Roman"/>
                <a:cs typeface="Times New Roman"/>
              </a:rPr>
              <a:t>firmware,</a:t>
            </a:r>
            <a:r>
              <a:rPr sz="1200" spc="-31" dirty="0">
                <a:latin typeface="Times New Roman"/>
                <a:cs typeface="Times New Roman"/>
              </a:rPr>
              <a:t> </a:t>
            </a:r>
            <a:r>
              <a:rPr sz="1200" dirty="0">
                <a:latin typeface="Times New Roman"/>
                <a:cs typeface="Times New Roman"/>
              </a:rPr>
              <a:t>services,</a:t>
            </a:r>
            <a:r>
              <a:rPr sz="1200" spc="-27" dirty="0">
                <a:latin typeface="Times New Roman"/>
                <a:cs typeface="Times New Roman"/>
              </a:rPr>
              <a:t> </a:t>
            </a:r>
            <a:r>
              <a:rPr sz="1200" dirty="0">
                <a:latin typeface="Times New Roman"/>
                <a:cs typeface="Times New Roman"/>
              </a:rPr>
              <a:t>and</a:t>
            </a:r>
            <a:r>
              <a:rPr sz="1200" spc="-34" dirty="0">
                <a:latin typeface="Times New Roman"/>
                <a:cs typeface="Times New Roman"/>
              </a:rPr>
              <a:t> </a:t>
            </a:r>
            <a:r>
              <a:rPr sz="1200" dirty="0">
                <a:latin typeface="Times New Roman"/>
                <a:cs typeface="Times New Roman"/>
              </a:rPr>
              <a:t>related</a:t>
            </a:r>
            <a:r>
              <a:rPr sz="1200" spc="-31" dirty="0">
                <a:latin typeface="Times New Roman"/>
                <a:cs typeface="Times New Roman"/>
              </a:rPr>
              <a:t> </a:t>
            </a:r>
            <a:r>
              <a:rPr sz="1200" spc="-7" dirty="0">
                <a:latin typeface="Times New Roman"/>
                <a:cs typeface="Times New Roman"/>
              </a:rPr>
              <a:t>resources.</a:t>
            </a:r>
            <a:endParaRPr sz="1200" dirty="0">
              <a:latin typeface="Times New Roman"/>
              <a:cs typeface="Times New Roman"/>
            </a:endParaRPr>
          </a:p>
          <a:p>
            <a:pPr marL="8659">
              <a:spcBef>
                <a:spcPts val="876"/>
              </a:spcBef>
            </a:pPr>
            <a:r>
              <a:rPr sz="1200" dirty="0">
                <a:latin typeface="Times New Roman"/>
                <a:cs typeface="Times New Roman"/>
              </a:rPr>
              <a:t>This</a:t>
            </a:r>
            <a:r>
              <a:rPr sz="1200" spc="-14" dirty="0">
                <a:latin typeface="Times New Roman"/>
                <a:cs typeface="Times New Roman"/>
              </a:rPr>
              <a:t> </a:t>
            </a:r>
            <a:r>
              <a:rPr sz="1200" dirty="0">
                <a:latin typeface="Times New Roman"/>
                <a:cs typeface="Times New Roman"/>
              </a:rPr>
              <a:t>series</a:t>
            </a:r>
            <a:r>
              <a:rPr sz="1200" spc="-14" dirty="0">
                <a:latin typeface="Times New Roman"/>
                <a:cs typeface="Times New Roman"/>
              </a:rPr>
              <a:t> </a:t>
            </a:r>
            <a:r>
              <a:rPr sz="1200" dirty="0">
                <a:latin typeface="Times New Roman"/>
                <a:cs typeface="Times New Roman"/>
              </a:rPr>
              <a:t>covers,</a:t>
            </a:r>
            <a:r>
              <a:rPr sz="1200" spc="-14" dirty="0">
                <a:latin typeface="Times New Roman"/>
                <a:cs typeface="Times New Roman"/>
              </a:rPr>
              <a:t> </a:t>
            </a:r>
            <a:r>
              <a:rPr sz="1200" dirty="0">
                <a:latin typeface="Times New Roman"/>
                <a:cs typeface="Times New Roman"/>
              </a:rPr>
              <a:t>but</a:t>
            </a:r>
            <a:r>
              <a:rPr sz="1200" spc="-14" dirty="0">
                <a:latin typeface="Times New Roman"/>
                <a:cs typeface="Times New Roman"/>
              </a:rPr>
              <a:t> </a:t>
            </a:r>
            <a:r>
              <a:rPr sz="1200" dirty="0">
                <a:latin typeface="Times New Roman"/>
                <a:cs typeface="Times New Roman"/>
              </a:rPr>
              <a:t>is</a:t>
            </a:r>
            <a:r>
              <a:rPr sz="1200" spc="-14" dirty="0">
                <a:latin typeface="Times New Roman"/>
                <a:cs typeface="Times New Roman"/>
              </a:rPr>
              <a:t> </a:t>
            </a:r>
            <a:r>
              <a:rPr sz="1200" dirty="0">
                <a:latin typeface="Times New Roman"/>
                <a:cs typeface="Times New Roman"/>
              </a:rPr>
              <a:t>not</a:t>
            </a:r>
            <a:r>
              <a:rPr sz="1200" spc="-14" dirty="0">
                <a:latin typeface="Times New Roman"/>
                <a:cs typeface="Times New Roman"/>
              </a:rPr>
              <a:t> </a:t>
            </a:r>
            <a:r>
              <a:rPr sz="1200" dirty="0">
                <a:latin typeface="Times New Roman"/>
                <a:cs typeface="Times New Roman"/>
              </a:rPr>
              <a:t>limited</a:t>
            </a:r>
            <a:r>
              <a:rPr sz="1200" spc="-14" dirty="0">
                <a:latin typeface="Times New Roman"/>
                <a:cs typeface="Times New Roman"/>
              </a:rPr>
              <a:t> </a:t>
            </a:r>
            <a:r>
              <a:rPr sz="1200" dirty="0">
                <a:latin typeface="Times New Roman"/>
                <a:cs typeface="Times New Roman"/>
              </a:rPr>
              <a:t>to,</a:t>
            </a:r>
            <a:r>
              <a:rPr sz="1200" spc="-14" dirty="0">
                <a:latin typeface="Times New Roman"/>
                <a:cs typeface="Times New Roman"/>
              </a:rPr>
              <a:t> </a:t>
            </a:r>
            <a:r>
              <a:rPr sz="1200" dirty="0">
                <a:latin typeface="Times New Roman"/>
                <a:cs typeface="Times New Roman"/>
              </a:rPr>
              <a:t>the</a:t>
            </a:r>
            <a:r>
              <a:rPr sz="1200" spc="-17" dirty="0">
                <a:latin typeface="Times New Roman"/>
                <a:cs typeface="Times New Roman"/>
              </a:rPr>
              <a:t> </a:t>
            </a:r>
            <a:r>
              <a:rPr sz="1200" dirty="0">
                <a:latin typeface="Times New Roman"/>
                <a:cs typeface="Times New Roman"/>
              </a:rPr>
              <a:t>following</a:t>
            </a:r>
            <a:r>
              <a:rPr sz="1200" spc="-24" dirty="0">
                <a:latin typeface="Times New Roman"/>
                <a:cs typeface="Times New Roman"/>
              </a:rPr>
              <a:t> </a:t>
            </a:r>
            <a:r>
              <a:rPr sz="1200" spc="-7" dirty="0">
                <a:latin typeface="Times New Roman"/>
                <a:cs typeface="Times New Roman"/>
              </a:rPr>
              <a:t>specialties:</a:t>
            </a:r>
            <a:endParaRPr sz="1200" dirty="0">
              <a:latin typeface="Times New Roman"/>
              <a:cs typeface="Times New Roman"/>
            </a:endParaRPr>
          </a:p>
        </p:txBody>
      </p:sp>
      <p:graphicFrame>
        <p:nvGraphicFramePr>
          <p:cNvPr id="8" name="object 8"/>
          <p:cNvGraphicFramePr>
            <a:graphicFrameLocks noGrp="1"/>
          </p:cNvGraphicFramePr>
          <p:nvPr>
            <p:extLst>
              <p:ext uri="{D42A27DB-BD31-4B8C-83A1-F6EECF244321}">
                <p14:modId xmlns:p14="http://schemas.microsoft.com/office/powerpoint/2010/main" val="1008223191"/>
              </p:ext>
            </p:extLst>
          </p:nvPr>
        </p:nvGraphicFramePr>
        <p:xfrm>
          <a:off x="278296" y="1540564"/>
          <a:ext cx="11410120" cy="4949687"/>
        </p:xfrm>
        <a:graphic>
          <a:graphicData uri="http://schemas.openxmlformats.org/drawingml/2006/table">
            <a:tbl>
              <a:tblPr firstRow="1" bandRow="1">
                <a:tableStyleId>{2D5ABB26-0587-4C30-8999-92F81FD0307C}</a:tableStyleId>
              </a:tblPr>
              <a:tblGrid>
                <a:gridCol w="3279120">
                  <a:extLst>
                    <a:ext uri="{9D8B030D-6E8A-4147-A177-3AD203B41FA5}">
                      <a16:colId xmlns:a16="http://schemas.microsoft.com/office/drawing/2014/main" val="20000"/>
                    </a:ext>
                  </a:extLst>
                </a:gridCol>
                <a:gridCol w="8131000">
                  <a:extLst>
                    <a:ext uri="{9D8B030D-6E8A-4147-A177-3AD203B41FA5}">
                      <a16:colId xmlns:a16="http://schemas.microsoft.com/office/drawing/2014/main" val="20001"/>
                    </a:ext>
                  </a:extLst>
                </a:gridCol>
              </a:tblGrid>
              <a:tr h="1470441">
                <a:tc>
                  <a:txBody>
                    <a:bodyPr/>
                    <a:lstStyle/>
                    <a:p>
                      <a:pPr marR="55244" algn="r">
                        <a:lnSpc>
                          <a:spcPts val="1335"/>
                        </a:lnSpc>
                      </a:pPr>
                      <a:r>
                        <a:rPr sz="1600" b="1" dirty="0">
                          <a:latin typeface="Times New Roman"/>
                          <a:cs typeface="Times New Roman"/>
                        </a:rPr>
                        <a:t>Policy</a:t>
                      </a:r>
                      <a:r>
                        <a:rPr sz="1600" b="1" spc="-25" dirty="0">
                          <a:latin typeface="Times New Roman"/>
                          <a:cs typeface="Times New Roman"/>
                        </a:rPr>
                        <a:t> </a:t>
                      </a:r>
                      <a:r>
                        <a:rPr sz="1600" b="1" dirty="0">
                          <a:latin typeface="Times New Roman"/>
                          <a:cs typeface="Times New Roman"/>
                        </a:rPr>
                        <a:t>and</a:t>
                      </a:r>
                      <a:r>
                        <a:rPr sz="1600" b="1" spc="-25" dirty="0">
                          <a:latin typeface="Times New Roman"/>
                          <a:cs typeface="Times New Roman"/>
                        </a:rPr>
                        <a:t> </a:t>
                      </a:r>
                      <a:r>
                        <a:rPr sz="1600" b="1" dirty="0">
                          <a:latin typeface="Times New Roman"/>
                          <a:cs typeface="Times New Roman"/>
                        </a:rPr>
                        <a:t>Planning</a:t>
                      </a:r>
                      <a:r>
                        <a:rPr sz="1600" b="1" spc="-25" dirty="0">
                          <a:latin typeface="Times New Roman"/>
                          <a:cs typeface="Times New Roman"/>
                        </a:rPr>
                        <a:t> </a:t>
                      </a:r>
                      <a:r>
                        <a:rPr sz="1600" b="1" spc="-50" dirty="0">
                          <a:latin typeface="Times New Roman"/>
                          <a:cs typeface="Times New Roman"/>
                        </a:rPr>
                        <a:t>–</a:t>
                      </a:r>
                      <a:endParaRPr sz="1600" dirty="0">
                        <a:latin typeface="Times New Roman"/>
                        <a:cs typeface="Times New Roman"/>
                      </a:endParaRPr>
                    </a:p>
                  </a:txBody>
                  <a:tcPr marL="0" marR="0" marT="0" marB="0"/>
                </a:tc>
                <a:tc>
                  <a:txBody>
                    <a:bodyPr/>
                    <a:lstStyle/>
                    <a:p>
                      <a:pPr marL="61594">
                        <a:lnSpc>
                          <a:spcPts val="1280"/>
                        </a:lnSpc>
                      </a:pPr>
                      <a:r>
                        <a:rPr sz="1600" dirty="0">
                          <a:latin typeface="Times New Roman"/>
                          <a:cs typeface="Times New Roman"/>
                        </a:rPr>
                        <a:t>Work</a:t>
                      </a:r>
                      <a:r>
                        <a:rPr sz="1600" spc="-30" dirty="0">
                          <a:latin typeface="Times New Roman"/>
                          <a:cs typeface="Times New Roman"/>
                        </a:rPr>
                        <a:t> </a:t>
                      </a:r>
                      <a:r>
                        <a:rPr sz="1600" dirty="0">
                          <a:latin typeface="Times New Roman"/>
                          <a:cs typeface="Times New Roman"/>
                        </a:rPr>
                        <a:t>that</a:t>
                      </a:r>
                      <a:r>
                        <a:rPr sz="1600" spc="-25" dirty="0">
                          <a:latin typeface="Times New Roman"/>
                          <a:cs typeface="Times New Roman"/>
                        </a:rPr>
                        <a:t> </a:t>
                      </a:r>
                      <a:r>
                        <a:rPr sz="1600" dirty="0">
                          <a:latin typeface="Times New Roman"/>
                          <a:cs typeface="Times New Roman"/>
                        </a:rPr>
                        <a:t>involves</a:t>
                      </a:r>
                      <a:r>
                        <a:rPr sz="1600" spc="-30" dirty="0">
                          <a:latin typeface="Times New Roman"/>
                          <a:cs typeface="Times New Roman"/>
                        </a:rPr>
                        <a:t> </a:t>
                      </a:r>
                      <a:r>
                        <a:rPr sz="1600" dirty="0">
                          <a:latin typeface="Times New Roman"/>
                          <a:cs typeface="Times New Roman"/>
                        </a:rPr>
                        <a:t>a</a:t>
                      </a:r>
                      <a:r>
                        <a:rPr sz="1600" spc="-30" dirty="0">
                          <a:latin typeface="Times New Roman"/>
                          <a:cs typeface="Times New Roman"/>
                        </a:rPr>
                        <a:t> </a:t>
                      </a:r>
                      <a:r>
                        <a:rPr sz="1600" dirty="0">
                          <a:latin typeface="Times New Roman"/>
                          <a:cs typeface="Times New Roman"/>
                        </a:rPr>
                        <a:t>wide</a:t>
                      </a:r>
                      <a:r>
                        <a:rPr sz="1600" spc="-35" dirty="0">
                          <a:latin typeface="Times New Roman"/>
                          <a:cs typeface="Times New Roman"/>
                        </a:rPr>
                        <a:t> </a:t>
                      </a:r>
                      <a:r>
                        <a:rPr sz="1600" dirty="0">
                          <a:latin typeface="Times New Roman"/>
                          <a:cs typeface="Times New Roman"/>
                        </a:rPr>
                        <a:t>range</a:t>
                      </a:r>
                      <a:r>
                        <a:rPr sz="1600" spc="-30" dirty="0">
                          <a:latin typeface="Times New Roman"/>
                          <a:cs typeface="Times New Roman"/>
                        </a:rPr>
                        <a:t> </a:t>
                      </a:r>
                      <a:r>
                        <a:rPr sz="1600" dirty="0">
                          <a:latin typeface="Times New Roman"/>
                          <a:cs typeface="Times New Roman"/>
                        </a:rPr>
                        <a:t>of</a:t>
                      </a:r>
                      <a:r>
                        <a:rPr sz="1600" spc="-25" dirty="0">
                          <a:latin typeface="Times New Roman"/>
                          <a:cs typeface="Times New Roman"/>
                        </a:rPr>
                        <a:t> </a:t>
                      </a:r>
                      <a:r>
                        <a:rPr sz="1600" dirty="0">
                          <a:latin typeface="Times New Roman"/>
                          <a:cs typeface="Times New Roman"/>
                        </a:rPr>
                        <a:t>IT</a:t>
                      </a:r>
                      <a:r>
                        <a:rPr sz="1600" spc="-30" dirty="0">
                          <a:latin typeface="Times New Roman"/>
                          <a:cs typeface="Times New Roman"/>
                        </a:rPr>
                        <a:t> </a:t>
                      </a:r>
                      <a:r>
                        <a:rPr sz="1600" dirty="0">
                          <a:latin typeface="Times New Roman"/>
                          <a:cs typeface="Times New Roman"/>
                        </a:rPr>
                        <a:t>management</a:t>
                      </a:r>
                      <a:r>
                        <a:rPr sz="1600" spc="-30" dirty="0">
                          <a:latin typeface="Times New Roman"/>
                          <a:cs typeface="Times New Roman"/>
                        </a:rPr>
                        <a:t> </a:t>
                      </a:r>
                      <a:r>
                        <a:rPr sz="1600" dirty="0">
                          <a:latin typeface="Times New Roman"/>
                          <a:cs typeface="Times New Roman"/>
                        </a:rPr>
                        <a:t>activities</a:t>
                      </a:r>
                      <a:r>
                        <a:rPr sz="1600" spc="-25" dirty="0">
                          <a:latin typeface="Times New Roman"/>
                          <a:cs typeface="Times New Roman"/>
                        </a:rPr>
                        <a:t> </a:t>
                      </a:r>
                      <a:r>
                        <a:rPr sz="1600" spc="-20" dirty="0">
                          <a:latin typeface="Times New Roman"/>
                          <a:cs typeface="Times New Roman"/>
                        </a:rPr>
                        <a:t>that</a:t>
                      </a:r>
                      <a:endParaRPr sz="1600" dirty="0">
                        <a:latin typeface="Times New Roman"/>
                        <a:cs typeface="Times New Roman"/>
                      </a:endParaRPr>
                    </a:p>
                    <a:p>
                      <a:pPr marL="61594" marR="51435">
                        <a:lnSpc>
                          <a:spcPts val="1380"/>
                        </a:lnSpc>
                        <a:spcBef>
                          <a:spcPts val="65"/>
                        </a:spcBef>
                      </a:pPr>
                      <a:r>
                        <a:rPr sz="1600" dirty="0">
                          <a:latin typeface="Times New Roman"/>
                          <a:cs typeface="Times New Roman"/>
                        </a:rPr>
                        <a:t>typically</a:t>
                      </a:r>
                      <a:r>
                        <a:rPr sz="1600" spc="-50" dirty="0">
                          <a:latin typeface="Times New Roman"/>
                          <a:cs typeface="Times New Roman"/>
                        </a:rPr>
                        <a:t> </a:t>
                      </a:r>
                      <a:r>
                        <a:rPr sz="1600" dirty="0">
                          <a:latin typeface="Times New Roman"/>
                          <a:cs typeface="Times New Roman"/>
                        </a:rPr>
                        <a:t>extend</a:t>
                      </a:r>
                      <a:r>
                        <a:rPr sz="1600" spc="-20" dirty="0">
                          <a:latin typeface="Times New Roman"/>
                          <a:cs typeface="Times New Roman"/>
                        </a:rPr>
                        <a:t> </a:t>
                      </a:r>
                      <a:r>
                        <a:rPr sz="1600" dirty="0">
                          <a:latin typeface="Times New Roman"/>
                          <a:cs typeface="Times New Roman"/>
                        </a:rPr>
                        <a:t>and</a:t>
                      </a:r>
                      <a:r>
                        <a:rPr sz="1600" spc="-25" dirty="0">
                          <a:latin typeface="Times New Roman"/>
                          <a:cs typeface="Times New Roman"/>
                        </a:rPr>
                        <a:t> </a:t>
                      </a:r>
                      <a:r>
                        <a:rPr sz="1600" dirty="0">
                          <a:latin typeface="Times New Roman"/>
                          <a:cs typeface="Times New Roman"/>
                        </a:rPr>
                        <a:t>apply</a:t>
                      </a:r>
                      <a:r>
                        <a:rPr sz="1600" spc="-40" dirty="0">
                          <a:latin typeface="Times New Roman"/>
                          <a:cs typeface="Times New Roman"/>
                        </a:rPr>
                        <a:t> </a:t>
                      </a:r>
                      <a:r>
                        <a:rPr sz="1600" dirty="0">
                          <a:latin typeface="Times New Roman"/>
                          <a:cs typeface="Times New Roman"/>
                        </a:rPr>
                        <a:t>to</a:t>
                      </a:r>
                      <a:r>
                        <a:rPr sz="1600" spc="-20" dirty="0">
                          <a:latin typeface="Times New Roman"/>
                          <a:cs typeface="Times New Roman"/>
                        </a:rPr>
                        <a:t> </a:t>
                      </a:r>
                      <a:r>
                        <a:rPr sz="1600" dirty="0">
                          <a:latin typeface="Times New Roman"/>
                          <a:cs typeface="Times New Roman"/>
                        </a:rPr>
                        <a:t>an</a:t>
                      </a:r>
                      <a:r>
                        <a:rPr sz="1600" spc="-15" dirty="0">
                          <a:latin typeface="Times New Roman"/>
                          <a:cs typeface="Times New Roman"/>
                        </a:rPr>
                        <a:t> </a:t>
                      </a:r>
                      <a:r>
                        <a:rPr sz="1600" dirty="0">
                          <a:latin typeface="Times New Roman"/>
                          <a:cs typeface="Times New Roman"/>
                        </a:rPr>
                        <a:t>entire</a:t>
                      </a:r>
                      <a:r>
                        <a:rPr sz="1600" spc="-30" dirty="0">
                          <a:latin typeface="Times New Roman"/>
                          <a:cs typeface="Times New Roman"/>
                        </a:rPr>
                        <a:t> </a:t>
                      </a:r>
                      <a:r>
                        <a:rPr sz="1600" dirty="0">
                          <a:latin typeface="Times New Roman"/>
                          <a:cs typeface="Times New Roman"/>
                        </a:rPr>
                        <a:t>organization</a:t>
                      </a:r>
                      <a:r>
                        <a:rPr sz="1600" spc="-20" dirty="0">
                          <a:latin typeface="Times New Roman"/>
                          <a:cs typeface="Times New Roman"/>
                        </a:rPr>
                        <a:t> </a:t>
                      </a:r>
                      <a:r>
                        <a:rPr sz="1600" dirty="0">
                          <a:latin typeface="Times New Roman"/>
                          <a:cs typeface="Times New Roman"/>
                        </a:rPr>
                        <a:t>or</a:t>
                      </a:r>
                      <a:r>
                        <a:rPr sz="1600" spc="-30" dirty="0">
                          <a:latin typeface="Times New Roman"/>
                          <a:cs typeface="Times New Roman"/>
                        </a:rPr>
                        <a:t> </a:t>
                      </a:r>
                      <a:r>
                        <a:rPr sz="1600" spc="-10" dirty="0">
                          <a:latin typeface="Times New Roman"/>
                          <a:cs typeface="Times New Roman"/>
                        </a:rPr>
                        <a:t>major </a:t>
                      </a:r>
                      <a:r>
                        <a:rPr sz="1600" dirty="0">
                          <a:latin typeface="Times New Roman"/>
                          <a:cs typeface="Times New Roman"/>
                        </a:rPr>
                        <a:t>components</a:t>
                      </a:r>
                      <a:r>
                        <a:rPr sz="1600" spc="-25" dirty="0">
                          <a:latin typeface="Times New Roman"/>
                          <a:cs typeface="Times New Roman"/>
                        </a:rPr>
                        <a:t> </a:t>
                      </a:r>
                      <a:r>
                        <a:rPr sz="1600" dirty="0">
                          <a:latin typeface="Times New Roman"/>
                          <a:cs typeface="Times New Roman"/>
                        </a:rPr>
                        <a:t>of</a:t>
                      </a:r>
                      <a:r>
                        <a:rPr sz="1600" spc="-30" dirty="0">
                          <a:latin typeface="Times New Roman"/>
                          <a:cs typeface="Times New Roman"/>
                        </a:rPr>
                        <a:t> </a:t>
                      </a:r>
                      <a:r>
                        <a:rPr sz="1600" dirty="0">
                          <a:latin typeface="Times New Roman"/>
                          <a:cs typeface="Times New Roman"/>
                        </a:rPr>
                        <a:t>an</a:t>
                      </a:r>
                      <a:r>
                        <a:rPr sz="1600" spc="-25" dirty="0">
                          <a:latin typeface="Times New Roman"/>
                          <a:cs typeface="Times New Roman"/>
                        </a:rPr>
                        <a:t> </a:t>
                      </a:r>
                      <a:r>
                        <a:rPr sz="1600" dirty="0">
                          <a:latin typeface="Times New Roman"/>
                          <a:cs typeface="Times New Roman"/>
                        </a:rPr>
                        <a:t>organization.</a:t>
                      </a:r>
                      <a:r>
                        <a:rPr sz="1600" spc="250" dirty="0">
                          <a:latin typeface="Times New Roman"/>
                          <a:cs typeface="Times New Roman"/>
                        </a:rPr>
                        <a:t> </a:t>
                      </a:r>
                      <a:r>
                        <a:rPr sz="1600" dirty="0">
                          <a:latin typeface="Times New Roman"/>
                          <a:cs typeface="Times New Roman"/>
                        </a:rPr>
                        <a:t>This</a:t>
                      </a:r>
                      <a:r>
                        <a:rPr sz="1600" spc="-25" dirty="0">
                          <a:latin typeface="Times New Roman"/>
                          <a:cs typeface="Times New Roman"/>
                        </a:rPr>
                        <a:t> </a:t>
                      </a:r>
                      <a:r>
                        <a:rPr sz="1600" dirty="0">
                          <a:latin typeface="Times New Roman"/>
                          <a:cs typeface="Times New Roman"/>
                        </a:rPr>
                        <a:t>includes</a:t>
                      </a:r>
                      <a:r>
                        <a:rPr sz="1600" spc="-25" dirty="0">
                          <a:latin typeface="Times New Roman"/>
                          <a:cs typeface="Times New Roman"/>
                        </a:rPr>
                        <a:t> </a:t>
                      </a:r>
                      <a:r>
                        <a:rPr sz="1600" spc="-10" dirty="0">
                          <a:latin typeface="Times New Roman"/>
                          <a:cs typeface="Times New Roman"/>
                        </a:rPr>
                        <a:t>strategic</a:t>
                      </a:r>
                      <a:r>
                        <a:rPr sz="1600" spc="-30" dirty="0">
                          <a:latin typeface="Times New Roman"/>
                          <a:cs typeface="Times New Roman"/>
                        </a:rPr>
                        <a:t> </a:t>
                      </a:r>
                      <a:r>
                        <a:rPr sz="1600" spc="-10" dirty="0">
                          <a:latin typeface="Times New Roman"/>
                          <a:cs typeface="Times New Roman"/>
                        </a:rPr>
                        <a:t>planning, </a:t>
                      </a:r>
                      <a:r>
                        <a:rPr sz="1600" dirty="0">
                          <a:latin typeface="Times New Roman"/>
                          <a:cs typeface="Times New Roman"/>
                        </a:rPr>
                        <a:t>capital</a:t>
                      </a:r>
                      <a:r>
                        <a:rPr sz="1600" spc="-45" dirty="0">
                          <a:latin typeface="Times New Roman"/>
                          <a:cs typeface="Times New Roman"/>
                        </a:rPr>
                        <a:t> </a:t>
                      </a:r>
                      <a:r>
                        <a:rPr sz="1600" dirty="0">
                          <a:latin typeface="Times New Roman"/>
                          <a:cs typeface="Times New Roman"/>
                        </a:rPr>
                        <a:t>planning</a:t>
                      </a:r>
                      <a:r>
                        <a:rPr sz="1600" spc="-55" dirty="0">
                          <a:latin typeface="Times New Roman"/>
                          <a:cs typeface="Times New Roman"/>
                        </a:rPr>
                        <a:t> </a:t>
                      </a:r>
                      <a:r>
                        <a:rPr sz="1600" dirty="0">
                          <a:latin typeface="Times New Roman"/>
                          <a:cs typeface="Times New Roman"/>
                        </a:rPr>
                        <a:t>and</a:t>
                      </a:r>
                      <a:r>
                        <a:rPr sz="1600" spc="-40" dirty="0">
                          <a:latin typeface="Times New Roman"/>
                          <a:cs typeface="Times New Roman"/>
                        </a:rPr>
                        <a:t> </a:t>
                      </a:r>
                      <a:r>
                        <a:rPr sz="1600" dirty="0">
                          <a:latin typeface="Times New Roman"/>
                          <a:cs typeface="Times New Roman"/>
                        </a:rPr>
                        <a:t>investment</a:t>
                      </a:r>
                      <a:r>
                        <a:rPr sz="1600" spc="-40" dirty="0">
                          <a:latin typeface="Times New Roman"/>
                          <a:cs typeface="Times New Roman"/>
                        </a:rPr>
                        <a:t> </a:t>
                      </a:r>
                      <a:r>
                        <a:rPr sz="1600" dirty="0">
                          <a:latin typeface="Times New Roman"/>
                          <a:cs typeface="Times New Roman"/>
                        </a:rPr>
                        <a:t>control,</a:t>
                      </a:r>
                      <a:r>
                        <a:rPr sz="1600" spc="-40" dirty="0">
                          <a:latin typeface="Times New Roman"/>
                          <a:cs typeface="Times New Roman"/>
                        </a:rPr>
                        <a:t> </a:t>
                      </a:r>
                      <a:r>
                        <a:rPr sz="1600" dirty="0">
                          <a:latin typeface="Times New Roman"/>
                          <a:cs typeface="Times New Roman"/>
                        </a:rPr>
                        <a:t>workforce</a:t>
                      </a:r>
                      <a:r>
                        <a:rPr sz="1600" spc="-45" dirty="0">
                          <a:latin typeface="Times New Roman"/>
                          <a:cs typeface="Times New Roman"/>
                        </a:rPr>
                        <a:t> </a:t>
                      </a:r>
                      <a:r>
                        <a:rPr sz="1600" spc="-10" dirty="0">
                          <a:latin typeface="Times New Roman"/>
                          <a:cs typeface="Times New Roman"/>
                        </a:rPr>
                        <a:t>planning, </a:t>
                      </a:r>
                      <a:r>
                        <a:rPr sz="1600" dirty="0">
                          <a:latin typeface="Times New Roman"/>
                          <a:cs typeface="Times New Roman"/>
                        </a:rPr>
                        <a:t>policy</a:t>
                      </a:r>
                      <a:r>
                        <a:rPr sz="1600" spc="-60" dirty="0">
                          <a:latin typeface="Times New Roman"/>
                          <a:cs typeface="Times New Roman"/>
                        </a:rPr>
                        <a:t> </a:t>
                      </a:r>
                      <a:r>
                        <a:rPr sz="1600" dirty="0">
                          <a:latin typeface="Times New Roman"/>
                          <a:cs typeface="Times New Roman"/>
                        </a:rPr>
                        <a:t>and</a:t>
                      </a:r>
                      <a:r>
                        <a:rPr sz="1600" spc="-35" dirty="0">
                          <a:latin typeface="Times New Roman"/>
                          <a:cs typeface="Times New Roman"/>
                        </a:rPr>
                        <a:t> </a:t>
                      </a:r>
                      <a:r>
                        <a:rPr sz="1600" dirty="0">
                          <a:latin typeface="Times New Roman"/>
                          <a:cs typeface="Times New Roman"/>
                        </a:rPr>
                        <a:t>standards</a:t>
                      </a:r>
                      <a:r>
                        <a:rPr sz="1600" spc="-35" dirty="0">
                          <a:latin typeface="Times New Roman"/>
                          <a:cs typeface="Times New Roman"/>
                        </a:rPr>
                        <a:t> </a:t>
                      </a:r>
                      <a:r>
                        <a:rPr sz="1600" dirty="0">
                          <a:latin typeface="Times New Roman"/>
                          <a:cs typeface="Times New Roman"/>
                        </a:rPr>
                        <a:t>development,</a:t>
                      </a:r>
                      <a:r>
                        <a:rPr sz="1600" spc="-35" dirty="0">
                          <a:latin typeface="Times New Roman"/>
                          <a:cs typeface="Times New Roman"/>
                        </a:rPr>
                        <a:t> </a:t>
                      </a:r>
                      <a:r>
                        <a:rPr sz="1600" dirty="0">
                          <a:latin typeface="Times New Roman"/>
                          <a:cs typeface="Times New Roman"/>
                        </a:rPr>
                        <a:t>resource</a:t>
                      </a:r>
                      <a:r>
                        <a:rPr sz="1600" spc="-45" dirty="0">
                          <a:latin typeface="Times New Roman"/>
                          <a:cs typeface="Times New Roman"/>
                        </a:rPr>
                        <a:t> </a:t>
                      </a:r>
                      <a:r>
                        <a:rPr sz="1600" spc="-10" dirty="0">
                          <a:latin typeface="Times New Roman"/>
                          <a:cs typeface="Times New Roman"/>
                        </a:rPr>
                        <a:t>management, </a:t>
                      </a:r>
                      <a:r>
                        <a:rPr sz="1600" dirty="0">
                          <a:latin typeface="Times New Roman"/>
                          <a:cs typeface="Times New Roman"/>
                        </a:rPr>
                        <a:t>knowledge</a:t>
                      </a:r>
                      <a:r>
                        <a:rPr sz="1600" spc="-15" dirty="0">
                          <a:latin typeface="Times New Roman"/>
                          <a:cs typeface="Times New Roman"/>
                        </a:rPr>
                        <a:t> </a:t>
                      </a:r>
                      <a:r>
                        <a:rPr sz="1600" dirty="0">
                          <a:latin typeface="Times New Roman"/>
                          <a:cs typeface="Times New Roman"/>
                        </a:rPr>
                        <a:t>management,</a:t>
                      </a:r>
                      <a:r>
                        <a:rPr sz="1600" spc="5" dirty="0">
                          <a:latin typeface="Times New Roman"/>
                          <a:cs typeface="Times New Roman"/>
                        </a:rPr>
                        <a:t> </a:t>
                      </a:r>
                      <a:r>
                        <a:rPr sz="1600" spc="-10" dirty="0">
                          <a:latin typeface="Times New Roman"/>
                          <a:cs typeface="Times New Roman"/>
                        </a:rPr>
                        <a:t>architecture</a:t>
                      </a:r>
                      <a:r>
                        <a:rPr sz="1600" spc="-15" dirty="0">
                          <a:latin typeface="Times New Roman"/>
                          <a:cs typeface="Times New Roman"/>
                        </a:rPr>
                        <a:t> </a:t>
                      </a:r>
                      <a:r>
                        <a:rPr sz="1600" dirty="0">
                          <a:latin typeface="Times New Roman"/>
                          <a:cs typeface="Times New Roman"/>
                        </a:rPr>
                        <a:t>and</a:t>
                      </a:r>
                      <a:r>
                        <a:rPr sz="1600" spc="-5" dirty="0">
                          <a:latin typeface="Times New Roman"/>
                          <a:cs typeface="Times New Roman"/>
                        </a:rPr>
                        <a:t> </a:t>
                      </a:r>
                      <a:r>
                        <a:rPr sz="1600" spc="-10" dirty="0">
                          <a:latin typeface="Times New Roman"/>
                          <a:cs typeface="Times New Roman"/>
                        </a:rPr>
                        <a:t>infrastructure planning </a:t>
                      </a:r>
                      <a:r>
                        <a:rPr sz="1600" dirty="0">
                          <a:latin typeface="Times New Roman"/>
                          <a:cs typeface="Times New Roman"/>
                        </a:rPr>
                        <a:t>and</a:t>
                      </a:r>
                      <a:r>
                        <a:rPr sz="1600" spc="-45" dirty="0">
                          <a:latin typeface="Times New Roman"/>
                          <a:cs typeface="Times New Roman"/>
                        </a:rPr>
                        <a:t> </a:t>
                      </a:r>
                      <a:r>
                        <a:rPr sz="1600" dirty="0">
                          <a:latin typeface="Times New Roman"/>
                          <a:cs typeface="Times New Roman"/>
                        </a:rPr>
                        <a:t>management,</a:t>
                      </a:r>
                      <a:r>
                        <a:rPr sz="1600" spc="-40" dirty="0">
                          <a:latin typeface="Times New Roman"/>
                          <a:cs typeface="Times New Roman"/>
                        </a:rPr>
                        <a:t> </a:t>
                      </a:r>
                      <a:r>
                        <a:rPr sz="1600" dirty="0">
                          <a:latin typeface="Times New Roman"/>
                          <a:cs typeface="Times New Roman"/>
                        </a:rPr>
                        <a:t>auditing,</a:t>
                      </a:r>
                      <a:r>
                        <a:rPr sz="1600" spc="-40" dirty="0">
                          <a:latin typeface="Times New Roman"/>
                          <a:cs typeface="Times New Roman"/>
                        </a:rPr>
                        <a:t> </a:t>
                      </a:r>
                      <a:r>
                        <a:rPr sz="1600" dirty="0">
                          <a:latin typeface="Times New Roman"/>
                          <a:cs typeface="Times New Roman"/>
                        </a:rPr>
                        <a:t>and</a:t>
                      </a:r>
                      <a:r>
                        <a:rPr sz="1600" spc="-40" dirty="0">
                          <a:latin typeface="Times New Roman"/>
                          <a:cs typeface="Times New Roman"/>
                        </a:rPr>
                        <a:t> </a:t>
                      </a:r>
                      <a:r>
                        <a:rPr sz="1600" dirty="0">
                          <a:latin typeface="Times New Roman"/>
                          <a:cs typeface="Times New Roman"/>
                        </a:rPr>
                        <a:t>information</a:t>
                      </a:r>
                      <a:r>
                        <a:rPr sz="1600" spc="-45" dirty="0">
                          <a:latin typeface="Times New Roman"/>
                          <a:cs typeface="Times New Roman"/>
                        </a:rPr>
                        <a:t> </a:t>
                      </a:r>
                      <a:r>
                        <a:rPr sz="1600" spc="-10" dirty="0">
                          <a:latin typeface="Times New Roman"/>
                          <a:cs typeface="Times New Roman"/>
                        </a:rPr>
                        <a:t>security management.</a:t>
                      </a:r>
                      <a:endParaRPr sz="1600" dirty="0">
                        <a:latin typeface="Times New Roman"/>
                        <a:cs typeface="Times New Roman"/>
                      </a:endParaRPr>
                    </a:p>
                  </a:txBody>
                  <a:tcPr marL="0" marR="0" marT="0" marB="0"/>
                </a:tc>
                <a:extLst>
                  <a:ext uri="{0D108BD9-81ED-4DB2-BD59-A6C34878D82A}">
                    <a16:rowId xmlns:a16="http://schemas.microsoft.com/office/drawing/2014/main" val="10000"/>
                  </a:ext>
                </a:extLst>
              </a:tr>
              <a:tr h="1087450">
                <a:tc>
                  <a:txBody>
                    <a:bodyPr/>
                    <a:lstStyle/>
                    <a:p>
                      <a:pPr marL="645795" marR="54610" indent="249554">
                        <a:lnSpc>
                          <a:spcPts val="1380"/>
                        </a:lnSpc>
                        <a:spcBef>
                          <a:spcPts val="315"/>
                        </a:spcBef>
                      </a:pPr>
                      <a:r>
                        <a:rPr sz="1600" b="1" spc="-10" dirty="0">
                          <a:latin typeface="Times New Roman"/>
                          <a:cs typeface="Times New Roman"/>
                        </a:rPr>
                        <a:t>Enterprise Architecture</a:t>
                      </a:r>
                      <a:r>
                        <a:rPr sz="1600" b="1" spc="30" dirty="0">
                          <a:latin typeface="Times New Roman"/>
                          <a:cs typeface="Times New Roman"/>
                        </a:rPr>
                        <a:t> </a:t>
                      </a:r>
                      <a:r>
                        <a:rPr sz="1600" b="1" spc="-50" dirty="0">
                          <a:latin typeface="Times New Roman"/>
                          <a:cs typeface="Times New Roman"/>
                        </a:rPr>
                        <a:t>–</a:t>
                      </a:r>
                      <a:endParaRPr sz="1600" dirty="0">
                        <a:latin typeface="Times New Roman"/>
                        <a:cs typeface="Times New Roman"/>
                      </a:endParaRPr>
                    </a:p>
                  </a:txBody>
                  <a:tcPr marL="0" marR="0" marT="27276" marB="0"/>
                </a:tc>
                <a:tc>
                  <a:txBody>
                    <a:bodyPr/>
                    <a:lstStyle/>
                    <a:p>
                      <a:pPr marL="61594" marR="58419">
                        <a:lnSpc>
                          <a:spcPct val="95600"/>
                        </a:lnSpc>
                        <a:spcBef>
                          <a:spcPts val="254"/>
                        </a:spcBef>
                      </a:pPr>
                      <a:r>
                        <a:rPr sz="1600" dirty="0">
                          <a:latin typeface="Times New Roman"/>
                          <a:cs typeface="Times New Roman"/>
                        </a:rPr>
                        <a:t>Work</a:t>
                      </a:r>
                      <a:r>
                        <a:rPr sz="1600" spc="-35" dirty="0">
                          <a:latin typeface="Times New Roman"/>
                          <a:cs typeface="Times New Roman"/>
                        </a:rPr>
                        <a:t> </a:t>
                      </a:r>
                      <a:r>
                        <a:rPr sz="1600" dirty="0">
                          <a:latin typeface="Times New Roman"/>
                          <a:cs typeface="Times New Roman"/>
                        </a:rPr>
                        <a:t>that</a:t>
                      </a:r>
                      <a:r>
                        <a:rPr sz="1600" spc="-35" dirty="0">
                          <a:latin typeface="Times New Roman"/>
                          <a:cs typeface="Times New Roman"/>
                        </a:rPr>
                        <a:t> </a:t>
                      </a:r>
                      <a:r>
                        <a:rPr sz="1600" dirty="0">
                          <a:latin typeface="Times New Roman"/>
                          <a:cs typeface="Times New Roman"/>
                        </a:rPr>
                        <a:t>involves</a:t>
                      </a:r>
                      <a:r>
                        <a:rPr sz="1600" spc="-35" dirty="0">
                          <a:latin typeface="Times New Roman"/>
                          <a:cs typeface="Times New Roman"/>
                        </a:rPr>
                        <a:t> </a:t>
                      </a:r>
                      <a:r>
                        <a:rPr sz="1600" dirty="0">
                          <a:latin typeface="Times New Roman"/>
                          <a:cs typeface="Times New Roman"/>
                        </a:rPr>
                        <a:t>the</a:t>
                      </a:r>
                      <a:r>
                        <a:rPr sz="1600" spc="-40" dirty="0">
                          <a:latin typeface="Times New Roman"/>
                          <a:cs typeface="Times New Roman"/>
                        </a:rPr>
                        <a:t> </a:t>
                      </a:r>
                      <a:r>
                        <a:rPr sz="1600" dirty="0">
                          <a:latin typeface="Times New Roman"/>
                          <a:cs typeface="Times New Roman"/>
                        </a:rPr>
                        <a:t>analysis,</a:t>
                      </a:r>
                      <a:r>
                        <a:rPr sz="1600" spc="-35" dirty="0">
                          <a:latin typeface="Times New Roman"/>
                          <a:cs typeface="Times New Roman"/>
                        </a:rPr>
                        <a:t> </a:t>
                      </a:r>
                      <a:r>
                        <a:rPr sz="1600" dirty="0">
                          <a:latin typeface="Times New Roman"/>
                          <a:cs typeface="Times New Roman"/>
                        </a:rPr>
                        <a:t>planning,</a:t>
                      </a:r>
                      <a:r>
                        <a:rPr sz="1600" spc="-35" dirty="0">
                          <a:latin typeface="Times New Roman"/>
                          <a:cs typeface="Times New Roman"/>
                        </a:rPr>
                        <a:t> </a:t>
                      </a:r>
                      <a:r>
                        <a:rPr sz="1600" spc="-10" dirty="0">
                          <a:latin typeface="Times New Roman"/>
                          <a:cs typeface="Times New Roman"/>
                        </a:rPr>
                        <a:t>design, implementation,</a:t>
                      </a:r>
                      <a:r>
                        <a:rPr sz="1600" spc="15" dirty="0">
                          <a:latin typeface="Times New Roman"/>
                          <a:cs typeface="Times New Roman"/>
                        </a:rPr>
                        <a:t> </a:t>
                      </a:r>
                      <a:r>
                        <a:rPr sz="1600" spc="-10" dirty="0">
                          <a:latin typeface="Times New Roman"/>
                          <a:cs typeface="Times New Roman"/>
                        </a:rPr>
                        <a:t>documentation,</a:t>
                      </a:r>
                      <a:r>
                        <a:rPr sz="1600" spc="15" dirty="0">
                          <a:latin typeface="Times New Roman"/>
                          <a:cs typeface="Times New Roman"/>
                        </a:rPr>
                        <a:t> </a:t>
                      </a:r>
                      <a:r>
                        <a:rPr sz="1600" dirty="0">
                          <a:latin typeface="Times New Roman"/>
                          <a:cs typeface="Times New Roman"/>
                        </a:rPr>
                        <a:t>assessment,</a:t>
                      </a:r>
                      <a:r>
                        <a:rPr sz="1600" spc="15" dirty="0">
                          <a:latin typeface="Times New Roman"/>
                          <a:cs typeface="Times New Roman"/>
                        </a:rPr>
                        <a:t> </a:t>
                      </a:r>
                      <a:r>
                        <a:rPr sz="1600" dirty="0">
                          <a:latin typeface="Times New Roman"/>
                          <a:cs typeface="Times New Roman"/>
                        </a:rPr>
                        <a:t>and</a:t>
                      </a:r>
                      <a:r>
                        <a:rPr sz="1600" spc="25" dirty="0">
                          <a:latin typeface="Times New Roman"/>
                          <a:cs typeface="Times New Roman"/>
                        </a:rPr>
                        <a:t> </a:t>
                      </a:r>
                      <a:r>
                        <a:rPr sz="1600" spc="-10" dirty="0">
                          <a:latin typeface="Times New Roman"/>
                          <a:cs typeface="Times New Roman"/>
                        </a:rPr>
                        <a:t>management</a:t>
                      </a:r>
                      <a:r>
                        <a:rPr sz="1600" spc="15" dirty="0">
                          <a:latin typeface="Times New Roman"/>
                          <a:cs typeface="Times New Roman"/>
                        </a:rPr>
                        <a:t> </a:t>
                      </a:r>
                      <a:r>
                        <a:rPr sz="1600" spc="-25" dirty="0">
                          <a:latin typeface="Times New Roman"/>
                          <a:cs typeface="Times New Roman"/>
                        </a:rPr>
                        <a:t>of </a:t>
                      </a:r>
                      <a:r>
                        <a:rPr sz="1600" dirty="0">
                          <a:latin typeface="Times New Roman"/>
                          <a:cs typeface="Times New Roman"/>
                        </a:rPr>
                        <a:t>the</a:t>
                      </a:r>
                      <a:r>
                        <a:rPr sz="1600" spc="-45" dirty="0">
                          <a:latin typeface="Times New Roman"/>
                          <a:cs typeface="Times New Roman"/>
                        </a:rPr>
                        <a:t> </a:t>
                      </a:r>
                      <a:r>
                        <a:rPr sz="1600" dirty="0">
                          <a:latin typeface="Times New Roman"/>
                          <a:cs typeface="Times New Roman"/>
                        </a:rPr>
                        <a:t>enterprise</a:t>
                      </a:r>
                      <a:r>
                        <a:rPr sz="1600" spc="-40" dirty="0">
                          <a:latin typeface="Times New Roman"/>
                          <a:cs typeface="Times New Roman"/>
                        </a:rPr>
                        <a:t> </a:t>
                      </a:r>
                      <a:r>
                        <a:rPr sz="1600" dirty="0">
                          <a:latin typeface="Times New Roman"/>
                          <a:cs typeface="Times New Roman"/>
                        </a:rPr>
                        <a:t>structural</a:t>
                      </a:r>
                      <a:r>
                        <a:rPr sz="1600" spc="-40" dirty="0">
                          <a:latin typeface="Times New Roman"/>
                          <a:cs typeface="Times New Roman"/>
                        </a:rPr>
                        <a:t> </a:t>
                      </a:r>
                      <a:r>
                        <a:rPr sz="1600" dirty="0">
                          <a:latin typeface="Times New Roman"/>
                          <a:cs typeface="Times New Roman"/>
                        </a:rPr>
                        <a:t>framework</a:t>
                      </a:r>
                      <a:r>
                        <a:rPr sz="1600" spc="-35" dirty="0">
                          <a:latin typeface="Times New Roman"/>
                          <a:cs typeface="Times New Roman"/>
                        </a:rPr>
                        <a:t> </a:t>
                      </a:r>
                      <a:r>
                        <a:rPr sz="1600" dirty="0">
                          <a:latin typeface="Times New Roman"/>
                          <a:cs typeface="Times New Roman"/>
                        </a:rPr>
                        <a:t>to</a:t>
                      </a:r>
                      <a:r>
                        <a:rPr sz="1600" spc="-30" dirty="0">
                          <a:latin typeface="Times New Roman"/>
                          <a:cs typeface="Times New Roman"/>
                        </a:rPr>
                        <a:t> </a:t>
                      </a:r>
                      <a:r>
                        <a:rPr sz="1600" dirty="0">
                          <a:latin typeface="Times New Roman"/>
                          <a:cs typeface="Times New Roman"/>
                        </a:rPr>
                        <a:t>align</a:t>
                      </a:r>
                      <a:r>
                        <a:rPr sz="1600" spc="-25" dirty="0">
                          <a:latin typeface="Times New Roman"/>
                          <a:cs typeface="Times New Roman"/>
                        </a:rPr>
                        <a:t> </a:t>
                      </a:r>
                      <a:r>
                        <a:rPr sz="1600" dirty="0">
                          <a:latin typeface="Times New Roman"/>
                          <a:cs typeface="Times New Roman"/>
                        </a:rPr>
                        <a:t>IT</a:t>
                      </a:r>
                      <a:r>
                        <a:rPr sz="1600" spc="-30" dirty="0">
                          <a:latin typeface="Times New Roman"/>
                          <a:cs typeface="Times New Roman"/>
                        </a:rPr>
                        <a:t> </a:t>
                      </a:r>
                      <a:r>
                        <a:rPr sz="1600" dirty="0">
                          <a:latin typeface="Times New Roman"/>
                          <a:cs typeface="Times New Roman"/>
                        </a:rPr>
                        <a:t>strategy,</a:t>
                      </a:r>
                      <a:r>
                        <a:rPr sz="1600" spc="-40" dirty="0">
                          <a:latin typeface="Times New Roman"/>
                          <a:cs typeface="Times New Roman"/>
                        </a:rPr>
                        <a:t> </a:t>
                      </a:r>
                      <a:r>
                        <a:rPr sz="1600" spc="-10" dirty="0">
                          <a:latin typeface="Times New Roman"/>
                          <a:cs typeface="Times New Roman"/>
                        </a:rPr>
                        <a:t>plans, </a:t>
                      </a:r>
                      <a:r>
                        <a:rPr sz="1600" dirty="0">
                          <a:latin typeface="Times New Roman"/>
                          <a:cs typeface="Times New Roman"/>
                        </a:rPr>
                        <a:t>and</a:t>
                      </a:r>
                      <a:r>
                        <a:rPr sz="1600" spc="-30" dirty="0">
                          <a:latin typeface="Times New Roman"/>
                          <a:cs typeface="Times New Roman"/>
                        </a:rPr>
                        <a:t> </a:t>
                      </a:r>
                      <a:r>
                        <a:rPr sz="1600" dirty="0">
                          <a:latin typeface="Times New Roman"/>
                          <a:cs typeface="Times New Roman"/>
                        </a:rPr>
                        <a:t>systems</a:t>
                      </a:r>
                      <a:r>
                        <a:rPr sz="1600" spc="-30" dirty="0">
                          <a:latin typeface="Times New Roman"/>
                          <a:cs typeface="Times New Roman"/>
                        </a:rPr>
                        <a:t> </a:t>
                      </a:r>
                      <a:r>
                        <a:rPr sz="1600" dirty="0">
                          <a:latin typeface="Times New Roman"/>
                          <a:cs typeface="Times New Roman"/>
                        </a:rPr>
                        <a:t>with</a:t>
                      </a:r>
                      <a:r>
                        <a:rPr sz="1600" spc="-30" dirty="0">
                          <a:latin typeface="Times New Roman"/>
                          <a:cs typeface="Times New Roman"/>
                        </a:rPr>
                        <a:t> </a:t>
                      </a:r>
                      <a:r>
                        <a:rPr sz="1600" dirty="0">
                          <a:latin typeface="Times New Roman"/>
                          <a:cs typeface="Times New Roman"/>
                        </a:rPr>
                        <a:t>the</a:t>
                      </a:r>
                      <a:r>
                        <a:rPr sz="1600" spc="-30" dirty="0">
                          <a:latin typeface="Times New Roman"/>
                          <a:cs typeface="Times New Roman"/>
                        </a:rPr>
                        <a:t> </a:t>
                      </a:r>
                      <a:r>
                        <a:rPr sz="1600" dirty="0">
                          <a:latin typeface="Times New Roman"/>
                          <a:cs typeface="Times New Roman"/>
                        </a:rPr>
                        <a:t>mission,</a:t>
                      </a:r>
                      <a:r>
                        <a:rPr sz="1600" spc="-30" dirty="0">
                          <a:latin typeface="Times New Roman"/>
                          <a:cs typeface="Times New Roman"/>
                        </a:rPr>
                        <a:t> </a:t>
                      </a:r>
                      <a:r>
                        <a:rPr sz="1600" dirty="0">
                          <a:latin typeface="Times New Roman"/>
                          <a:cs typeface="Times New Roman"/>
                        </a:rPr>
                        <a:t>goals,</a:t>
                      </a:r>
                      <a:r>
                        <a:rPr sz="1600" spc="-25" dirty="0">
                          <a:latin typeface="Times New Roman"/>
                          <a:cs typeface="Times New Roman"/>
                        </a:rPr>
                        <a:t> </a:t>
                      </a:r>
                      <a:r>
                        <a:rPr sz="1600" dirty="0">
                          <a:latin typeface="Times New Roman"/>
                          <a:cs typeface="Times New Roman"/>
                        </a:rPr>
                        <a:t>structure,</a:t>
                      </a:r>
                      <a:r>
                        <a:rPr sz="1600" spc="-30" dirty="0">
                          <a:latin typeface="Times New Roman"/>
                          <a:cs typeface="Times New Roman"/>
                        </a:rPr>
                        <a:t> </a:t>
                      </a:r>
                      <a:r>
                        <a:rPr sz="1600" dirty="0">
                          <a:latin typeface="Times New Roman"/>
                          <a:cs typeface="Times New Roman"/>
                        </a:rPr>
                        <a:t>and</a:t>
                      </a:r>
                      <a:r>
                        <a:rPr sz="1600" spc="-20" dirty="0">
                          <a:latin typeface="Times New Roman"/>
                          <a:cs typeface="Times New Roman"/>
                        </a:rPr>
                        <a:t> </a:t>
                      </a:r>
                      <a:r>
                        <a:rPr sz="1600" dirty="0">
                          <a:latin typeface="Times New Roman"/>
                          <a:cs typeface="Times New Roman"/>
                        </a:rPr>
                        <a:t>processes</a:t>
                      </a:r>
                      <a:r>
                        <a:rPr sz="1600" spc="-30" dirty="0">
                          <a:latin typeface="Times New Roman"/>
                          <a:cs typeface="Times New Roman"/>
                        </a:rPr>
                        <a:t> </a:t>
                      </a:r>
                      <a:r>
                        <a:rPr sz="1600" spc="-25" dirty="0">
                          <a:latin typeface="Times New Roman"/>
                          <a:cs typeface="Times New Roman"/>
                        </a:rPr>
                        <a:t>of </a:t>
                      </a:r>
                      <a:r>
                        <a:rPr sz="1600" dirty="0">
                          <a:latin typeface="Times New Roman"/>
                          <a:cs typeface="Times New Roman"/>
                        </a:rPr>
                        <a:t>the</a:t>
                      </a:r>
                      <a:r>
                        <a:rPr sz="1600" spc="-25" dirty="0">
                          <a:latin typeface="Times New Roman"/>
                          <a:cs typeface="Times New Roman"/>
                        </a:rPr>
                        <a:t> </a:t>
                      </a:r>
                      <a:r>
                        <a:rPr sz="1600" spc="-10" dirty="0">
                          <a:latin typeface="Times New Roman"/>
                          <a:cs typeface="Times New Roman"/>
                        </a:rPr>
                        <a:t>organization.</a:t>
                      </a:r>
                      <a:endParaRPr sz="1600" dirty="0">
                        <a:latin typeface="Times New Roman"/>
                        <a:cs typeface="Times New Roman"/>
                      </a:endParaRPr>
                    </a:p>
                  </a:txBody>
                  <a:tcPr marL="0" marR="0" marT="22080" marB="0"/>
                </a:tc>
                <a:extLst>
                  <a:ext uri="{0D108BD9-81ED-4DB2-BD59-A6C34878D82A}">
                    <a16:rowId xmlns:a16="http://schemas.microsoft.com/office/drawing/2014/main" val="10001"/>
                  </a:ext>
                </a:extLst>
              </a:tr>
              <a:tr h="975094">
                <a:tc>
                  <a:txBody>
                    <a:bodyPr/>
                    <a:lstStyle/>
                    <a:p>
                      <a:pPr marR="57150" algn="r">
                        <a:lnSpc>
                          <a:spcPct val="100000"/>
                        </a:lnSpc>
                        <a:spcBef>
                          <a:spcPts val="215"/>
                        </a:spcBef>
                      </a:pPr>
                      <a:r>
                        <a:rPr sz="1600" b="1" dirty="0">
                          <a:latin typeface="Times New Roman"/>
                          <a:cs typeface="Times New Roman"/>
                        </a:rPr>
                        <a:t>Security</a:t>
                      </a:r>
                      <a:r>
                        <a:rPr sz="1600" b="1" spc="-60" dirty="0">
                          <a:latin typeface="Times New Roman"/>
                          <a:cs typeface="Times New Roman"/>
                        </a:rPr>
                        <a:t> </a:t>
                      </a:r>
                      <a:r>
                        <a:rPr sz="1600" b="1" spc="-50" dirty="0">
                          <a:latin typeface="Times New Roman"/>
                          <a:cs typeface="Times New Roman"/>
                        </a:rPr>
                        <a:t>–</a:t>
                      </a:r>
                      <a:endParaRPr sz="1600">
                        <a:latin typeface="Times New Roman"/>
                        <a:cs typeface="Times New Roman"/>
                      </a:endParaRPr>
                    </a:p>
                  </a:txBody>
                  <a:tcPr marL="0" marR="0" marT="18617" marB="0"/>
                </a:tc>
                <a:tc>
                  <a:txBody>
                    <a:bodyPr/>
                    <a:lstStyle/>
                    <a:p>
                      <a:pPr marL="61594" marR="59055">
                        <a:lnSpc>
                          <a:spcPts val="1380"/>
                        </a:lnSpc>
                        <a:spcBef>
                          <a:spcPts val="290"/>
                        </a:spcBef>
                      </a:pPr>
                      <a:r>
                        <a:rPr sz="1600" dirty="0">
                          <a:latin typeface="Times New Roman"/>
                          <a:cs typeface="Times New Roman"/>
                        </a:rPr>
                        <a:t>Work</a:t>
                      </a:r>
                      <a:r>
                        <a:rPr sz="1600" spc="-20" dirty="0">
                          <a:latin typeface="Times New Roman"/>
                          <a:cs typeface="Times New Roman"/>
                        </a:rPr>
                        <a:t> </a:t>
                      </a:r>
                      <a:r>
                        <a:rPr sz="1600" dirty="0">
                          <a:latin typeface="Times New Roman"/>
                          <a:cs typeface="Times New Roman"/>
                        </a:rPr>
                        <a:t>that</a:t>
                      </a:r>
                      <a:r>
                        <a:rPr sz="1600" spc="-20" dirty="0">
                          <a:latin typeface="Times New Roman"/>
                          <a:cs typeface="Times New Roman"/>
                        </a:rPr>
                        <a:t> </a:t>
                      </a:r>
                      <a:r>
                        <a:rPr sz="1600" dirty="0">
                          <a:latin typeface="Times New Roman"/>
                          <a:cs typeface="Times New Roman"/>
                        </a:rPr>
                        <a:t>involves</a:t>
                      </a:r>
                      <a:r>
                        <a:rPr sz="1600" spc="-20" dirty="0">
                          <a:latin typeface="Times New Roman"/>
                          <a:cs typeface="Times New Roman"/>
                        </a:rPr>
                        <a:t> </a:t>
                      </a:r>
                      <a:r>
                        <a:rPr sz="1600" dirty="0">
                          <a:latin typeface="Times New Roman"/>
                          <a:cs typeface="Times New Roman"/>
                        </a:rPr>
                        <a:t>ensuring</a:t>
                      </a:r>
                      <a:r>
                        <a:rPr sz="1600" spc="-35"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spc="-10" dirty="0">
                          <a:latin typeface="Times New Roman"/>
                          <a:cs typeface="Times New Roman"/>
                        </a:rPr>
                        <a:t>confidentiality,</a:t>
                      </a:r>
                      <a:r>
                        <a:rPr sz="1600" spc="-20" dirty="0">
                          <a:latin typeface="Times New Roman"/>
                          <a:cs typeface="Times New Roman"/>
                        </a:rPr>
                        <a:t> </a:t>
                      </a:r>
                      <a:r>
                        <a:rPr sz="1600" dirty="0">
                          <a:latin typeface="Times New Roman"/>
                          <a:cs typeface="Times New Roman"/>
                        </a:rPr>
                        <a:t>integrity,</a:t>
                      </a:r>
                      <a:r>
                        <a:rPr sz="1600" spc="-20" dirty="0">
                          <a:latin typeface="Times New Roman"/>
                          <a:cs typeface="Times New Roman"/>
                        </a:rPr>
                        <a:t> </a:t>
                      </a:r>
                      <a:r>
                        <a:rPr sz="1600" spc="-25" dirty="0">
                          <a:latin typeface="Times New Roman"/>
                          <a:cs typeface="Times New Roman"/>
                        </a:rPr>
                        <a:t>and </a:t>
                      </a:r>
                      <a:r>
                        <a:rPr sz="1600" spc="-10" dirty="0">
                          <a:latin typeface="Times New Roman"/>
                          <a:cs typeface="Times New Roman"/>
                        </a:rPr>
                        <a:t>availability</a:t>
                      </a:r>
                      <a:r>
                        <a:rPr sz="1600" spc="-35" dirty="0">
                          <a:latin typeface="Times New Roman"/>
                          <a:cs typeface="Times New Roman"/>
                        </a:rPr>
                        <a:t> </a:t>
                      </a:r>
                      <a:r>
                        <a:rPr sz="1600" dirty="0">
                          <a:latin typeface="Times New Roman"/>
                          <a:cs typeface="Times New Roman"/>
                        </a:rPr>
                        <a:t>of</a:t>
                      </a:r>
                      <a:r>
                        <a:rPr sz="1600" spc="-15" dirty="0">
                          <a:latin typeface="Times New Roman"/>
                          <a:cs typeface="Times New Roman"/>
                        </a:rPr>
                        <a:t> </a:t>
                      </a:r>
                      <a:r>
                        <a:rPr sz="1600" dirty="0">
                          <a:latin typeface="Times New Roman"/>
                          <a:cs typeface="Times New Roman"/>
                        </a:rPr>
                        <a:t>systems,</a:t>
                      </a:r>
                      <a:r>
                        <a:rPr sz="1600" spc="-10" dirty="0">
                          <a:latin typeface="Times New Roman"/>
                          <a:cs typeface="Times New Roman"/>
                        </a:rPr>
                        <a:t> </a:t>
                      </a:r>
                      <a:r>
                        <a:rPr sz="1600" dirty="0">
                          <a:latin typeface="Times New Roman"/>
                          <a:cs typeface="Times New Roman"/>
                        </a:rPr>
                        <a:t>networks,</a:t>
                      </a:r>
                      <a:r>
                        <a:rPr sz="1600" spc="-10" dirty="0">
                          <a:latin typeface="Times New Roman"/>
                          <a:cs typeface="Times New Roman"/>
                        </a:rPr>
                        <a:t> </a:t>
                      </a:r>
                      <a:r>
                        <a:rPr sz="1600" dirty="0">
                          <a:latin typeface="Times New Roman"/>
                          <a:cs typeface="Times New Roman"/>
                        </a:rPr>
                        <a:t>and</a:t>
                      </a:r>
                      <a:r>
                        <a:rPr sz="1600" spc="-10" dirty="0">
                          <a:latin typeface="Times New Roman"/>
                          <a:cs typeface="Times New Roman"/>
                        </a:rPr>
                        <a:t> </a:t>
                      </a:r>
                      <a:r>
                        <a:rPr sz="1600" dirty="0">
                          <a:latin typeface="Times New Roman"/>
                          <a:cs typeface="Times New Roman"/>
                        </a:rPr>
                        <a:t>data</a:t>
                      </a:r>
                      <a:r>
                        <a:rPr sz="1600" spc="-15" dirty="0">
                          <a:latin typeface="Times New Roman"/>
                          <a:cs typeface="Times New Roman"/>
                        </a:rPr>
                        <a:t> </a:t>
                      </a:r>
                      <a:r>
                        <a:rPr sz="1600" dirty="0">
                          <a:latin typeface="Times New Roman"/>
                          <a:cs typeface="Times New Roman"/>
                        </a:rPr>
                        <a:t>through</a:t>
                      </a:r>
                      <a:r>
                        <a:rPr sz="1600" spc="-10" dirty="0">
                          <a:latin typeface="Times New Roman"/>
                          <a:cs typeface="Times New Roman"/>
                        </a:rPr>
                        <a:t> </a:t>
                      </a:r>
                      <a:r>
                        <a:rPr sz="1600" dirty="0">
                          <a:latin typeface="Times New Roman"/>
                          <a:cs typeface="Times New Roman"/>
                        </a:rPr>
                        <a:t>the</a:t>
                      </a:r>
                      <a:r>
                        <a:rPr sz="1600" spc="-15" dirty="0">
                          <a:latin typeface="Times New Roman"/>
                          <a:cs typeface="Times New Roman"/>
                        </a:rPr>
                        <a:t> </a:t>
                      </a:r>
                      <a:r>
                        <a:rPr sz="1600" spc="-10" dirty="0">
                          <a:latin typeface="Times New Roman"/>
                          <a:cs typeface="Times New Roman"/>
                        </a:rPr>
                        <a:t>planning, </a:t>
                      </a:r>
                      <a:r>
                        <a:rPr sz="1600" dirty="0">
                          <a:latin typeface="Times New Roman"/>
                          <a:cs typeface="Times New Roman"/>
                        </a:rPr>
                        <a:t>analysis,</a:t>
                      </a:r>
                      <a:r>
                        <a:rPr sz="1600" spc="-5" dirty="0">
                          <a:latin typeface="Times New Roman"/>
                          <a:cs typeface="Times New Roman"/>
                        </a:rPr>
                        <a:t> </a:t>
                      </a:r>
                      <a:r>
                        <a:rPr sz="1600" dirty="0">
                          <a:latin typeface="Times New Roman"/>
                          <a:cs typeface="Times New Roman"/>
                        </a:rPr>
                        <a:t>development,</a:t>
                      </a:r>
                      <a:r>
                        <a:rPr sz="1600" spc="-5" dirty="0">
                          <a:latin typeface="Times New Roman"/>
                          <a:cs typeface="Times New Roman"/>
                        </a:rPr>
                        <a:t> </a:t>
                      </a:r>
                      <a:r>
                        <a:rPr sz="1600" spc="-10" dirty="0">
                          <a:latin typeface="Times New Roman"/>
                          <a:cs typeface="Times New Roman"/>
                        </a:rPr>
                        <a:t>implementation,</a:t>
                      </a:r>
                      <a:r>
                        <a:rPr sz="1600" spc="-5" dirty="0">
                          <a:latin typeface="Times New Roman"/>
                          <a:cs typeface="Times New Roman"/>
                        </a:rPr>
                        <a:t> </a:t>
                      </a:r>
                      <a:r>
                        <a:rPr sz="1600" spc="-10" dirty="0">
                          <a:latin typeface="Times New Roman"/>
                          <a:cs typeface="Times New Roman"/>
                        </a:rPr>
                        <a:t>maintenance,</a:t>
                      </a:r>
                      <a:r>
                        <a:rPr sz="1600" spc="-5" dirty="0">
                          <a:latin typeface="Times New Roman"/>
                          <a:cs typeface="Times New Roman"/>
                        </a:rPr>
                        <a:t> </a:t>
                      </a:r>
                      <a:r>
                        <a:rPr sz="1600" spc="-25" dirty="0">
                          <a:latin typeface="Times New Roman"/>
                          <a:cs typeface="Times New Roman"/>
                        </a:rPr>
                        <a:t>and </a:t>
                      </a:r>
                      <a:r>
                        <a:rPr sz="1600" spc="-10" dirty="0">
                          <a:latin typeface="Times New Roman"/>
                          <a:cs typeface="Times New Roman"/>
                        </a:rPr>
                        <a:t>enhancement</a:t>
                      </a:r>
                      <a:r>
                        <a:rPr sz="1600" spc="-25" dirty="0">
                          <a:latin typeface="Times New Roman"/>
                          <a:cs typeface="Times New Roman"/>
                        </a:rPr>
                        <a:t> </a:t>
                      </a:r>
                      <a:r>
                        <a:rPr sz="1600" dirty="0">
                          <a:latin typeface="Times New Roman"/>
                          <a:cs typeface="Times New Roman"/>
                        </a:rPr>
                        <a:t>of</a:t>
                      </a:r>
                      <a:r>
                        <a:rPr sz="1600" spc="-30" dirty="0">
                          <a:latin typeface="Times New Roman"/>
                          <a:cs typeface="Times New Roman"/>
                        </a:rPr>
                        <a:t> </a:t>
                      </a:r>
                      <a:r>
                        <a:rPr sz="1600" dirty="0">
                          <a:latin typeface="Times New Roman"/>
                          <a:cs typeface="Times New Roman"/>
                        </a:rPr>
                        <a:t>information</a:t>
                      </a:r>
                      <a:r>
                        <a:rPr sz="1600" spc="-25" dirty="0">
                          <a:latin typeface="Times New Roman"/>
                          <a:cs typeface="Times New Roman"/>
                        </a:rPr>
                        <a:t> </a:t>
                      </a:r>
                      <a:r>
                        <a:rPr sz="1600" dirty="0">
                          <a:latin typeface="Times New Roman"/>
                          <a:cs typeface="Times New Roman"/>
                        </a:rPr>
                        <a:t>systems</a:t>
                      </a:r>
                      <a:r>
                        <a:rPr sz="1600" spc="-25" dirty="0">
                          <a:latin typeface="Times New Roman"/>
                          <a:cs typeface="Times New Roman"/>
                        </a:rPr>
                        <a:t> </a:t>
                      </a:r>
                      <a:r>
                        <a:rPr sz="1600" dirty="0">
                          <a:latin typeface="Times New Roman"/>
                          <a:cs typeface="Times New Roman"/>
                        </a:rPr>
                        <a:t>security</a:t>
                      </a:r>
                      <a:r>
                        <a:rPr sz="1600" spc="-45" dirty="0">
                          <a:latin typeface="Times New Roman"/>
                          <a:cs typeface="Times New Roman"/>
                        </a:rPr>
                        <a:t> </a:t>
                      </a:r>
                      <a:r>
                        <a:rPr sz="1600" dirty="0">
                          <a:latin typeface="Times New Roman"/>
                          <a:cs typeface="Times New Roman"/>
                        </a:rPr>
                        <a:t>programs,</a:t>
                      </a:r>
                      <a:r>
                        <a:rPr sz="1600" spc="-25" dirty="0">
                          <a:latin typeface="Times New Roman"/>
                          <a:cs typeface="Times New Roman"/>
                        </a:rPr>
                        <a:t> </a:t>
                      </a:r>
                      <a:r>
                        <a:rPr sz="1600" spc="-10" dirty="0">
                          <a:latin typeface="Times New Roman"/>
                          <a:cs typeface="Times New Roman"/>
                        </a:rPr>
                        <a:t>policies, </a:t>
                      </a:r>
                      <a:r>
                        <a:rPr sz="1600" dirty="0">
                          <a:latin typeface="Times New Roman"/>
                          <a:cs typeface="Times New Roman"/>
                        </a:rPr>
                        <a:t>procedures,</a:t>
                      </a:r>
                      <a:r>
                        <a:rPr sz="1600" spc="-35" dirty="0">
                          <a:latin typeface="Times New Roman"/>
                          <a:cs typeface="Times New Roman"/>
                        </a:rPr>
                        <a:t> </a:t>
                      </a:r>
                      <a:r>
                        <a:rPr sz="1600" dirty="0">
                          <a:latin typeface="Times New Roman"/>
                          <a:cs typeface="Times New Roman"/>
                        </a:rPr>
                        <a:t>and</a:t>
                      </a:r>
                      <a:r>
                        <a:rPr sz="1600" spc="-30" dirty="0">
                          <a:latin typeface="Times New Roman"/>
                          <a:cs typeface="Times New Roman"/>
                        </a:rPr>
                        <a:t> </a:t>
                      </a:r>
                      <a:r>
                        <a:rPr sz="1600" spc="-10" dirty="0">
                          <a:latin typeface="Times New Roman"/>
                          <a:cs typeface="Times New Roman"/>
                        </a:rPr>
                        <a:t>tools.</a:t>
                      </a:r>
                      <a:endParaRPr sz="1600" dirty="0">
                        <a:latin typeface="Times New Roman"/>
                        <a:cs typeface="Times New Roman"/>
                      </a:endParaRPr>
                    </a:p>
                  </a:txBody>
                  <a:tcPr marL="0" marR="0" marT="25111" marB="0"/>
                </a:tc>
                <a:extLst>
                  <a:ext uri="{0D108BD9-81ED-4DB2-BD59-A6C34878D82A}">
                    <a16:rowId xmlns:a16="http://schemas.microsoft.com/office/drawing/2014/main" val="10002"/>
                  </a:ext>
                </a:extLst>
              </a:tr>
              <a:tr h="843347">
                <a:tc>
                  <a:txBody>
                    <a:bodyPr/>
                    <a:lstStyle/>
                    <a:p>
                      <a:pPr marR="55244" algn="r">
                        <a:lnSpc>
                          <a:spcPct val="100000"/>
                        </a:lnSpc>
                        <a:spcBef>
                          <a:spcPts val="215"/>
                        </a:spcBef>
                      </a:pPr>
                      <a:r>
                        <a:rPr sz="1600" b="1" dirty="0">
                          <a:latin typeface="Times New Roman"/>
                          <a:cs typeface="Times New Roman"/>
                        </a:rPr>
                        <a:t>Systems</a:t>
                      </a:r>
                      <a:r>
                        <a:rPr sz="1600" b="1" spc="-40" dirty="0">
                          <a:latin typeface="Times New Roman"/>
                          <a:cs typeface="Times New Roman"/>
                        </a:rPr>
                        <a:t> </a:t>
                      </a:r>
                      <a:r>
                        <a:rPr sz="1600" b="1" dirty="0">
                          <a:latin typeface="Times New Roman"/>
                          <a:cs typeface="Times New Roman"/>
                        </a:rPr>
                        <a:t>Analysis</a:t>
                      </a:r>
                      <a:r>
                        <a:rPr sz="1600" b="1" spc="-35" dirty="0">
                          <a:latin typeface="Times New Roman"/>
                          <a:cs typeface="Times New Roman"/>
                        </a:rPr>
                        <a:t> </a:t>
                      </a:r>
                      <a:r>
                        <a:rPr sz="1600" b="1" spc="-50" dirty="0">
                          <a:latin typeface="Times New Roman"/>
                          <a:cs typeface="Times New Roman"/>
                        </a:rPr>
                        <a:t>–</a:t>
                      </a:r>
                      <a:endParaRPr sz="1600">
                        <a:latin typeface="Times New Roman"/>
                        <a:cs typeface="Times New Roman"/>
                      </a:endParaRPr>
                    </a:p>
                  </a:txBody>
                  <a:tcPr marL="0" marR="0" marT="18617" marB="0"/>
                </a:tc>
                <a:tc>
                  <a:txBody>
                    <a:bodyPr/>
                    <a:lstStyle/>
                    <a:p>
                      <a:pPr marL="61594" marR="45085">
                        <a:lnSpc>
                          <a:spcPts val="1380"/>
                        </a:lnSpc>
                        <a:spcBef>
                          <a:spcPts val="290"/>
                        </a:spcBef>
                      </a:pPr>
                      <a:r>
                        <a:rPr sz="1600" dirty="0">
                          <a:latin typeface="Times New Roman"/>
                          <a:cs typeface="Times New Roman"/>
                        </a:rPr>
                        <a:t>Work</a:t>
                      </a:r>
                      <a:r>
                        <a:rPr sz="1600" spc="-35" dirty="0">
                          <a:latin typeface="Times New Roman"/>
                          <a:cs typeface="Times New Roman"/>
                        </a:rPr>
                        <a:t> </a:t>
                      </a:r>
                      <a:r>
                        <a:rPr sz="1600" dirty="0">
                          <a:latin typeface="Times New Roman"/>
                          <a:cs typeface="Times New Roman"/>
                        </a:rPr>
                        <a:t>that</a:t>
                      </a:r>
                      <a:r>
                        <a:rPr sz="1600" spc="-30" dirty="0">
                          <a:latin typeface="Times New Roman"/>
                          <a:cs typeface="Times New Roman"/>
                        </a:rPr>
                        <a:t> </a:t>
                      </a:r>
                      <a:r>
                        <a:rPr sz="1600" dirty="0">
                          <a:latin typeface="Times New Roman"/>
                          <a:cs typeface="Times New Roman"/>
                        </a:rPr>
                        <a:t>involves</a:t>
                      </a:r>
                      <a:r>
                        <a:rPr sz="1600" spc="-35" dirty="0">
                          <a:latin typeface="Times New Roman"/>
                          <a:cs typeface="Times New Roman"/>
                        </a:rPr>
                        <a:t> </a:t>
                      </a:r>
                      <a:r>
                        <a:rPr sz="1600" dirty="0">
                          <a:latin typeface="Times New Roman"/>
                          <a:cs typeface="Times New Roman"/>
                        </a:rPr>
                        <a:t>applying</a:t>
                      </a:r>
                      <a:r>
                        <a:rPr sz="1600" spc="-45" dirty="0">
                          <a:latin typeface="Times New Roman"/>
                          <a:cs typeface="Times New Roman"/>
                        </a:rPr>
                        <a:t> </a:t>
                      </a:r>
                      <a:r>
                        <a:rPr sz="1600" dirty="0">
                          <a:latin typeface="Times New Roman"/>
                          <a:cs typeface="Times New Roman"/>
                        </a:rPr>
                        <a:t>analytical</a:t>
                      </a:r>
                      <a:r>
                        <a:rPr sz="1600" spc="-30" dirty="0">
                          <a:latin typeface="Times New Roman"/>
                          <a:cs typeface="Times New Roman"/>
                        </a:rPr>
                        <a:t> </a:t>
                      </a:r>
                      <a:r>
                        <a:rPr sz="1600" dirty="0">
                          <a:latin typeface="Times New Roman"/>
                          <a:cs typeface="Times New Roman"/>
                        </a:rPr>
                        <a:t>processes</a:t>
                      </a:r>
                      <a:r>
                        <a:rPr sz="1600" spc="-35" dirty="0">
                          <a:latin typeface="Times New Roman"/>
                          <a:cs typeface="Times New Roman"/>
                        </a:rPr>
                        <a:t> </a:t>
                      </a:r>
                      <a:r>
                        <a:rPr sz="1600" dirty="0">
                          <a:latin typeface="Times New Roman"/>
                          <a:cs typeface="Times New Roman"/>
                        </a:rPr>
                        <a:t>to</a:t>
                      </a:r>
                      <a:r>
                        <a:rPr sz="1600" spc="-30" dirty="0">
                          <a:latin typeface="Times New Roman"/>
                          <a:cs typeface="Times New Roman"/>
                        </a:rPr>
                        <a:t> </a:t>
                      </a:r>
                      <a:r>
                        <a:rPr sz="1600" dirty="0">
                          <a:latin typeface="Times New Roman"/>
                          <a:cs typeface="Times New Roman"/>
                        </a:rPr>
                        <a:t>the</a:t>
                      </a:r>
                      <a:r>
                        <a:rPr sz="1600" spc="-35" dirty="0">
                          <a:latin typeface="Times New Roman"/>
                          <a:cs typeface="Times New Roman"/>
                        </a:rPr>
                        <a:t> </a:t>
                      </a:r>
                      <a:r>
                        <a:rPr sz="1600" spc="-10" dirty="0">
                          <a:latin typeface="Times New Roman"/>
                          <a:cs typeface="Times New Roman"/>
                        </a:rPr>
                        <a:t>planning, </a:t>
                      </a:r>
                      <a:r>
                        <a:rPr sz="1600" dirty="0">
                          <a:latin typeface="Times New Roman"/>
                          <a:cs typeface="Times New Roman"/>
                        </a:rPr>
                        <a:t>design,</a:t>
                      </a:r>
                      <a:r>
                        <a:rPr sz="1600" spc="-10" dirty="0">
                          <a:latin typeface="Times New Roman"/>
                          <a:cs typeface="Times New Roman"/>
                        </a:rPr>
                        <a:t> </a:t>
                      </a:r>
                      <a:r>
                        <a:rPr sz="1600" dirty="0">
                          <a:latin typeface="Times New Roman"/>
                          <a:cs typeface="Times New Roman"/>
                        </a:rPr>
                        <a:t>and</a:t>
                      </a:r>
                      <a:r>
                        <a:rPr sz="1600" spc="-5" dirty="0">
                          <a:latin typeface="Times New Roman"/>
                          <a:cs typeface="Times New Roman"/>
                        </a:rPr>
                        <a:t> </a:t>
                      </a:r>
                      <a:r>
                        <a:rPr sz="1600" spc="-10" dirty="0">
                          <a:latin typeface="Times New Roman"/>
                          <a:cs typeface="Times New Roman"/>
                        </a:rPr>
                        <a:t>implementation </a:t>
                      </a:r>
                      <a:r>
                        <a:rPr sz="1600" dirty="0">
                          <a:latin typeface="Times New Roman"/>
                          <a:cs typeface="Times New Roman"/>
                        </a:rPr>
                        <a:t>of</a:t>
                      </a:r>
                      <a:r>
                        <a:rPr sz="1600" spc="-10" dirty="0">
                          <a:latin typeface="Times New Roman"/>
                          <a:cs typeface="Times New Roman"/>
                        </a:rPr>
                        <a:t> </a:t>
                      </a:r>
                      <a:r>
                        <a:rPr sz="1600" dirty="0">
                          <a:latin typeface="Times New Roman"/>
                          <a:cs typeface="Times New Roman"/>
                        </a:rPr>
                        <a:t>new</a:t>
                      </a:r>
                      <a:r>
                        <a:rPr sz="1600" spc="-15" dirty="0">
                          <a:latin typeface="Times New Roman"/>
                          <a:cs typeface="Times New Roman"/>
                        </a:rPr>
                        <a:t> </a:t>
                      </a:r>
                      <a:r>
                        <a:rPr sz="1600" dirty="0">
                          <a:latin typeface="Times New Roman"/>
                          <a:cs typeface="Times New Roman"/>
                        </a:rPr>
                        <a:t>and</a:t>
                      </a:r>
                      <a:r>
                        <a:rPr sz="1600" spc="-5" dirty="0">
                          <a:latin typeface="Times New Roman"/>
                          <a:cs typeface="Times New Roman"/>
                        </a:rPr>
                        <a:t> </a:t>
                      </a:r>
                      <a:r>
                        <a:rPr sz="1600" dirty="0">
                          <a:latin typeface="Times New Roman"/>
                          <a:cs typeface="Times New Roman"/>
                        </a:rPr>
                        <a:t>improved</a:t>
                      </a:r>
                      <a:r>
                        <a:rPr sz="1600" spc="5" dirty="0">
                          <a:latin typeface="Times New Roman"/>
                          <a:cs typeface="Times New Roman"/>
                        </a:rPr>
                        <a:t> </a:t>
                      </a:r>
                      <a:r>
                        <a:rPr sz="1600" spc="-10" dirty="0">
                          <a:latin typeface="Times New Roman"/>
                          <a:cs typeface="Times New Roman"/>
                        </a:rPr>
                        <a:t>information </a:t>
                      </a:r>
                      <a:r>
                        <a:rPr sz="1600" dirty="0">
                          <a:latin typeface="Times New Roman"/>
                          <a:cs typeface="Times New Roman"/>
                        </a:rPr>
                        <a:t>systems</a:t>
                      </a:r>
                      <a:r>
                        <a:rPr sz="1600" spc="-35" dirty="0">
                          <a:latin typeface="Times New Roman"/>
                          <a:cs typeface="Times New Roman"/>
                        </a:rPr>
                        <a:t> </a:t>
                      </a:r>
                      <a:r>
                        <a:rPr sz="1600" dirty="0">
                          <a:latin typeface="Times New Roman"/>
                          <a:cs typeface="Times New Roman"/>
                        </a:rPr>
                        <a:t>to</a:t>
                      </a:r>
                      <a:r>
                        <a:rPr sz="1600" spc="-30" dirty="0">
                          <a:latin typeface="Times New Roman"/>
                          <a:cs typeface="Times New Roman"/>
                        </a:rPr>
                        <a:t> </a:t>
                      </a:r>
                      <a:r>
                        <a:rPr sz="1600" dirty="0">
                          <a:latin typeface="Times New Roman"/>
                          <a:cs typeface="Times New Roman"/>
                        </a:rPr>
                        <a:t>meet</a:t>
                      </a:r>
                      <a:r>
                        <a:rPr sz="1600" spc="-30" dirty="0">
                          <a:latin typeface="Times New Roman"/>
                          <a:cs typeface="Times New Roman"/>
                        </a:rPr>
                        <a:t> </a:t>
                      </a:r>
                      <a:r>
                        <a:rPr sz="1600" dirty="0">
                          <a:latin typeface="Times New Roman"/>
                          <a:cs typeface="Times New Roman"/>
                        </a:rPr>
                        <a:t>the</a:t>
                      </a:r>
                      <a:r>
                        <a:rPr sz="1600" spc="-30" dirty="0">
                          <a:latin typeface="Times New Roman"/>
                          <a:cs typeface="Times New Roman"/>
                        </a:rPr>
                        <a:t> </a:t>
                      </a:r>
                      <a:r>
                        <a:rPr sz="1600" dirty="0">
                          <a:latin typeface="Times New Roman"/>
                          <a:cs typeface="Times New Roman"/>
                        </a:rPr>
                        <a:t>business</a:t>
                      </a:r>
                      <a:r>
                        <a:rPr sz="1600" spc="-30" dirty="0">
                          <a:latin typeface="Times New Roman"/>
                          <a:cs typeface="Times New Roman"/>
                        </a:rPr>
                        <a:t> </a:t>
                      </a:r>
                      <a:r>
                        <a:rPr sz="1600" dirty="0">
                          <a:latin typeface="Times New Roman"/>
                          <a:cs typeface="Times New Roman"/>
                        </a:rPr>
                        <a:t>requirements</a:t>
                      </a:r>
                      <a:r>
                        <a:rPr sz="1600" spc="-30" dirty="0">
                          <a:latin typeface="Times New Roman"/>
                          <a:cs typeface="Times New Roman"/>
                        </a:rPr>
                        <a:t> </a:t>
                      </a:r>
                      <a:r>
                        <a:rPr sz="1600" dirty="0">
                          <a:latin typeface="Times New Roman"/>
                          <a:cs typeface="Times New Roman"/>
                        </a:rPr>
                        <a:t>of</a:t>
                      </a:r>
                      <a:r>
                        <a:rPr sz="1600" spc="-35" dirty="0">
                          <a:latin typeface="Times New Roman"/>
                          <a:cs typeface="Times New Roman"/>
                        </a:rPr>
                        <a:t> </a:t>
                      </a:r>
                      <a:r>
                        <a:rPr sz="1600" spc="-10" dirty="0">
                          <a:latin typeface="Times New Roman"/>
                          <a:cs typeface="Times New Roman"/>
                        </a:rPr>
                        <a:t>customer organizations.</a:t>
                      </a:r>
                      <a:endParaRPr sz="1600" dirty="0">
                        <a:latin typeface="Times New Roman"/>
                        <a:cs typeface="Times New Roman"/>
                      </a:endParaRPr>
                    </a:p>
                  </a:txBody>
                  <a:tcPr marL="0" marR="0" marT="25111" marB="0"/>
                </a:tc>
                <a:extLst>
                  <a:ext uri="{0D108BD9-81ED-4DB2-BD59-A6C34878D82A}">
                    <a16:rowId xmlns:a16="http://schemas.microsoft.com/office/drawing/2014/main" val="10003"/>
                  </a:ext>
                </a:extLst>
              </a:tr>
              <a:tr h="573355">
                <a:tc>
                  <a:txBody>
                    <a:bodyPr/>
                    <a:lstStyle/>
                    <a:p>
                      <a:pPr marR="53975" algn="r">
                        <a:lnSpc>
                          <a:spcPct val="100000"/>
                        </a:lnSpc>
                        <a:spcBef>
                          <a:spcPts val="215"/>
                        </a:spcBef>
                      </a:pPr>
                      <a:r>
                        <a:rPr sz="1600" b="1" dirty="0">
                          <a:latin typeface="Times New Roman"/>
                          <a:cs typeface="Times New Roman"/>
                        </a:rPr>
                        <a:t>Applications</a:t>
                      </a:r>
                      <a:r>
                        <a:rPr sz="1600" b="1" spc="-45" dirty="0">
                          <a:latin typeface="Times New Roman"/>
                          <a:cs typeface="Times New Roman"/>
                        </a:rPr>
                        <a:t> </a:t>
                      </a:r>
                      <a:r>
                        <a:rPr sz="1600" b="1" dirty="0">
                          <a:latin typeface="Times New Roman"/>
                          <a:cs typeface="Times New Roman"/>
                        </a:rPr>
                        <a:t>Software</a:t>
                      </a:r>
                      <a:r>
                        <a:rPr sz="1600" b="1" spc="-50" dirty="0">
                          <a:latin typeface="Times New Roman"/>
                          <a:cs typeface="Times New Roman"/>
                        </a:rPr>
                        <a:t> –</a:t>
                      </a:r>
                      <a:endParaRPr sz="1600" dirty="0">
                        <a:latin typeface="Times New Roman"/>
                        <a:cs typeface="Times New Roman"/>
                      </a:endParaRPr>
                    </a:p>
                  </a:txBody>
                  <a:tcPr marL="0" marR="0" marT="18617" marB="0"/>
                </a:tc>
                <a:tc>
                  <a:txBody>
                    <a:bodyPr/>
                    <a:lstStyle/>
                    <a:p>
                      <a:pPr marL="61594" marR="24130">
                        <a:lnSpc>
                          <a:spcPts val="1380"/>
                        </a:lnSpc>
                        <a:spcBef>
                          <a:spcPts val="175"/>
                        </a:spcBef>
                      </a:pPr>
                      <a:r>
                        <a:rPr sz="1600" dirty="0">
                          <a:latin typeface="Times New Roman"/>
                          <a:cs typeface="Times New Roman"/>
                        </a:rPr>
                        <a:t>Work</a:t>
                      </a:r>
                      <a:r>
                        <a:rPr sz="1600" spc="-40" dirty="0">
                          <a:latin typeface="Times New Roman"/>
                          <a:cs typeface="Times New Roman"/>
                        </a:rPr>
                        <a:t> </a:t>
                      </a:r>
                      <a:r>
                        <a:rPr sz="1600" dirty="0">
                          <a:latin typeface="Times New Roman"/>
                          <a:cs typeface="Times New Roman"/>
                        </a:rPr>
                        <a:t>that</a:t>
                      </a:r>
                      <a:r>
                        <a:rPr sz="1600" spc="-35" dirty="0">
                          <a:latin typeface="Times New Roman"/>
                          <a:cs typeface="Times New Roman"/>
                        </a:rPr>
                        <a:t> </a:t>
                      </a:r>
                      <a:r>
                        <a:rPr sz="1600" dirty="0">
                          <a:latin typeface="Times New Roman"/>
                          <a:cs typeface="Times New Roman"/>
                        </a:rPr>
                        <a:t>involves</a:t>
                      </a:r>
                      <a:r>
                        <a:rPr sz="1600" spc="-35" dirty="0">
                          <a:latin typeface="Times New Roman"/>
                          <a:cs typeface="Times New Roman"/>
                        </a:rPr>
                        <a:t> </a:t>
                      </a:r>
                      <a:r>
                        <a:rPr sz="1600" dirty="0">
                          <a:latin typeface="Times New Roman"/>
                          <a:cs typeface="Times New Roman"/>
                        </a:rPr>
                        <a:t>the</a:t>
                      </a:r>
                      <a:r>
                        <a:rPr sz="1600" spc="-40" dirty="0">
                          <a:latin typeface="Times New Roman"/>
                          <a:cs typeface="Times New Roman"/>
                        </a:rPr>
                        <a:t> </a:t>
                      </a:r>
                      <a:r>
                        <a:rPr sz="1600" dirty="0">
                          <a:latin typeface="Times New Roman"/>
                          <a:cs typeface="Times New Roman"/>
                        </a:rPr>
                        <a:t>design,</a:t>
                      </a:r>
                      <a:r>
                        <a:rPr sz="1600" spc="-35" dirty="0">
                          <a:latin typeface="Times New Roman"/>
                          <a:cs typeface="Times New Roman"/>
                        </a:rPr>
                        <a:t> </a:t>
                      </a:r>
                      <a:r>
                        <a:rPr sz="1600" dirty="0">
                          <a:latin typeface="Times New Roman"/>
                          <a:cs typeface="Times New Roman"/>
                        </a:rPr>
                        <a:t>documentation,</a:t>
                      </a:r>
                      <a:r>
                        <a:rPr sz="1600" spc="-35" dirty="0">
                          <a:latin typeface="Times New Roman"/>
                          <a:cs typeface="Times New Roman"/>
                        </a:rPr>
                        <a:t> </a:t>
                      </a:r>
                      <a:r>
                        <a:rPr sz="1600" spc="-10" dirty="0">
                          <a:latin typeface="Times New Roman"/>
                          <a:cs typeface="Times New Roman"/>
                        </a:rPr>
                        <a:t>development, </a:t>
                      </a:r>
                      <a:r>
                        <a:rPr sz="1600" dirty="0">
                          <a:latin typeface="Times New Roman"/>
                          <a:cs typeface="Times New Roman"/>
                        </a:rPr>
                        <a:t>modification,</a:t>
                      </a:r>
                      <a:r>
                        <a:rPr sz="1600" spc="-30" dirty="0">
                          <a:latin typeface="Times New Roman"/>
                          <a:cs typeface="Times New Roman"/>
                        </a:rPr>
                        <a:t> </a:t>
                      </a:r>
                      <a:r>
                        <a:rPr sz="1600" dirty="0">
                          <a:latin typeface="Times New Roman"/>
                          <a:cs typeface="Times New Roman"/>
                        </a:rPr>
                        <a:t>testing,</a:t>
                      </a:r>
                      <a:r>
                        <a:rPr sz="1600" spc="-30" dirty="0">
                          <a:latin typeface="Times New Roman"/>
                          <a:cs typeface="Times New Roman"/>
                        </a:rPr>
                        <a:t> </a:t>
                      </a:r>
                      <a:r>
                        <a:rPr sz="1600" dirty="0">
                          <a:latin typeface="Times New Roman"/>
                          <a:cs typeface="Times New Roman"/>
                        </a:rPr>
                        <a:t>installation,</a:t>
                      </a:r>
                      <a:r>
                        <a:rPr sz="1600" spc="-30" dirty="0">
                          <a:latin typeface="Times New Roman"/>
                          <a:cs typeface="Times New Roman"/>
                        </a:rPr>
                        <a:t> </a:t>
                      </a:r>
                      <a:r>
                        <a:rPr sz="1600" spc="-10" dirty="0">
                          <a:latin typeface="Times New Roman"/>
                          <a:cs typeface="Times New Roman"/>
                        </a:rPr>
                        <a:t>implementation,</a:t>
                      </a:r>
                      <a:r>
                        <a:rPr sz="1600" spc="-30" dirty="0">
                          <a:latin typeface="Times New Roman"/>
                          <a:cs typeface="Times New Roman"/>
                        </a:rPr>
                        <a:t> </a:t>
                      </a:r>
                      <a:r>
                        <a:rPr sz="1600" dirty="0">
                          <a:latin typeface="Times New Roman"/>
                          <a:cs typeface="Times New Roman"/>
                        </a:rPr>
                        <a:t>and</a:t>
                      </a:r>
                      <a:r>
                        <a:rPr sz="1600" spc="-30" dirty="0">
                          <a:latin typeface="Times New Roman"/>
                          <a:cs typeface="Times New Roman"/>
                        </a:rPr>
                        <a:t> </a:t>
                      </a:r>
                      <a:r>
                        <a:rPr sz="1600" dirty="0">
                          <a:latin typeface="Times New Roman"/>
                          <a:cs typeface="Times New Roman"/>
                        </a:rPr>
                        <a:t>support</a:t>
                      </a:r>
                      <a:r>
                        <a:rPr sz="1600" spc="-30" dirty="0">
                          <a:latin typeface="Times New Roman"/>
                          <a:cs typeface="Times New Roman"/>
                        </a:rPr>
                        <a:t> </a:t>
                      </a:r>
                      <a:r>
                        <a:rPr sz="1600" spc="-25" dirty="0">
                          <a:latin typeface="Times New Roman"/>
                          <a:cs typeface="Times New Roman"/>
                        </a:rPr>
                        <a:t>of </a:t>
                      </a:r>
                      <a:r>
                        <a:rPr sz="1600" dirty="0">
                          <a:latin typeface="Times New Roman"/>
                          <a:cs typeface="Times New Roman"/>
                        </a:rPr>
                        <a:t>new</a:t>
                      </a:r>
                      <a:r>
                        <a:rPr sz="1600" spc="-35" dirty="0">
                          <a:latin typeface="Times New Roman"/>
                          <a:cs typeface="Times New Roman"/>
                        </a:rPr>
                        <a:t> </a:t>
                      </a:r>
                      <a:r>
                        <a:rPr sz="1600" dirty="0">
                          <a:latin typeface="Times New Roman"/>
                          <a:cs typeface="Times New Roman"/>
                        </a:rPr>
                        <a:t>or</a:t>
                      </a:r>
                      <a:r>
                        <a:rPr sz="1600" spc="-35" dirty="0">
                          <a:latin typeface="Times New Roman"/>
                          <a:cs typeface="Times New Roman"/>
                        </a:rPr>
                        <a:t> </a:t>
                      </a:r>
                      <a:r>
                        <a:rPr sz="1600" dirty="0">
                          <a:latin typeface="Times New Roman"/>
                          <a:cs typeface="Times New Roman"/>
                        </a:rPr>
                        <a:t>existing</a:t>
                      </a:r>
                      <a:r>
                        <a:rPr sz="1600" spc="-40" dirty="0">
                          <a:latin typeface="Times New Roman"/>
                          <a:cs typeface="Times New Roman"/>
                        </a:rPr>
                        <a:t> </a:t>
                      </a:r>
                      <a:r>
                        <a:rPr sz="1600" dirty="0">
                          <a:latin typeface="Times New Roman"/>
                          <a:cs typeface="Times New Roman"/>
                        </a:rPr>
                        <a:t>applications</a:t>
                      </a:r>
                      <a:r>
                        <a:rPr sz="1600" spc="-30" dirty="0">
                          <a:latin typeface="Times New Roman"/>
                          <a:cs typeface="Times New Roman"/>
                        </a:rPr>
                        <a:t> </a:t>
                      </a:r>
                      <a:r>
                        <a:rPr sz="1600" spc="-10" dirty="0">
                          <a:latin typeface="Times New Roman"/>
                          <a:cs typeface="Times New Roman"/>
                        </a:rPr>
                        <a:t>software.</a:t>
                      </a:r>
                      <a:endParaRPr sz="1600" dirty="0">
                        <a:latin typeface="Times New Roman"/>
                        <a:cs typeface="Times New Roman"/>
                      </a:endParaRPr>
                    </a:p>
                  </a:txBody>
                  <a:tcPr marL="0" marR="0" marT="15153" marB="0"/>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7"/>
          <p:cNvGraphicFramePr>
            <a:graphicFrameLocks noGrp="1"/>
          </p:cNvGraphicFramePr>
          <p:nvPr>
            <p:extLst>
              <p:ext uri="{D42A27DB-BD31-4B8C-83A1-F6EECF244321}">
                <p14:modId xmlns:p14="http://schemas.microsoft.com/office/powerpoint/2010/main" val="1418128332"/>
              </p:ext>
            </p:extLst>
          </p:nvPr>
        </p:nvGraphicFramePr>
        <p:xfrm>
          <a:off x="636104" y="327992"/>
          <a:ext cx="10952922" cy="5108712"/>
        </p:xfrm>
        <a:graphic>
          <a:graphicData uri="http://schemas.openxmlformats.org/drawingml/2006/table">
            <a:tbl>
              <a:tblPr firstRow="1" bandRow="1">
                <a:tableStyleId>{2D5ABB26-0587-4C30-8999-92F81FD0307C}</a:tableStyleId>
              </a:tblPr>
              <a:tblGrid>
                <a:gridCol w="2841270">
                  <a:extLst>
                    <a:ext uri="{9D8B030D-6E8A-4147-A177-3AD203B41FA5}">
                      <a16:colId xmlns:a16="http://schemas.microsoft.com/office/drawing/2014/main" val="20000"/>
                    </a:ext>
                  </a:extLst>
                </a:gridCol>
                <a:gridCol w="8111652">
                  <a:extLst>
                    <a:ext uri="{9D8B030D-6E8A-4147-A177-3AD203B41FA5}">
                      <a16:colId xmlns:a16="http://schemas.microsoft.com/office/drawing/2014/main" val="20001"/>
                    </a:ext>
                  </a:extLst>
                </a:gridCol>
              </a:tblGrid>
              <a:tr h="785371">
                <a:tc>
                  <a:txBody>
                    <a:bodyPr/>
                    <a:lstStyle/>
                    <a:p>
                      <a:pPr marR="55880" algn="r">
                        <a:lnSpc>
                          <a:spcPts val="1335"/>
                        </a:lnSpc>
                      </a:pPr>
                      <a:r>
                        <a:rPr sz="1600" b="1" dirty="0">
                          <a:latin typeface="Times New Roman"/>
                          <a:cs typeface="Times New Roman"/>
                        </a:rPr>
                        <a:t>Operating</a:t>
                      </a:r>
                      <a:r>
                        <a:rPr sz="1600" b="1" spc="-55" dirty="0">
                          <a:latin typeface="Times New Roman"/>
                          <a:cs typeface="Times New Roman"/>
                        </a:rPr>
                        <a:t> </a:t>
                      </a:r>
                      <a:r>
                        <a:rPr sz="1600" b="1" dirty="0">
                          <a:latin typeface="Times New Roman"/>
                          <a:cs typeface="Times New Roman"/>
                        </a:rPr>
                        <a:t>Systems</a:t>
                      </a:r>
                      <a:r>
                        <a:rPr sz="1600" b="1" spc="-50" dirty="0">
                          <a:latin typeface="Times New Roman"/>
                          <a:cs typeface="Times New Roman"/>
                        </a:rPr>
                        <a:t> –</a:t>
                      </a:r>
                      <a:endParaRPr sz="1600" dirty="0">
                        <a:latin typeface="Times New Roman"/>
                        <a:cs typeface="Times New Roman"/>
                      </a:endParaRPr>
                    </a:p>
                  </a:txBody>
                  <a:tcPr marL="0" marR="0" marT="0" marB="0"/>
                </a:tc>
                <a:tc>
                  <a:txBody>
                    <a:bodyPr/>
                    <a:lstStyle/>
                    <a:p>
                      <a:pPr marL="62230">
                        <a:lnSpc>
                          <a:spcPts val="1280"/>
                        </a:lnSpc>
                      </a:pPr>
                      <a:r>
                        <a:rPr sz="1600" dirty="0">
                          <a:latin typeface="Times New Roman"/>
                          <a:cs typeface="Times New Roman"/>
                        </a:rPr>
                        <a:t>Work</a:t>
                      </a:r>
                      <a:r>
                        <a:rPr sz="1600" spc="-40" dirty="0">
                          <a:latin typeface="Times New Roman"/>
                          <a:cs typeface="Times New Roman"/>
                        </a:rPr>
                        <a:t> </a:t>
                      </a:r>
                      <a:r>
                        <a:rPr sz="1600" dirty="0">
                          <a:latin typeface="Times New Roman"/>
                          <a:cs typeface="Times New Roman"/>
                        </a:rPr>
                        <a:t>that</a:t>
                      </a:r>
                      <a:r>
                        <a:rPr sz="1600" spc="-40" dirty="0">
                          <a:latin typeface="Times New Roman"/>
                          <a:cs typeface="Times New Roman"/>
                        </a:rPr>
                        <a:t> </a:t>
                      </a:r>
                      <a:r>
                        <a:rPr sz="1600" dirty="0">
                          <a:latin typeface="Times New Roman"/>
                          <a:cs typeface="Times New Roman"/>
                        </a:rPr>
                        <a:t>involves</a:t>
                      </a:r>
                      <a:r>
                        <a:rPr sz="1600" spc="-40" dirty="0">
                          <a:latin typeface="Times New Roman"/>
                          <a:cs typeface="Times New Roman"/>
                        </a:rPr>
                        <a:t> </a:t>
                      </a:r>
                      <a:r>
                        <a:rPr sz="1600" dirty="0">
                          <a:latin typeface="Times New Roman"/>
                          <a:cs typeface="Times New Roman"/>
                        </a:rPr>
                        <a:t>the</a:t>
                      </a:r>
                      <a:r>
                        <a:rPr sz="1600" spc="-40" dirty="0">
                          <a:latin typeface="Times New Roman"/>
                          <a:cs typeface="Times New Roman"/>
                        </a:rPr>
                        <a:t> </a:t>
                      </a:r>
                      <a:r>
                        <a:rPr sz="1600" dirty="0">
                          <a:latin typeface="Times New Roman"/>
                          <a:cs typeface="Times New Roman"/>
                        </a:rPr>
                        <a:t>planning,</a:t>
                      </a:r>
                      <a:r>
                        <a:rPr sz="1600" spc="-40" dirty="0">
                          <a:latin typeface="Times New Roman"/>
                          <a:cs typeface="Times New Roman"/>
                        </a:rPr>
                        <a:t> </a:t>
                      </a:r>
                      <a:r>
                        <a:rPr sz="1600" dirty="0">
                          <a:latin typeface="Times New Roman"/>
                          <a:cs typeface="Times New Roman"/>
                        </a:rPr>
                        <a:t>installation,</a:t>
                      </a:r>
                      <a:r>
                        <a:rPr sz="1600" spc="-40" dirty="0">
                          <a:latin typeface="Times New Roman"/>
                          <a:cs typeface="Times New Roman"/>
                        </a:rPr>
                        <a:t> </a:t>
                      </a:r>
                      <a:r>
                        <a:rPr sz="1600" spc="-10" dirty="0">
                          <a:latin typeface="Times New Roman"/>
                          <a:cs typeface="Times New Roman"/>
                        </a:rPr>
                        <a:t>configuration,</a:t>
                      </a:r>
                      <a:endParaRPr sz="1600">
                        <a:latin typeface="Times New Roman"/>
                        <a:cs typeface="Times New Roman"/>
                      </a:endParaRPr>
                    </a:p>
                    <a:p>
                      <a:pPr marL="62230" marR="122555">
                        <a:lnSpc>
                          <a:spcPts val="1380"/>
                        </a:lnSpc>
                        <a:spcBef>
                          <a:spcPts val="65"/>
                        </a:spcBef>
                      </a:pPr>
                      <a:r>
                        <a:rPr sz="1600" dirty="0">
                          <a:latin typeface="Times New Roman"/>
                          <a:cs typeface="Times New Roman"/>
                        </a:rPr>
                        <a:t>testing,</a:t>
                      </a:r>
                      <a:r>
                        <a:rPr sz="1600" spc="-15" dirty="0">
                          <a:latin typeface="Times New Roman"/>
                          <a:cs typeface="Times New Roman"/>
                        </a:rPr>
                        <a:t> </a:t>
                      </a:r>
                      <a:r>
                        <a:rPr sz="1600" spc="-10" dirty="0">
                          <a:latin typeface="Times New Roman"/>
                          <a:cs typeface="Times New Roman"/>
                        </a:rPr>
                        <a:t>implementation,</a:t>
                      </a:r>
                      <a:r>
                        <a:rPr sz="1600" spc="-15" dirty="0">
                          <a:latin typeface="Times New Roman"/>
                          <a:cs typeface="Times New Roman"/>
                        </a:rPr>
                        <a:t> </a:t>
                      </a:r>
                      <a:r>
                        <a:rPr sz="1600" dirty="0">
                          <a:latin typeface="Times New Roman"/>
                          <a:cs typeface="Times New Roman"/>
                        </a:rPr>
                        <a:t>and</a:t>
                      </a:r>
                      <a:r>
                        <a:rPr sz="1600" spc="-15" dirty="0">
                          <a:latin typeface="Times New Roman"/>
                          <a:cs typeface="Times New Roman"/>
                        </a:rPr>
                        <a:t> </a:t>
                      </a:r>
                      <a:r>
                        <a:rPr sz="1600" dirty="0">
                          <a:latin typeface="Times New Roman"/>
                          <a:cs typeface="Times New Roman"/>
                        </a:rPr>
                        <a:t>management</a:t>
                      </a:r>
                      <a:r>
                        <a:rPr sz="1600" spc="-15" dirty="0">
                          <a:latin typeface="Times New Roman"/>
                          <a:cs typeface="Times New Roman"/>
                        </a:rPr>
                        <a:t> </a:t>
                      </a:r>
                      <a:r>
                        <a:rPr sz="1600" dirty="0">
                          <a:latin typeface="Times New Roman"/>
                          <a:cs typeface="Times New Roman"/>
                        </a:rPr>
                        <a:t>of</a:t>
                      </a:r>
                      <a:r>
                        <a:rPr sz="1600" spc="-20" dirty="0">
                          <a:latin typeface="Times New Roman"/>
                          <a:cs typeface="Times New Roman"/>
                        </a:rPr>
                        <a:t> </a:t>
                      </a:r>
                      <a:r>
                        <a:rPr sz="1600" dirty="0">
                          <a:latin typeface="Times New Roman"/>
                          <a:cs typeface="Times New Roman"/>
                        </a:rPr>
                        <a:t>the</a:t>
                      </a:r>
                      <a:r>
                        <a:rPr sz="1600" spc="-20" dirty="0">
                          <a:latin typeface="Times New Roman"/>
                          <a:cs typeface="Times New Roman"/>
                        </a:rPr>
                        <a:t> </a:t>
                      </a:r>
                      <a:r>
                        <a:rPr sz="1600" spc="-10" dirty="0">
                          <a:latin typeface="Times New Roman"/>
                          <a:cs typeface="Times New Roman"/>
                        </a:rPr>
                        <a:t>systems environment</a:t>
                      </a:r>
                      <a:r>
                        <a:rPr sz="1600" spc="-30" dirty="0">
                          <a:latin typeface="Times New Roman"/>
                          <a:cs typeface="Times New Roman"/>
                        </a:rPr>
                        <a:t> </a:t>
                      </a:r>
                      <a:r>
                        <a:rPr sz="1600" dirty="0">
                          <a:latin typeface="Times New Roman"/>
                          <a:cs typeface="Times New Roman"/>
                        </a:rPr>
                        <a:t>in</a:t>
                      </a:r>
                      <a:r>
                        <a:rPr sz="1600" spc="-30" dirty="0">
                          <a:latin typeface="Times New Roman"/>
                          <a:cs typeface="Times New Roman"/>
                        </a:rPr>
                        <a:t> </a:t>
                      </a:r>
                      <a:r>
                        <a:rPr sz="1600" dirty="0">
                          <a:latin typeface="Times New Roman"/>
                          <a:cs typeface="Times New Roman"/>
                        </a:rPr>
                        <a:t>support</a:t>
                      </a:r>
                      <a:r>
                        <a:rPr sz="1600" spc="-30" dirty="0">
                          <a:latin typeface="Times New Roman"/>
                          <a:cs typeface="Times New Roman"/>
                        </a:rPr>
                        <a:t> </a:t>
                      </a:r>
                      <a:r>
                        <a:rPr sz="1600" dirty="0">
                          <a:latin typeface="Times New Roman"/>
                          <a:cs typeface="Times New Roman"/>
                        </a:rPr>
                        <a:t>of</a:t>
                      </a:r>
                      <a:r>
                        <a:rPr sz="1600" spc="-30" dirty="0">
                          <a:latin typeface="Times New Roman"/>
                          <a:cs typeface="Times New Roman"/>
                        </a:rPr>
                        <a:t> </a:t>
                      </a:r>
                      <a:r>
                        <a:rPr sz="1600" dirty="0">
                          <a:latin typeface="Times New Roman"/>
                          <a:cs typeface="Times New Roman"/>
                        </a:rPr>
                        <a:t>the</a:t>
                      </a:r>
                      <a:r>
                        <a:rPr sz="1600" spc="-35" dirty="0">
                          <a:latin typeface="Times New Roman"/>
                          <a:cs typeface="Times New Roman"/>
                        </a:rPr>
                        <a:t> </a:t>
                      </a:r>
                      <a:r>
                        <a:rPr sz="1600" dirty="0">
                          <a:latin typeface="Times New Roman"/>
                          <a:cs typeface="Times New Roman"/>
                        </a:rPr>
                        <a:t>organization’s</a:t>
                      </a:r>
                      <a:r>
                        <a:rPr sz="1600" spc="-20" dirty="0">
                          <a:latin typeface="Times New Roman"/>
                          <a:cs typeface="Times New Roman"/>
                        </a:rPr>
                        <a:t> </a:t>
                      </a:r>
                      <a:r>
                        <a:rPr sz="1600" dirty="0">
                          <a:latin typeface="Times New Roman"/>
                          <a:cs typeface="Times New Roman"/>
                        </a:rPr>
                        <a:t>IT</a:t>
                      </a:r>
                      <a:r>
                        <a:rPr sz="1600" spc="-35" dirty="0">
                          <a:latin typeface="Times New Roman"/>
                          <a:cs typeface="Times New Roman"/>
                        </a:rPr>
                        <a:t> </a:t>
                      </a:r>
                      <a:r>
                        <a:rPr sz="1600" dirty="0">
                          <a:latin typeface="Times New Roman"/>
                          <a:cs typeface="Times New Roman"/>
                        </a:rPr>
                        <a:t>architecture</a:t>
                      </a:r>
                      <a:r>
                        <a:rPr sz="1600" spc="-25" dirty="0">
                          <a:latin typeface="Times New Roman"/>
                          <a:cs typeface="Times New Roman"/>
                        </a:rPr>
                        <a:t> and </a:t>
                      </a:r>
                      <a:r>
                        <a:rPr sz="1600" dirty="0">
                          <a:latin typeface="Times New Roman"/>
                          <a:cs typeface="Times New Roman"/>
                        </a:rPr>
                        <a:t>business</a:t>
                      </a:r>
                      <a:r>
                        <a:rPr sz="1600" spc="-35" dirty="0">
                          <a:latin typeface="Times New Roman"/>
                          <a:cs typeface="Times New Roman"/>
                        </a:rPr>
                        <a:t> </a:t>
                      </a:r>
                      <a:r>
                        <a:rPr sz="1600" spc="-10" dirty="0">
                          <a:latin typeface="Times New Roman"/>
                          <a:cs typeface="Times New Roman"/>
                        </a:rPr>
                        <a:t>needs.</a:t>
                      </a:r>
                      <a:endParaRPr sz="1600">
                        <a:latin typeface="Times New Roman"/>
                        <a:cs typeface="Times New Roman"/>
                      </a:endParaRPr>
                    </a:p>
                  </a:txBody>
                  <a:tcPr marL="0" marR="0" marT="0" marB="0"/>
                </a:tc>
                <a:extLst>
                  <a:ext uri="{0D108BD9-81ED-4DB2-BD59-A6C34878D82A}">
                    <a16:rowId xmlns:a16="http://schemas.microsoft.com/office/drawing/2014/main" val="10000"/>
                  </a:ext>
                </a:extLst>
              </a:tr>
              <a:tr h="949923">
                <a:tc>
                  <a:txBody>
                    <a:bodyPr/>
                    <a:lstStyle/>
                    <a:p>
                      <a:pPr marR="55880" algn="r">
                        <a:lnSpc>
                          <a:spcPct val="100000"/>
                        </a:lnSpc>
                        <a:spcBef>
                          <a:spcPts val="215"/>
                        </a:spcBef>
                      </a:pPr>
                      <a:r>
                        <a:rPr sz="1600" b="1" dirty="0">
                          <a:latin typeface="Times New Roman"/>
                          <a:cs typeface="Times New Roman"/>
                        </a:rPr>
                        <a:t>Network</a:t>
                      </a:r>
                      <a:r>
                        <a:rPr sz="1600" b="1" spc="-45" dirty="0">
                          <a:latin typeface="Times New Roman"/>
                          <a:cs typeface="Times New Roman"/>
                        </a:rPr>
                        <a:t> </a:t>
                      </a:r>
                      <a:r>
                        <a:rPr sz="1600" b="1" dirty="0">
                          <a:latin typeface="Times New Roman"/>
                          <a:cs typeface="Times New Roman"/>
                        </a:rPr>
                        <a:t>Services</a:t>
                      </a:r>
                      <a:r>
                        <a:rPr sz="1600" b="1" spc="-40" dirty="0">
                          <a:latin typeface="Times New Roman"/>
                          <a:cs typeface="Times New Roman"/>
                        </a:rPr>
                        <a:t> </a:t>
                      </a:r>
                      <a:r>
                        <a:rPr sz="1600" b="1" spc="-50" dirty="0">
                          <a:latin typeface="Times New Roman"/>
                          <a:cs typeface="Times New Roman"/>
                        </a:rPr>
                        <a:t>–</a:t>
                      </a:r>
                      <a:endParaRPr sz="1600" dirty="0">
                        <a:latin typeface="Times New Roman"/>
                        <a:cs typeface="Times New Roman"/>
                      </a:endParaRPr>
                    </a:p>
                  </a:txBody>
                  <a:tcPr marL="0" marR="0" marT="18617" marB="0"/>
                </a:tc>
                <a:tc>
                  <a:txBody>
                    <a:bodyPr/>
                    <a:lstStyle/>
                    <a:p>
                      <a:pPr marL="62230" marR="55244">
                        <a:lnSpc>
                          <a:spcPts val="1380"/>
                        </a:lnSpc>
                        <a:spcBef>
                          <a:spcPts val="290"/>
                        </a:spcBef>
                      </a:pPr>
                      <a:r>
                        <a:rPr sz="1600" dirty="0">
                          <a:latin typeface="Times New Roman"/>
                          <a:cs typeface="Times New Roman"/>
                        </a:rPr>
                        <a:t>Work</a:t>
                      </a:r>
                      <a:r>
                        <a:rPr sz="1600" spc="-35" dirty="0">
                          <a:latin typeface="Times New Roman"/>
                          <a:cs typeface="Times New Roman"/>
                        </a:rPr>
                        <a:t> </a:t>
                      </a:r>
                      <a:r>
                        <a:rPr sz="1600" dirty="0">
                          <a:latin typeface="Times New Roman"/>
                          <a:cs typeface="Times New Roman"/>
                        </a:rPr>
                        <a:t>that</a:t>
                      </a:r>
                      <a:r>
                        <a:rPr sz="1600" spc="-35" dirty="0">
                          <a:latin typeface="Times New Roman"/>
                          <a:cs typeface="Times New Roman"/>
                        </a:rPr>
                        <a:t> </a:t>
                      </a:r>
                      <a:r>
                        <a:rPr sz="1600" dirty="0">
                          <a:latin typeface="Times New Roman"/>
                          <a:cs typeface="Times New Roman"/>
                        </a:rPr>
                        <a:t>involves</a:t>
                      </a:r>
                      <a:r>
                        <a:rPr sz="1600" spc="-35" dirty="0">
                          <a:latin typeface="Times New Roman"/>
                          <a:cs typeface="Times New Roman"/>
                        </a:rPr>
                        <a:t> </a:t>
                      </a:r>
                      <a:r>
                        <a:rPr sz="1600" dirty="0">
                          <a:latin typeface="Times New Roman"/>
                          <a:cs typeface="Times New Roman"/>
                        </a:rPr>
                        <a:t>the</a:t>
                      </a:r>
                      <a:r>
                        <a:rPr sz="1600" spc="-40" dirty="0">
                          <a:latin typeface="Times New Roman"/>
                          <a:cs typeface="Times New Roman"/>
                        </a:rPr>
                        <a:t> </a:t>
                      </a:r>
                      <a:r>
                        <a:rPr sz="1600" dirty="0">
                          <a:latin typeface="Times New Roman"/>
                          <a:cs typeface="Times New Roman"/>
                        </a:rPr>
                        <a:t>planning,</a:t>
                      </a:r>
                      <a:r>
                        <a:rPr sz="1600" spc="-25" dirty="0">
                          <a:latin typeface="Times New Roman"/>
                          <a:cs typeface="Times New Roman"/>
                        </a:rPr>
                        <a:t> </a:t>
                      </a:r>
                      <a:r>
                        <a:rPr sz="1600" dirty="0">
                          <a:latin typeface="Times New Roman"/>
                          <a:cs typeface="Times New Roman"/>
                        </a:rPr>
                        <a:t>analysis,</a:t>
                      </a:r>
                      <a:r>
                        <a:rPr sz="1600" spc="-35" dirty="0">
                          <a:latin typeface="Times New Roman"/>
                          <a:cs typeface="Times New Roman"/>
                        </a:rPr>
                        <a:t> </a:t>
                      </a:r>
                      <a:r>
                        <a:rPr sz="1600" dirty="0">
                          <a:latin typeface="Times New Roman"/>
                          <a:cs typeface="Times New Roman"/>
                        </a:rPr>
                        <a:t>design,</a:t>
                      </a:r>
                      <a:r>
                        <a:rPr sz="1600" spc="-25" dirty="0">
                          <a:latin typeface="Times New Roman"/>
                          <a:cs typeface="Times New Roman"/>
                        </a:rPr>
                        <a:t> </a:t>
                      </a:r>
                      <a:r>
                        <a:rPr sz="1600" spc="-10" dirty="0">
                          <a:latin typeface="Times New Roman"/>
                          <a:cs typeface="Times New Roman"/>
                        </a:rPr>
                        <a:t>development, </a:t>
                      </a:r>
                      <a:r>
                        <a:rPr sz="1600" dirty="0">
                          <a:latin typeface="Times New Roman"/>
                          <a:cs typeface="Times New Roman"/>
                        </a:rPr>
                        <a:t>testing,</a:t>
                      </a:r>
                      <a:r>
                        <a:rPr sz="1600" spc="-15" dirty="0">
                          <a:latin typeface="Times New Roman"/>
                          <a:cs typeface="Times New Roman"/>
                        </a:rPr>
                        <a:t> </a:t>
                      </a:r>
                      <a:r>
                        <a:rPr sz="1600" dirty="0">
                          <a:latin typeface="Times New Roman"/>
                          <a:cs typeface="Times New Roman"/>
                        </a:rPr>
                        <a:t>quality</a:t>
                      </a:r>
                      <a:r>
                        <a:rPr sz="1600" spc="-30" dirty="0">
                          <a:latin typeface="Times New Roman"/>
                          <a:cs typeface="Times New Roman"/>
                        </a:rPr>
                        <a:t> </a:t>
                      </a:r>
                      <a:r>
                        <a:rPr sz="1600" dirty="0">
                          <a:latin typeface="Times New Roman"/>
                          <a:cs typeface="Times New Roman"/>
                        </a:rPr>
                        <a:t>assurance,</a:t>
                      </a:r>
                      <a:r>
                        <a:rPr sz="1600" spc="-10" dirty="0">
                          <a:latin typeface="Times New Roman"/>
                          <a:cs typeface="Times New Roman"/>
                        </a:rPr>
                        <a:t> configuration,</a:t>
                      </a:r>
                      <a:r>
                        <a:rPr sz="1600" spc="-15" dirty="0">
                          <a:latin typeface="Times New Roman"/>
                          <a:cs typeface="Times New Roman"/>
                        </a:rPr>
                        <a:t> </a:t>
                      </a:r>
                      <a:r>
                        <a:rPr sz="1600" spc="-10" dirty="0">
                          <a:latin typeface="Times New Roman"/>
                          <a:cs typeface="Times New Roman"/>
                        </a:rPr>
                        <a:t>installation, implementation,</a:t>
                      </a:r>
                      <a:r>
                        <a:rPr sz="1600" dirty="0">
                          <a:latin typeface="Times New Roman"/>
                          <a:cs typeface="Times New Roman"/>
                        </a:rPr>
                        <a:t> integration, </a:t>
                      </a:r>
                      <a:r>
                        <a:rPr sz="1600" spc="-10" dirty="0">
                          <a:latin typeface="Times New Roman"/>
                          <a:cs typeface="Times New Roman"/>
                        </a:rPr>
                        <a:t>maintenance,</a:t>
                      </a:r>
                      <a:r>
                        <a:rPr sz="1600" spc="15" dirty="0">
                          <a:latin typeface="Times New Roman"/>
                          <a:cs typeface="Times New Roman"/>
                        </a:rPr>
                        <a:t> </a:t>
                      </a:r>
                      <a:r>
                        <a:rPr sz="1600" dirty="0">
                          <a:latin typeface="Times New Roman"/>
                          <a:cs typeface="Times New Roman"/>
                        </a:rPr>
                        <a:t>and/or</a:t>
                      </a:r>
                      <a:r>
                        <a:rPr sz="1600" spc="5" dirty="0">
                          <a:latin typeface="Times New Roman"/>
                          <a:cs typeface="Times New Roman"/>
                        </a:rPr>
                        <a:t> </a:t>
                      </a:r>
                      <a:r>
                        <a:rPr sz="1600" spc="-10" dirty="0">
                          <a:latin typeface="Times New Roman"/>
                          <a:cs typeface="Times New Roman"/>
                        </a:rPr>
                        <a:t>management</a:t>
                      </a:r>
                      <a:r>
                        <a:rPr sz="1600" spc="5" dirty="0">
                          <a:latin typeface="Times New Roman"/>
                          <a:cs typeface="Times New Roman"/>
                        </a:rPr>
                        <a:t> </a:t>
                      </a:r>
                      <a:r>
                        <a:rPr sz="1600" spc="-25" dirty="0">
                          <a:latin typeface="Times New Roman"/>
                          <a:cs typeface="Times New Roman"/>
                        </a:rPr>
                        <a:t>of </a:t>
                      </a:r>
                      <a:r>
                        <a:rPr sz="1600" dirty="0">
                          <a:latin typeface="Times New Roman"/>
                          <a:cs typeface="Times New Roman"/>
                        </a:rPr>
                        <a:t>networked</a:t>
                      </a:r>
                      <a:r>
                        <a:rPr sz="1600" spc="-35" dirty="0">
                          <a:latin typeface="Times New Roman"/>
                          <a:cs typeface="Times New Roman"/>
                        </a:rPr>
                        <a:t> </a:t>
                      </a:r>
                      <a:r>
                        <a:rPr sz="1600" dirty="0">
                          <a:latin typeface="Times New Roman"/>
                          <a:cs typeface="Times New Roman"/>
                        </a:rPr>
                        <a:t>systems</a:t>
                      </a:r>
                      <a:r>
                        <a:rPr sz="1600" spc="-35" dirty="0">
                          <a:latin typeface="Times New Roman"/>
                          <a:cs typeface="Times New Roman"/>
                        </a:rPr>
                        <a:t> </a:t>
                      </a:r>
                      <a:r>
                        <a:rPr sz="1600" dirty="0">
                          <a:latin typeface="Times New Roman"/>
                          <a:cs typeface="Times New Roman"/>
                        </a:rPr>
                        <a:t>used</a:t>
                      </a:r>
                      <a:r>
                        <a:rPr sz="1600" spc="-25" dirty="0">
                          <a:latin typeface="Times New Roman"/>
                          <a:cs typeface="Times New Roman"/>
                        </a:rPr>
                        <a:t> </a:t>
                      </a:r>
                      <a:r>
                        <a:rPr sz="1600" dirty="0">
                          <a:latin typeface="Times New Roman"/>
                          <a:cs typeface="Times New Roman"/>
                        </a:rPr>
                        <a:t>for</a:t>
                      </a:r>
                      <a:r>
                        <a:rPr sz="1600" spc="-40" dirty="0">
                          <a:latin typeface="Times New Roman"/>
                          <a:cs typeface="Times New Roman"/>
                        </a:rPr>
                        <a:t> </a:t>
                      </a:r>
                      <a:r>
                        <a:rPr sz="1600" dirty="0">
                          <a:latin typeface="Times New Roman"/>
                          <a:cs typeface="Times New Roman"/>
                        </a:rPr>
                        <a:t>the</a:t>
                      </a:r>
                      <a:r>
                        <a:rPr sz="1600" spc="-40" dirty="0">
                          <a:latin typeface="Times New Roman"/>
                          <a:cs typeface="Times New Roman"/>
                        </a:rPr>
                        <a:t> </a:t>
                      </a:r>
                      <a:r>
                        <a:rPr sz="1600" dirty="0">
                          <a:latin typeface="Times New Roman"/>
                          <a:cs typeface="Times New Roman"/>
                        </a:rPr>
                        <a:t>transmission</a:t>
                      </a:r>
                      <a:r>
                        <a:rPr sz="1600" spc="-30" dirty="0">
                          <a:latin typeface="Times New Roman"/>
                          <a:cs typeface="Times New Roman"/>
                        </a:rPr>
                        <a:t> </a:t>
                      </a:r>
                      <a:r>
                        <a:rPr sz="1600" dirty="0">
                          <a:latin typeface="Times New Roman"/>
                          <a:cs typeface="Times New Roman"/>
                        </a:rPr>
                        <a:t>of</a:t>
                      </a:r>
                      <a:r>
                        <a:rPr sz="1600" spc="-40" dirty="0">
                          <a:latin typeface="Times New Roman"/>
                          <a:cs typeface="Times New Roman"/>
                        </a:rPr>
                        <a:t> </a:t>
                      </a:r>
                      <a:r>
                        <a:rPr sz="1600" dirty="0">
                          <a:latin typeface="Times New Roman"/>
                          <a:cs typeface="Times New Roman"/>
                        </a:rPr>
                        <a:t>information</a:t>
                      </a:r>
                      <a:r>
                        <a:rPr sz="1600" spc="-35" dirty="0">
                          <a:latin typeface="Times New Roman"/>
                          <a:cs typeface="Times New Roman"/>
                        </a:rPr>
                        <a:t> </a:t>
                      </a:r>
                      <a:r>
                        <a:rPr sz="1600" spc="-25" dirty="0">
                          <a:latin typeface="Times New Roman"/>
                          <a:cs typeface="Times New Roman"/>
                        </a:rPr>
                        <a:t>in </a:t>
                      </a:r>
                      <a:r>
                        <a:rPr sz="1600" dirty="0">
                          <a:latin typeface="Times New Roman"/>
                          <a:cs typeface="Times New Roman"/>
                        </a:rPr>
                        <a:t>voice,</a:t>
                      </a:r>
                      <a:r>
                        <a:rPr sz="1600" spc="-35" dirty="0">
                          <a:latin typeface="Times New Roman"/>
                          <a:cs typeface="Times New Roman"/>
                        </a:rPr>
                        <a:t> </a:t>
                      </a:r>
                      <a:r>
                        <a:rPr sz="1600" dirty="0">
                          <a:latin typeface="Times New Roman"/>
                          <a:cs typeface="Times New Roman"/>
                        </a:rPr>
                        <a:t>data,</a:t>
                      </a:r>
                      <a:r>
                        <a:rPr sz="1600" spc="-25" dirty="0">
                          <a:latin typeface="Times New Roman"/>
                          <a:cs typeface="Times New Roman"/>
                        </a:rPr>
                        <a:t> </a:t>
                      </a:r>
                      <a:r>
                        <a:rPr sz="1600" dirty="0">
                          <a:latin typeface="Times New Roman"/>
                          <a:cs typeface="Times New Roman"/>
                        </a:rPr>
                        <a:t>and/or</a:t>
                      </a:r>
                      <a:r>
                        <a:rPr sz="1600" spc="-35" dirty="0">
                          <a:latin typeface="Times New Roman"/>
                          <a:cs typeface="Times New Roman"/>
                        </a:rPr>
                        <a:t> </a:t>
                      </a:r>
                      <a:r>
                        <a:rPr sz="1600" dirty="0">
                          <a:latin typeface="Times New Roman"/>
                          <a:cs typeface="Times New Roman"/>
                        </a:rPr>
                        <a:t>video</a:t>
                      </a:r>
                      <a:r>
                        <a:rPr sz="1600" spc="-25" dirty="0">
                          <a:latin typeface="Times New Roman"/>
                          <a:cs typeface="Times New Roman"/>
                        </a:rPr>
                        <a:t> </a:t>
                      </a:r>
                      <a:r>
                        <a:rPr sz="1600" spc="-10" dirty="0">
                          <a:latin typeface="Times New Roman"/>
                          <a:cs typeface="Times New Roman"/>
                        </a:rPr>
                        <a:t>formats.</a:t>
                      </a:r>
                      <a:endParaRPr sz="1600" dirty="0">
                        <a:latin typeface="Times New Roman"/>
                        <a:cs typeface="Times New Roman"/>
                      </a:endParaRPr>
                    </a:p>
                  </a:txBody>
                  <a:tcPr marL="0" marR="0" marT="25111" marB="0"/>
                </a:tc>
                <a:extLst>
                  <a:ext uri="{0D108BD9-81ED-4DB2-BD59-A6C34878D82A}">
                    <a16:rowId xmlns:a16="http://schemas.microsoft.com/office/drawing/2014/main" val="10001"/>
                  </a:ext>
                </a:extLst>
              </a:tr>
              <a:tr h="600118">
                <a:tc>
                  <a:txBody>
                    <a:bodyPr/>
                    <a:lstStyle/>
                    <a:p>
                      <a:pPr marR="55880" algn="r">
                        <a:lnSpc>
                          <a:spcPct val="100000"/>
                        </a:lnSpc>
                        <a:spcBef>
                          <a:spcPts val="215"/>
                        </a:spcBef>
                      </a:pPr>
                      <a:r>
                        <a:rPr sz="1600" b="1" dirty="0">
                          <a:latin typeface="Times New Roman"/>
                          <a:cs typeface="Times New Roman"/>
                        </a:rPr>
                        <a:t>Data</a:t>
                      </a:r>
                      <a:r>
                        <a:rPr sz="1600" b="1" spc="-45" dirty="0">
                          <a:latin typeface="Times New Roman"/>
                          <a:cs typeface="Times New Roman"/>
                        </a:rPr>
                        <a:t> </a:t>
                      </a:r>
                      <a:r>
                        <a:rPr sz="1600" b="1" dirty="0">
                          <a:latin typeface="Times New Roman"/>
                          <a:cs typeface="Times New Roman"/>
                        </a:rPr>
                        <a:t>Management</a:t>
                      </a:r>
                      <a:r>
                        <a:rPr sz="1600" b="1" spc="-45" dirty="0">
                          <a:latin typeface="Times New Roman"/>
                          <a:cs typeface="Times New Roman"/>
                        </a:rPr>
                        <a:t> </a:t>
                      </a:r>
                      <a:r>
                        <a:rPr sz="1600" b="1" spc="-50" dirty="0">
                          <a:latin typeface="Times New Roman"/>
                          <a:cs typeface="Times New Roman"/>
                        </a:rPr>
                        <a:t>–</a:t>
                      </a:r>
                      <a:endParaRPr sz="1600">
                        <a:latin typeface="Times New Roman"/>
                        <a:cs typeface="Times New Roman"/>
                      </a:endParaRPr>
                    </a:p>
                  </a:txBody>
                  <a:tcPr marL="0" marR="0" marT="18617" marB="0"/>
                </a:tc>
                <a:tc>
                  <a:txBody>
                    <a:bodyPr/>
                    <a:lstStyle/>
                    <a:p>
                      <a:pPr marL="62230" marR="142875">
                        <a:lnSpc>
                          <a:spcPts val="1380"/>
                        </a:lnSpc>
                        <a:spcBef>
                          <a:spcPts val="290"/>
                        </a:spcBef>
                      </a:pPr>
                      <a:r>
                        <a:rPr sz="1600" dirty="0">
                          <a:latin typeface="Times New Roman"/>
                          <a:cs typeface="Times New Roman"/>
                        </a:rPr>
                        <a:t>Work</a:t>
                      </a:r>
                      <a:r>
                        <a:rPr sz="1600" spc="-40" dirty="0">
                          <a:latin typeface="Times New Roman"/>
                          <a:cs typeface="Times New Roman"/>
                        </a:rPr>
                        <a:t> </a:t>
                      </a:r>
                      <a:r>
                        <a:rPr sz="1600" dirty="0">
                          <a:latin typeface="Times New Roman"/>
                          <a:cs typeface="Times New Roman"/>
                        </a:rPr>
                        <a:t>that</a:t>
                      </a:r>
                      <a:r>
                        <a:rPr sz="1600" spc="-35" dirty="0">
                          <a:latin typeface="Times New Roman"/>
                          <a:cs typeface="Times New Roman"/>
                        </a:rPr>
                        <a:t> </a:t>
                      </a:r>
                      <a:r>
                        <a:rPr sz="1600" dirty="0">
                          <a:latin typeface="Times New Roman"/>
                          <a:cs typeface="Times New Roman"/>
                        </a:rPr>
                        <a:t>involves</a:t>
                      </a:r>
                      <a:r>
                        <a:rPr sz="1600" spc="-40" dirty="0">
                          <a:latin typeface="Times New Roman"/>
                          <a:cs typeface="Times New Roman"/>
                        </a:rPr>
                        <a:t> </a:t>
                      </a:r>
                      <a:r>
                        <a:rPr sz="1600" dirty="0">
                          <a:latin typeface="Times New Roman"/>
                          <a:cs typeface="Times New Roman"/>
                        </a:rPr>
                        <a:t>the</a:t>
                      </a:r>
                      <a:r>
                        <a:rPr sz="1600" spc="-40" dirty="0">
                          <a:latin typeface="Times New Roman"/>
                          <a:cs typeface="Times New Roman"/>
                        </a:rPr>
                        <a:t> </a:t>
                      </a:r>
                      <a:r>
                        <a:rPr sz="1600" dirty="0">
                          <a:latin typeface="Times New Roman"/>
                          <a:cs typeface="Times New Roman"/>
                        </a:rPr>
                        <a:t>planning,</a:t>
                      </a:r>
                      <a:r>
                        <a:rPr sz="1600" spc="-40" dirty="0">
                          <a:latin typeface="Times New Roman"/>
                          <a:cs typeface="Times New Roman"/>
                        </a:rPr>
                        <a:t> </a:t>
                      </a:r>
                      <a:r>
                        <a:rPr sz="1600" dirty="0">
                          <a:latin typeface="Times New Roman"/>
                          <a:cs typeface="Times New Roman"/>
                        </a:rPr>
                        <a:t>development,</a:t>
                      </a:r>
                      <a:r>
                        <a:rPr sz="1600" spc="-35" dirty="0">
                          <a:latin typeface="Times New Roman"/>
                          <a:cs typeface="Times New Roman"/>
                        </a:rPr>
                        <a:t> </a:t>
                      </a:r>
                      <a:r>
                        <a:rPr sz="1600" spc="-10" dirty="0">
                          <a:latin typeface="Times New Roman"/>
                          <a:cs typeface="Times New Roman"/>
                        </a:rPr>
                        <a:t>implementation, </a:t>
                      </a:r>
                      <a:r>
                        <a:rPr sz="1600" dirty="0">
                          <a:latin typeface="Times New Roman"/>
                          <a:cs typeface="Times New Roman"/>
                        </a:rPr>
                        <a:t>and</a:t>
                      </a:r>
                      <a:r>
                        <a:rPr sz="1600" spc="-20" dirty="0">
                          <a:latin typeface="Times New Roman"/>
                          <a:cs typeface="Times New Roman"/>
                        </a:rPr>
                        <a:t> </a:t>
                      </a:r>
                      <a:r>
                        <a:rPr sz="1600" spc="-10" dirty="0">
                          <a:latin typeface="Times New Roman"/>
                          <a:cs typeface="Times New Roman"/>
                        </a:rPr>
                        <a:t>administration</a:t>
                      </a:r>
                      <a:r>
                        <a:rPr sz="1600" spc="-15" dirty="0">
                          <a:latin typeface="Times New Roman"/>
                          <a:cs typeface="Times New Roman"/>
                        </a:rPr>
                        <a:t> </a:t>
                      </a:r>
                      <a:r>
                        <a:rPr sz="1600" dirty="0">
                          <a:latin typeface="Times New Roman"/>
                          <a:cs typeface="Times New Roman"/>
                        </a:rPr>
                        <a:t>of</a:t>
                      </a:r>
                      <a:r>
                        <a:rPr sz="1600" spc="-25" dirty="0">
                          <a:latin typeface="Times New Roman"/>
                          <a:cs typeface="Times New Roman"/>
                        </a:rPr>
                        <a:t> </a:t>
                      </a:r>
                      <a:r>
                        <a:rPr sz="1600" dirty="0">
                          <a:latin typeface="Times New Roman"/>
                          <a:cs typeface="Times New Roman"/>
                        </a:rPr>
                        <a:t>systems</a:t>
                      </a:r>
                      <a:r>
                        <a:rPr sz="1600" spc="-15" dirty="0">
                          <a:latin typeface="Times New Roman"/>
                          <a:cs typeface="Times New Roman"/>
                        </a:rPr>
                        <a:t> </a:t>
                      </a:r>
                      <a:r>
                        <a:rPr sz="1600" dirty="0">
                          <a:latin typeface="Times New Roman"/>
                          <a:cs typeface="Times New Roman"/>
                        </a:rPr>
                        <a:t>for</a:t>
                      </a:r>
                      <a:r>
                        <a:rPr sz="1600" spc="-20"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dirty="0">
                          <a:latin typeface="Times New Roman"/>
                          <a:cs typeface="Times New Roman"/>
                        </a:rPr>
                        <a:t>acquisition,</a:t>
                      </a:r>
                      <a:r>
                        <a:rPr sz="1600" spc="-5" dirty="0">
                          <a:latin typeface="Times New Roman"/>
                          <a:cs typeface="Times New Roman"/>
                        </a:rPr>
                        <a:t> </a:t>
                      </a:r>
                      <a:r>
                        <a:rPr sz="1600" dirty="0">
                          <a:latin typeface="Times New Roman"/>
                          <a:cs typeface="Times New Roman"/>
                        </a:rPr>
                        <a:t>storage,</a:t>
                      </a:r>
                      <a:r>
                        <a:rPr sz="1600" spc="-20" dirty="0">
                          <a:latin typeface="Times New Roman"/>
                          <a:cs typeface="Times New Roman"/>
                        </a:rPr>
                        <a:t> </a:t>
                      </a:r>
                      <a:r>
                        <a:rPr sz="1600" spc="-25" dirty="0">
                          <a:latin typeface="Times New Roman"/>
                          <a:cs typeface="Times New Roman"/>
                        </a:rPr>
                        <a:t>and </a:t>
                      </a:r>
                      <a:r>
                        <a:rPr sz="1600" spc="-10" dirty="0">
                          <a:latin typeface="Times New Roman"/>
                          <a:cs typeface="Times New Roman"/>
                        </a:rPr>
                        <a:t>retrieval</a:t>
                      </a:r>
                      <a:r>
                        <a:rPr sz="1600" spc="-5" dirty="0">
                          <a:latin typeface="Times New Roman"/>
                          <a:cs typeface="Times New Roman"/>
                        </a:rPr>
                        <a:t> </a:t>
                      </a:r>
                      <a:r>
                        <a:rPr sz="1600" dirty="0">
                          <a:latin typeface="Times New Roman"/>
                          <a:cs typeface="Times New Roman"/>
                        </a:rPr>
                        <a:t>of</a:t>
                      </a:r>
                      <a:r>
                        <a:rPr sz="1600" spc="-5" dirty="0">
                          <a:latin typeface="Times New Roman"/>
                          <a:cs typeface="Times New Roman"/>
                        </a:rPr>
                        <a:t> </a:t>
                      </a:r>
                      <a:r>
                        <a:rPr sz="1600" spc="-20" dirty="0">
                          <a:latin typeface="Times New Roman"/>
                          <a:cs typeface="Times New Roman"/>
                        </a:rPr>
                        <a:t>data.</a:t>
                      </a:r>
                      <a:endParaRPr sz="1600" dirty="0">
                        <a:latin typeface="Times New Roman"/>
                        <a:cs typeface="Times New Roman"/>
                      </a:endParaRPr>
                    </a:p>
                  </a:txBody>
                  <a:tcPr marL="0" marR="0" marT="25111" marB="0"/>
                </a:tc>
                <a:extLst>
                  <a:ext uri="{0D108BD9-81ED-4DB2-BD59-A6C34878D82A}">
                    <a16:rowId xmlns:a16="http://schemas.microsoft.com/office/drawing/2014/main" val="10002"/>
                  </a:ext>
                </a:extLst>
              </a:tr>
              <a:tr h="1300361">
                <a:tc>
                  <a:txBody>
                    <a:bodyPr/>
                    <a:lstStyle/>
                    <a:p>
                      <a:pPr marR="55880" algn="r">
                        <a:lnSpc>
                          <a:spcPct val="100000"/>
                        </a:lnSpc>
                        <a:spcBef>
                          <a:spcPts val="215"/>
                        </a:spcBef>
                      </a:pPr>
                      <a:r>
                        <a:rPr sz="1600" b="1" dirty="0">
                          <a:latin typeface="Times New Roman"/>
                          <a:cs typeface="Times New Roman"/>
                        </a:rPr>
                        <a:t>Internet</a:t>
                      </a:r>
                      <a:r>
                        <a:rPr sz="1600" b="1" spc="-60" dirty="0">
                          <a:latin typeface="Times New Roman"/>
                          <a:cs typeface="Times New Roman"/>
                        </a:rPr>
                        <a:t> </a:t>
                      </a:r>
                      <a:r>
                        <a:rPr sz="1600" b="1" spc="-50" dirty="0">
                          <a:latin typeface="Times New Roman"/>
                          <a:cs typeface="Times New Roman"/>
                        </a:rPr>
                        <a:t>–</a:t>
                      </a:r>
                      <a:endParaRPr sz="1600" dirty="0">
                        <a:latin typeface="Times New Roman"/>
                        <a:cs typeface="Times New Roman"/>
                      </a:endParaRPr>
                    </a:p>
                  </a:txBody>
                  <a:tcPr marL="0" marR="0" marT="18617" marB="0"/>
                </a:tc>
                <a:tc>
                  <a:txBody>
                    <a:bodyPr/>
                    <a:lstStyle/>
                    <a:p>
                      <a:pPr marL="62230" marR="113030">
                        <a:lnSpc>
                          <a:spcPts val="1380"/>
                        </a:lnSpc>
                        <a:spcBef>
                          <a:spcPts val="290"/>
                        </a:spcBef>
                      </a:pPr>
                      <a:r>
                        <a:rPr sz="1600" dirty="0">
                          <a:latin typeface="Times New Roman"/>
                          <a:cs typeface="Times New Roman"/>
                        </a:rPr>
                        <a:t>Work</a:t>
                      </a:r>
                      <a:r>
                        <a:rPr sz="1600" spc="-40" dirty="0">
                          <a:latin typeface="Times New Roman"/>
                          <a:cs typeface="Times New Roman"/>
                        </a:rPr>
                        <a:t> </a:t>
                      </a:r>
                      <a:r>
                        <a:rPr sz="1600" dirty="0">
                          <a:latin typeface="Times New Roman"/>
                          <a:cs typeface="Times New Roman"/>
                        </a:rPr>
                        <a:t>that</a:t>
                      </a:r>
                      <a:r>
                        <a:rPr sz="1600" spc="-35" dirty="0">
                          <a:latin typeface="Times New Roman"/>
                          <a:cs typeface="Times New Roman"/>
                        </a:rPr>
                        <a:t> </a:t>
                      </a:r>
                      <a:r>
                        <a:rPr sz="1600" dirty="0">
                          <a:latin typeface="Times New Roman"/>
                          <a:cs typeface="Times New Roman"/>
                        </a:rPr>
                        <a:t>involves</a:t>
                      </a:r>
                      <a:r>
                        <a:rPr sz="1600" spc="-35" dirty="0">
                          <a:latin typeface="Times New Roman"/>
                          <a:cs typeface="Times New Roman"/>
                        </a:rPr>
                        <a:t> </a:t>
                      </a:r>
                      <a:r>
                        <a:rPr sz="1600" dirty="0">
                          <a:latin typeface="Times New Roman"/>
                          <a:cs typeface="Times New Roman"/>
                        </a:rPr>
                        <a:t>the</a:t>
                      </a:r>
                      <a:r>
                        <a:rPr sz="1600" spc="-35" dirty="0">
                          <a:latin typeface="Times New Roman"/>
                          <a:cs typeface="Times New Roman"/>
                        </a:rPr>
                        <a:t> </a:t>
                      </a:r>
                      <a:r>
                        <a:rPr sz="1600" dirty="0">
                          <a:latin typeface="Times New Roman"/>
                          <a:cs typeface="Times New Roman"/>
                        </a:rPr>
                        <a:t>technical</a:t>
                      </a:r>
                      <a:r>
                        <a:rPr sz="1600" spc="-40" dirty="0">
                          <a:latin typeface="Times New Roman"/>
                          <a:cs typeface="Times New Roman"/>
                        </a:rPr>
                        <a:t> </a:t>
                      </a:r>
                      <a:r>
                        <a:rPr sz="1600" dirty="0">
                          <a:latin typeface="Times New Roman"/>
                          <a:cs typeface="Times New Roman"/>
                        </a:rPr>
                        <a:t>planning,</a:t>
                      </a:r>
                      <a:r>
                        <a:rPr sz="1600" spc="-35" dirty="0">
                          <a:latin typeface="Times New Roman"/>
                          <a:cs typeface="Times New Roman"/>
                        </a:rPr>
                        <a:t> </a:t>
                      </a:r>
                      <a:r>
                        <a:rPr sz="1600" dirty="0">
                          <a:latin typeface="Times New Roman"/>
                          <a:cs typeface="Times New Roman"/>
                        </a:rPr>
                        <a:t>design,</a:t>
                      </a:r>
                      <a:r>
                        <a:rPr sz="1600" spc="-25" dirty="0">
                          <a:latin typeface="Times New Roman"/>
                          <a:cs typeface="Times New Roman"/>
                        </a:rPr>
                        <a:t> </a:t>
                      </a:r>
                      <a:r>
                        <a:rPr sz="1600" spc="-10" dirty="0">
                          <a:latin typeface="Times New Roman"/>
                          <a:cs typeface="Times New Roman"/>
                        </a:rPr>
                        <a:t>development, </a:t>
                      </a:r>
                      <a:r>
                        <a:rPr sz="1600" dirty="0">
                          <a:latin typeface="Times New Roman"/>
                          <a:cs typeface="Times New Roman"/>
                        </a:rPr>
                        <a:t>testing,</a:t>
                      </a:r>
                      <a:r>
                        <a:rPr sz="1600" spc="-25" dirty="0">
                          <a:latin typeface="Times New Roman"/>
                          <a:cs typeface="Times New Roman"/>
                        </a:rPr>
                        <a:t> </a:t>
                      </a:r>
                      <a:r>
                        <a:rPr sz="1600" spc="-10" dirty="0">
                          <a:latin typeface="Times New Roman"/>
                          <a:cs typeface="Times New Roman"/>
                        </a:rPr>
                        <a:t>implementation,</a:t>
                      </a:r>
                      <a:r>
                        <a:rPr sz="1600" spc="-25" dirty="0">
                          <a:latin typeface="Times New Roman"/>
                          <a:cs typeface="Times New Roman"/>
                        </a:rPr>
                        <a:t> </a:t>
                      </a:r>
                      <a:r>
                        <a:rPr sz="1600" dirty="0">
                          <a:latin typeface="Times New Roman"/>
                          <a:cs typeface="Times New Roman"/>
                        </a:rPr>
                        <a:t>and</a:t>
                      </a:r>
                      <a:r>
                        <a:rPr sz="1600" spc="-25" dirty="0">
                          <a:latin typeface="Times New Roman"/>
                          <a:cs typeface="Times New Roman"/>
                        </a:rPr>
                        <a:t> </a:t>
                      </a:r>
                      <a:r>
                        <a:rPr sz="1600" dirty="0">
                          <a:latin typeface="Times New Roman"/>
                          <a:cs typeface="Times New Roman"/>
                        </a:rPr>
                        <a:t>management</a:t>
                      </a:r>
                      <a:r>
                        <a:rPr sz="1600" spc="-20" dirty="0">
                          <a:latin typeface="Times New Roman"/>
                          <a:cs typeface="Times New Roman"/>
                        </a:rPr>
                        <a:t> </a:t>
                      </a:r>
                      <a:r>
                        <a:rPr sz="1600" dirty="0">
                          <a:latin typeface="Times New Roman"/>
                          <a:cs typeface="Times New Roman"/>
                        </a:rPr>
                        <a:t>of</a:t>
                      </a:r>
                      <a:r>
                        <a:rPr sz="1600" spc="-20" dirty="0">
                          <a:latin typeface="Times New Roman"/>
                          <a:cs typeface="Times New Roman"/>
                        </a:rPr>
                        <a:t> </a:t>
                      </a:r>
                      <a:r>
                        <a:rPr sz="1600" dirty="0">
                          <a:latin typeface="Times New Roman"/>
                          <a:cs typeface="Times New Roman"/>
                        </a:rPr>
                        <a:t>Internet,</a:t>
                      </a:r>
                      <a:r>
                        <a:rPr sz="1600" spc="-25" dirty="0">
                          <a:latin typeface="Times New Roman"/>
                          <a:cs typeface="Times New Roman"/>
                        </a:rPr>
                        <a:t> </a:t>
                      </a:r>
                      <a:r>
                        <a:rPr sz="1600" spc="-10" dirty="0">
                          <a:latin typeface="Times New Roman"/>
                          <a:cs typeface="Times New Roman"/>
                        </a:rPr>
                        <a:t>intranet, </a:t>
                      </a:r>
                      <a:r>
                        <a:rPr sz="1600" dirty="0">
                          <a:latin typeface="Times New Roman"/>
                          <a:cs typeface="Times New Roman"/>
                        </a:rPr>
                        <a:t>and</a:t>
                      </a:r>
                      <a:r>
                        <a:rPr sz="1600" spc="-50" dirty="0">
                          <a:latin typeface="Times New Roman"/>
                          <a:cs typeface="Times New Roman"/>
                        </a:rPr>
                        <a:t> </a:t>
                      </a:r>
                      <a:r>
                        <a:rPr sz="1600" dirty="0">
                          <a:latin typeface="Times New Roman"/>
                          <a:cs typeface="Times New Roman"/>
                        </a:rPr>
                        <a:t>extranet</a:t>
                      </a:r>
                      <a:r>
                        <a:rPr sz="1600" spc="-45" dirty="0">
                          <a:latin typeface="Times New Roman"/>
                          <a:cs typeface="Times New Roman"/>
                        </a:rPr>
                        <a:t> </a:t>
                      </a:r>
                      <a:r>
                        <a:rPr sz="1600" dirty="0">
                          <a:latin typeface="Times New Roman"/>
                          <a:cs typeface="Times New Roman"/>
                        </a:rPr>
                        <a:t>activities,</a:t>
                      </a:r>
                      <a:r>
                        <a:rPr sz="1600" spc="-50" dirty="0">
                          <a:latin typeface="Times New Roman"/>
                          <a:cs typeface="Times New Roman"/>
                        </a:rPr>
                        <a:t> </a:t>
                      </a:r>
                      <a:r>
                        <a:rPr sz="1600" dirty="0">
                          <a:latin typeface="Times New Roman"/>
                          <a:cs typeface="Times New Roman"/>
                        </a:rPr>
                        <a:t>including</a:t>
                      </a:r>
                      <a:r>
                        <a:rPr sz="1600" spc="-60" dirty="0">
                          <a:latin typeface="Times New Roman"/>
                          <a:cs typeface="Times New Roman"/>
                        </a:rPr>
                        <a:t> </a:t>
                      </a:r>
                      <a:r>
                        <a:rPr sz="1600" spc="-10" dirty="0">
                          <a:latin typeface="Times New Roman"/>
                          <a:cs typeface="Times New Roman"/>
                        </a:rPr>
                        <a:t>systems/applications development </a:t>
                      </a:r>
                      <a:r>
                        <a:rPr sz="1600" dirty="0">
                          <a:latin typeface="Times New Roman"/>
                          <a:cs typeface="Times New Roman"/>
                        </a:rPr>
                        <a:t>and</a:t>
                      </a:r>
                      <a:r>
                        <a:rPr sz="1600" spc="-5" dirty="0">
                          <a:latin typeface="Times New Roman"/>
                          <a:cs typeface="Times New Roman"/>
                        </a:rPr>
                        <a:t> </a:t>
                      </a:r>
                      <a:r>
                        <a:rPr sz="1600" dirty="0">
                          <a:latin typeface="Times New Roman"/>
                          <a:cs typeface="Times New Roman"/>
                        </a:rPr>
                        <a:t>technical</a:t>
                      </a:r>
                      <a:r>
                        <a:rPr sz="1600" spc="-5" dirty="0">
                          <a:latin typeface="Times New Roman"/>
                          <a:cs typeface="Times New Roman"/>
                        </a:rPr>
                        <a:t> </a:t>
                      </a:r>
                      <a:r>
                        <a:rPr sz="1600" spc="-10" dirty="0">
                          <a:latin typeface="Times New Roman"/>
                          <a:cs typeface="Times New Roman"/>
                        </a:rPr>
                        <a:t>management </a:t>
                      </a:r>
                      <a:r>
                        <a:rPr sz="1600" dirty="0">
                          <a:latin typeface="Times New Roman"/>
                          <a:cs typeface="Times New Roman"/>
                        </a:rPr>
                        <a:t>of</a:t>
                      </a:r>
                      <a:r>
                        <a:rPr sz="1600" spc="-10" dirty="0">
                          <a:latin typeface="Times New Roman"/>
                          <a:cs typeface="Times New Roman"/>
                        </a:rPr>
                        <a:t> </a:t>
                      </a:r>
                      <a:r>
                        <a:rPr sz="1600" dirty="0">
                          <a:latin typeface="Times New Roman"/>
                          <a:cs typeface="Times New Roman"/>
                        </a:rPr>
                        <a:t>Web</a:t>
                      </a:r>
                      <a:r>
                        <a:rPr sz="1600" spc="-5" dirty="0">
                          <a:latin typeface="Times New Roman"/>
                          <a:cs typeface="Times New Roman"/>
                        </a:rPr>
                        <a:t> </a:t>
                      </a:r>
                      <a:r>
                        <a:rPr sz="1600" dirty="0">
                          <a:latin typeface="Times New Roman"/>
                          <a:cs typeface="Times New Roman"/>
                        </a:rPr>
                        <a:t>sites.</a:t>
                      </a:r>
                      <a:r>
                        <a:rPr sz="1600" spc="285" dirty="0">
                          <a:latin typeface="Times New Roman"/>
                          <a:cs typeface="Times New Roman"/>
                        </a:rPr>
                        <a:t> </a:t>
                      </a:r>
                      <a:r>
                        <a:rPr sz="1600" spc="-20" dirty="0">
                          <a:latin typeface="Times New Roman"/>
                          <a:cs typeface="Times New Roman"/>
                        </a:rPr>
                        <a:t>This </a:t>
                      </a:r>
                      <a:r>
                        <a:rPr sz="1600" dirty="0">
                          <a:latin typeface="Times New Roman"/>
                          <a:cs typeface="Times New Roman"/>
                        </a:rPr>
                        <a:t>specialty</a:t>
                      </a:r>
                      <a:r>
                        <a:rPr sz="1600" spc="-55" dirty="0">
                          <a:latin typeface="Times New Roman"/>
                          <a:cs typeface="Times New Roman"/>
                        </a:rPr>
                        <a:t> </a:t>
                      </a:r>
                      <a:r>
                        <a:rPr sz="1600" dirty="0">
                          <a:latin typeface="Times New Roman"/>
                          <a:cs typeface="Times New Roman"/>
                        </a:rPr>
                        <a:t>only</a:t>
                      </a:r>
                      <a:r>
                        <a:rPr sz="1600" spc="-55" dirty="0">
                          <a:latin typeface="Times New Roman"/>
                          <a:cs typeface="Times New Roman"/>
                        </a:rPr>
                        <a:t> </a:t>
                      </a:r>
                      <a:r>
                        <a:rPr sz="1600" dirty="0">
                          <a:latin typeface="Times New Roman"/>
                          <a:cs typeface="Times New Roman"/>
                        </a:rPr>
                        <a:t>includes</a:t>
                      </a:r>
                      <a:r>
                        <a:rPr sz="1600" spc="-30" dirty="0">
                          <a:latin typeface="Times New Roman"/>
                          <a:cs typeface="Times New Roman"/>
                        </a:rPr>
                        <a:t> </a:t>
                      </a:r>
                      <a:r>
                        <a:rPr sz="1600" dirty="0">
                          <a:latin typeface="Times New Roman"/>
                          <a:cs typeface="Times New Roman"/>
                        </a:rPr>
                        <a:t>positions</a:t>
                      </a:r>
                      <a:r>
                        <a:rPr sz="1600" spc="-30" dirty="0">
                          <a:latin typeface="Times New Roman"/>
                          <a:cs typeface="Times New Roman"/>
                        </a:rPr>
                        <a:t> </a:t>
                      </a:r>
                      <a:r>
                        <a:rPr sz="1600" dirty="0">
                          <a:latin typeface="Times New Roman"/>
                          <a:cs typeface="Times New Roman"/>
                        </a:rPr>
                        <a:t>requiring</a:t>
                      </a:r>
                      <a:r>
                        <a:rPr sz="1600" spc="-45" dirty="0">
                          <a:latin typeface="Times New Roman"/>
                          <a:cs typeface="Times New Roman"/>
                        </a:rPr>
                        <a:t> </a:t>
                      </a:r>
                      <a:r>
                        <a:rPr sz="1600" dirty="0">
                          <a:latin typeface="Times New Roman"/>
                          <a:cs typeface="Times New Roman"/>
                        </a:rPr>
                        <a:t>the</a:t>
                      </a:r>
                      <a:r>
                        <a:rPr sz="1600" spc="-35" dirty="0">
                          <a:latin typeface="Times New Roman"/>
                          <a:cs typeface="Times New Roman"/>
                        </a:rPr>
                        <a:t> </a:t>
                      </a:r>
                      <a:r>
                        <a:rPr sz="1600" dirty="0">
                          <a:latin typeface="Times New Roman"/>
                          <a:cs typeface="Times New Roman"/>
                        </a:rPr>
                        <a:t>application</a:t>
                      </a:r>
                      <a:r>
                        <a:rPr sz="1600" spc="-30" dirty="0">
                          <a:latin typeface="Times New Roman"/>
                          <a:cs typeface="Times New Roman"/>
                        </a:rPr>
                        <a:t> </a:t>
                      </a:r>
                      <a:r>
                        <a:rPr sz="1600" spc="-25" dirty="0">
                          <a:latin typeface="Times New Roman"/>
                          <a:cs typeface="Times New Roman"/>
                        </a:rPr>
                        <a:t>of </a:t>
                      </a:r>
                      <a:r>
                        <a:rPr sz="1600" dirty="0">
                          <a:latin typeface="Times New Roman"/>
                          <a:cs typeface="Times New Roman"/>
                        </a:rPr>
                        <a:t>technical</a:t>
                      </a:r>
                      <a:r>
                        <a:rPr sz="1600" spc="-45" dirty="0">
                          <a:latin typeface="Times New Roman"/>
                          <a:cs typeface="Times New Roman"/>
                        </a:rPr>
                        <a:t> </a:t>
                      </a:r>
                      <a:r>
                        <a:rPr sz="1600" dirty="0">
                          <a:latin typeface="Times New Roman"/>
                          <a:cs typeface="Times New Roman"/>
                        </a:rPr>
                        <a:t>knowledge</a:t>
                      </a:r>
                      <a:r>
                        <a:rPr sz="1600" spc="-45" dirty="0">
                          <a:latin typeface="Times New Roman"/>
                          <a:cs typeface="Times New Roman"/>
                        </a:rPr>
                        <a:t> </a:t>
                      </a:r>
                      <a:r>
                        <a:rPr sz="1600" dirty="0">
                          <a:latin typeface="Times New Roman"/>
                          <a:cs typeface="Times New Roman"/>
                        </a:rPr>
                        <a:t>of</a:t>
                      </a:r>
                      <a:r>
                        <a:rPr sz="1600" spc="-35" dirty="0">
                          <a:latin typeface="Times New Roman"/>
                          <a:cs typeface="Times New Roman"/>
                        </a:rPr>
                        <a:t> </a:t>
                      </a:r>
                      <a:r>
                        <a:rPr sz="1600" dirty="0">
                          <a:latin typeface="Times New Roman"/>
                          <a:cs typeface="Times New Roman"/>
                        </a:rPr>
                        <a:t>Internet</a:t>
                      </a:r>
                      <a:r>
                        <a:rPr sz="1600" spc="-40" dirty="0">
                          <a:latin typeface="Times New Roman"/>
                          <a:cs typeface="Times New Roman"/>
                        </a:rPr>
                        <a:t> </a:t>
                      </a:r>
                      <a:r>
                        <a:rPr sz="1600" dirty="0">
                          <a:latin typeface="Times New Roman"/>
                          <a:cs typeface="Times New Roman"/>
                        </a:rPr>
                        <a:t>systems,</a:t>
                      </a:r>
                      <a:r>
                        <a:rPr sz="1600" spc="-40" dirty="0">
                          <a:latin typeface="Times New Roman"/>
                          <a:cs typeface="Times New Roman"/>
                        </a:rPr>
                        <a:t> </a:t>
                      </a:r>
                      <a:r>
                        <a:rPr sz="1600" dirty="0">
                          <a:latin typeface="Times New Roman"/>
                          <a:cs typeface="Times New Roman"/>
                        </a:rPr>
                        <a:t>services,</a:t>
                      </a:r>
                      <a:r>
                        <a:rPr sz="1600" spc="-45" dirty="0">
                          <a:latin typeface="Times New Roman"/>
                          <a:cs typeface="Times New Roman"/>
                        </a:rPr>
                        <a:t> </a:t>
                      </a:r>
                      <a:r>
                        <a:rPr sz="1600" spc="-25" dirty="0">
                          <a:latin typeface="Times New Roman"/>
                          <a:cs typeface="Times New Roman"/>
                        </a:rPr>
                        <a:t>and </a:t>
                      </a:r>
                      <a:r>
                        <a:rPr sz="1600" spc="-10" dirty="0">
                          <a:latin typeface="Times New Roman"/>
                          <a:cs typeface="Times New Roman"/>
                        </a:rPr>
                        <a:t>technologies.</a:t>
                      </a:r>
                      <a:endParaRPr sz="1600" dirty="0">
                        <a:latin typeface="Times New Roman"/>
                        <a:cs typeface="Times New Roman"/>
                      </a:endParaRPr>
                    </a:p>
                  </a:txBody>
                  <a:tcPr marL="0" marR="0" marT="25111" marB="0"/>
                </a:tc>
                <a:extLst>
                  <a:ext uri="{0D108BD9-81ED-4DB2-BD59-A6C34878D82A}">
                    <a16:rowId xmlns:a16="http://schemas.microsoft.com/office/drawing/2014/main" val="10003"/>
                  </a:ext>
                </a:extLst>
              </a:tr>
              <a:tr h="633070">
                <a:tc>
                  <a:txBody>
                    <a:bodyPr/>
                    <a:lstStyle/>
                    <a:p>
                      <a:pPr marL="262890" marR="54610" indent="589280">
                        <a:lnSpc>
                          <a:spcPts val="1380"/>
                        </a:lnSpc>
                        <a:spcBef>
                          <a:spcPts val="315"/>
                        </a:spcBef>
                      </a:pPr>
                      <a:r>
                        <a:rPr sz="1600" b="1" spc="-10" dirty="0">
                          <a:latin typeface="Times New Roman"/>
                          <a:cs typeface="Times New Roman"/>
                        </a:rPr>
                        <a:t>System</a:t>
                      </a:r>
                      <a:r>
                        <a:rPr lang="en-US" sz="1600" b="1" spc="-10" dirty="0">
                          <a:latin typeface="Times New Roman"/>
                          <a:cs typeface="Times New Roman"/>
                        </a:rPr>
                        <a:t>s </a:t>
                      </a:r>
                      <a:r>
                        <a:rPr sz="1600" b="1" dirty="0">
                          <a:latin typeface="Times New Roman"/>
                          <a:cs typeface="Times New Roman"/>
                        </a:rPr>
                        <a:t>Admin</a:t>
                      </a:r>
                      <a:r>
                        <a:rPr lang="en-US" sz="1600" b="1" dirty="0">
                          <a:latin typeface="Times New Roman"/>
                          <a:cs typeface="Times New Roman"/>
                        </a:rPr>
                        <a:t> =</a:t>
                      </a:r>
                      <a:endParaRPr sz="1600" dirty="0">
                        <a:latin typeface="Times New Roman"/>
                        <a:cs typeface="Times New Roman"/>
                      </a:endParaRPr>
                    </a:p>
                  </a:txBody>
                  <a:tcPr marL="0" marR="0" marT="27276" marB="0"/>
                </a:tc>
                <a:tc>
                  <a:txBody>
                    <a:bodyPr/>
                    <a:lstStyle/>
                    <a:p>
                      <a:pPr marL="62230" marR="76200">
                        <a:lnSpc>
                          <a:spcPts val="1380"/>
                        </a:lnSpc>
                        <a:spcBef>
                          <a:spcPts val="290"/>
                        </a:spcBef>
                      </a:pPr>
                      <a:r>
                        <a:rPr sz="1600" dirty="0">
                          <a:latin typeface="Times New Roman"/>
                          <a:cs typeface="Times New Roman"/>
                        </a:rPr>
                        <a:t>Work</a:t>
                      </a:r>
                      <a:r>
                        <a:rPr sz="1600" spc="-25" dirty="0">
                          <a:latin typeface="Times New Roman"/>
                          <a:cs typeface="Times New Roman"/>
                        </a:rPr>
                        <a:t> </a:t>
                      </a:r>
                      <a:r>
                        <a:rPr sz="1600" dirty="0">
                          <a:latin typeface="Times New Roman"/>
                          <a:cs typeface="Times New Roman"/>
                        </a:rPr>
                        <a:t>that</a:t>
                      </a:r>
                      <a:r>
                        <a:rPr sz="1600" spc="-15" dirty="0">
                          <a:latin typeface="Times New Roman"/>
                          <a:cs typeface="Times New Roman"/>
                        </a:rPr>
                        <a:t> </a:t>
                      </a:r>
                      <a:r>
                        <a:rPr sz="1600" dirty="0">
                          <a:latin typeface="Times New Roman"/>
                          <a:cs typeface="Times New Roman"/>
                        </a:rPr>
                        <a:t>involves</a:t>
                      </a:r>
                      <a:r>
                        <a:rPr sz="1600" spc="-15" dirty="0">
                          <a:latin typeface="Times New Roman"/>
                          <a:cs typeface="Times New Roman"/>
                        </a:rPr>
                        <a:t> </a:t>
                      </a:r>
                      <a:r>
                        <a:rPr sz="1600" dirty="0">
                          <a:latin typeface="Times New Roman"/>
                          <a:cs typeface="Times New Roman"/>
                        </a:rPr>
                        <a:t>planning</a:t>
                      </a:r>
                      <a:r>
                        <a:rPr sz="1600" spc="-30" dirty="0">
                          <a:latin typeface="Times New Roman"/>
                          <a:cs typeface="Times New Roman"/>
                        </a:rPr>
                        <a:t> </a:t>
                      </a:r>
                      <a:r>
                        <a:rPr sz="1600" dirty="0">
                          <a:latin typeface="Times New Roman"/>
                          <a:cs typeface="Times New Roman"/>
                        </a:rPr>
                        <a:t>and</a:t>
                      </a:r>
                      <a:r>
                        <a:rPr sz="1600" spc="-5" dirty="0">
                          <a:latin typeface="Times New Roman"/>
                          <a:cs typeface="Times New Roman"/>
                        </a:rPr>
                        <a:t> </a:t>
                      </a:r>
                      <a:r>
                        <a:rPr sz="1600" spc="-10" dirty="0">
                          <a:latin typeface="Times New Roman"/>
                          <a:cs typeface="Times New Roman"/>
                        </a:rPr>
                        <a:t>coordinating</a:t>
                      </a:r>
                      <a:r>
                        <a:rPr sz="1600" spc="-30" dirty="0">
                          <a:latin typeface="Times New Roman"/>
                          <a:cs typeface="Times New Roman"/>
                        </a:rPr>
                        <a:t> </a:t>
                      </a:r>
                      <a:r>
                        <a:rPr sz="1600" dirty="0">
                          <a:latin typeface="Times New Roman"/>
                          <a:cs typeface="Times New Roman"/>
                        </a:rPr>
                        <a:t>the</a:t>
                      </a:r>
                      <a:r>
                        <a:rPr sz="1600" spc="-5" dirty="0">
                          <a:latin typeface="Times New Roman"/>
                          <a:cs typeface="Times New Roman"/>
                        </a:rPr>
                        <a:t> </a:t>
                      </a:r>
                      <a:r>
                        <a:rPr sz="1600" spc="-10" dirty="0">
                          <a:latin typeface="Times New Roman"/>
                          <a:cs typeface="Times New Roman"/>
                        </a:rPr>
                        <a:t>installation, </a:t>
                      </a:r>
                      <a:r>
                        <a:rPr sz="1600" dirty="0">
                          <a:latin typeface="Times New Roman"/>
                          <a:cs typeface="Times New Roman"/>
                        </a:rPr>
                        <a:t>testing,</a:t>
                      </a:r>
                      <a:r>
                        <a:rPr sz="1600" spc="-20" dirty="0">
                          <a:latin typeface="Times New Roman"/>
                          <a:cs typeface="Times New Roman"/>
                        </a:rPr>
                        <a:t> </a:t>
                      </a:r>
                      <a:r>
                        <a:rPr sz="1600" dirty="0">
                          <a:latin typeface="Times New Roman"/>
                          <a:cs typeface="Times New Roman"/>
                        </a:rPr>
                        <a:t>operation,</a:t>
                      </a:r>
                      <a:r>
                        <a:rPr sz="1600" spc="-15" dirty="0">
                          <a:latin typeface="Times New Roman"/>
                          <a:cs typeface="Times New Roman"/>
                        </a:rPr>
                        <a:t> </a:t>
                      </a:r>
                      <a:r>
                        <a:rPr sz="1600" spc="-10" dirty="0">
                          <a:latin typeface="Times New Roman"/>
                          <a:cs typeface="Times New Roman"/>
                        </a:rPr>
                        <a:t>troubleshooting,</a:t>
                      </a:r>
                      <a:r>
                        <a:rPr sz="1600" spc="-20" dirty="0">
                          <a:latin typeface="Times New Roman"/>
                          <a:cs typeface="Times New Roman"/>
                        </a:rPr>
                        <a:t> </a:t>
                      </a:r>
                      <a:r>
                        <a:rPr sz="1600" dirty="0">
                          <a:latin typeface="Times New Roman"/>
                          <a:cs typeface="Times New Roman"/>
                        </a:rPr>
                        <a:t>and</a:t>
                      </a:r>
                      <a:r>
                        <a:rPr sz="1600" spc="-15" dirty="0">
                          <a:latin typeface="Times New Roman"/>
                          <a:cs typeface="Times New Roman"/>
                        </a:rPr>
                        <a:t> </a:t>
                      </a:r>
                      <a:r>
                        <a:rPr sz="1600" dirty="0">
                          <a:latin typeface="Times New Roman"/>
                          <a:cs typeface="Times New Roman"/>
                        </a:rPr>
                        <a:t>maintenance</a:t>
                      </a:r>
                      <a:r>
                        <a:rPr sz="1600" spc="-20" dirty="0">
                          <a:latin typeface="Times New Roman"/>
                          <a:cs typeface="Times New Roman"/>
                        </a:rPr>
                        <a:t> </a:t>
                      </a:r>
                      <a:r>
                        <a:rPr sz="1600" dirty="0">
                          <a:latin typeface="Times New Roman"/>
                          <a:cs typeface="Times New Roman"/>
                        </a:rPr>
                        <a:t>of</a:t>
                      </a:r>
                      <a:r>
                        <a:rPr sz="1600" spc="-25" dirty="0">
                          <a:latin typeface="Times New Roman"/>
                          <a:cs typeface="Times New Roman"/>
                        </a:rPr>
                        <a:t> </a:t>
                      </a:r>
                      <a:r>
                        <a:rPr sz="1600" spc="-10" dirty="0">
                          <a:latin typeface="Times New Roman"/>
                          <a:cs typeface="Times New Roman"/>
                        </a:rPr>
                        <a:t>hardware </a:t>
                      </a:r>
                      <a:r>
                        <a:rPr sz="1600" dirty="0">
                          <a:latin typeface="Times New Roman"/>
                          <a:cs typeface="Times New Roman"/>
                        </a:rPr>
                        <a:t>and</a:t>
                      </a:r>
                      <a:r>
                        <a:rPr sz="1600" spc="-30" dirty="0">
                          <a:latin typeface="Times New Roman"/>
                          <a:cs typeface="Times New Roman"/>
                        </a:rPr>
                        <a:t> </a:t>
                      </a:r>
                      <a:r>
                        <a:rPr sz="1600" dirty="0">
                          <a:latin typeface="Times New Roman"/>
                          <a:cs typeface="Times New Roman"/>
                        </a:rPr>
                        <a:t>software</a:t>
                      </a:r>
                      <a:r>
                        <a:rPr sz="1600" spc="-30" dirty="0">
                          <a:latin typeface="Times New Roman"/>
                          <a:cs typeface="Times New Roman"/>
                        </a:rPr>
                        <a:t> </a:t>
                      </a:r>
                      <a:r>
                        <a:rPr sz="1600" spc="-10" dirty="0">
                          <a:latin typeface="Times New Roman"/>
                          <a:cs typeface="Times New Roman"/>
                        </a:rPr>
                        <a:t>systems.</a:t>
                      </a:r>
                      <a:endParaRPr sz="1600" dirty="0">
                        <a:latin typeface="Times New Roman"/>
                        <a:cs typeface="Times New Roman"/>
                      </a:endParaRPr>
                    </a:p>
                  </a:txBody>
                  <a:tcPr marL="0" marR="0" marT="25111" marB="0"/>
                </a:tc>
                <a:extLst>
                  <a:ext uri="{0D108BD9-81ED-4DB2-BD59-A6C34878D82A}">
                    <a16:rowId xmlns:a16="http://schemas.microsoft.com/office/drawing/2014/main" val="10004"/>
                  </a:ext>
                </a:extLst>
              </a:tr>
              <a:tr h="839869">
                <a:tc>
                  <a:txBody>
                    <a:bodyPr/>
                    <a:lstStyle/>
                    <a:p>
                      <a:pPr marR="54610" algn="r">
                        <a:lnSpc>
                          <a:spcPct val="100000"/>
                        </a:lnSpc>
                        <a:spcBef>
                          <a:spcPts val="475"/>
                        </a:spcBef>
                      </a:pPr>
                      <a:r>
                        <a:rPr sz="1600" b="1" dirty="0">
                          <a:latin typeface="Times New Roman"/>
                          <a:cs typeface="Times New Roman"/>
                        </a:rPr>
                        <a:t>Customer</a:t>
                      </a:r>
                      <a:r>
                        <a:rPr sz="1600" b="1" spc="-35" dirty="0">
                          <a:latin typeface="Times New Roman"/>
                          <a:cs typeface="Times New Roman"/>
                        </a:rPr>
                        <a:t> </a:t>
                      </a:r>
                      <a:r>
                        <a:rPr sz="1600" b="1" dirty="0">
                          <a:latin typeface="Times New Roman"/>
                          <a:cs typeface="Times New Roman"/>
                        </a:rPr>
                        <a:t>Support</a:t>
                      </a:r>
                      <a:r>
                        <a:rPr sz="1600" b="1" spc="-35" dirty="0">
                          <a:latin typeface="Times New Roman"/>
                          <a:cs typeface="Times New Roman"/>
                        </a:rPr>
                        <a:t> </a:t>
                      </a:r>
                      <a:r>
                        <a:rPr sz="1600" b="1" spc="-50" dirty="0">
                          <a:latin typeface="Times New Roman"/>
                          <a:cs typeface="Times New Roman"/>
                        </a:rPr>
                        <a:t>–</a:t>
                      </a:r>
                      <a:endParaRPr sz="1600" dirty="0">
                        <a:latin typeface="Times New Roman"/>
                        <a:cs typeface="Times New Roman"/>
                      </a:endParaRPr>
                    </a:p>
                  </a:txBody>
                  <a:tcPr marL="0" marR="0" marT="41131" marB="0"/>
                </a:tc>
                <a:tc>
                  <a:txBody>
                    <a:bodyPr/>
                    <a:lstStyle/>
                    <a:p>
                      <a:pPr marL="62230" marR="24130">
                        <a:lnSpc>
                          <a:spcPts val="1380"/>
                        </a:lnSpc>
                        <a:spcBef>
                          <a:spcPts val="430"/>
                        </a:spcBef>
                      </a:pPr>
                      <a:r>
                        <a:rPr sz="1600" dirty="0">
                          <a:latin typeface="Times New Roman"/>
                          <a:cs typeface="Times New Roman"/>
                        </a:rPr>
                        <a:t>Work</a:t>
                      </a:r>
                      <a:r>
                        <a:rPr sz="1600" spc="-25" dirty="0">
                          <a:latin typeface="Times New Roman"/>
                          <a:cs typeface="Times New Roman"/>
                        </a:rPr>
                        <a:t> </a:t>
                      </a:r>
                      <a:r>
                        <a:rPr sz="1600" dirty="0">
                          <a:latin typeface="Times New Roman"/>
                          <a:cs typeface="Times New Roman"/>
                        </a:rPr>
                        <a:t>that</a:t>
                      </a:r>
                      <a:r>
                        <a:rPr sz="1600" spc="-25" dirty="0">
                          <a:latin typeface="Times New Roman"/>
                          <a:cs typeface="Times New Roman"/>
                        </a:rPr>
                        <a:t> </a:t>
                      </a:r>
                      <a:r>
                        <a:rPr sz="1600" dirty="0">
                          <a:latin typeface="Times New Roman"/>
                          <a:cs typeface="Times New Roman"/>
                        </a:rPr>
                        <a:t>involves</a:t>
                      </a:r>
                      <a:r>
                        <a:rPr sz="1600" spc="-25" dirty="0">
                          <a:latin typeface="Times New Roman"/>
                          <a:cs typeface="Times New Roman"/>
                        </a:rPr>
                        <a:t> </a:t>
                      </a:r>
                      <a:r>
                        <a:rPr sz="1600" dirty="0">
                          <a:latin typeface="Times New Roman"/>
                          <a:cs typeface="Times New Roman"/>
                        </a:rPr>
                        <a:t>the</a:t>
                      </a:r>
                      <a:r>
                        <a:rPr sz="1600" spc="-30" dirty="0">
                          <a:latin typeface="Times New Roman"/>
                          <a:cs typeface="Times New Roman"/>
                        </a:rPr>
                        <a:t> </a:t>
                      </a:r>
                      <a:r>
                        <a:rPr sz="1600" dirty="0">
                          <a:latin typeface="Times New Roman"/>
                          <a:cs typeface="Times New Roman"/>
                        </a:rPr>
                        <a:t>planning</a:t>
                      </a:r>
                      <a:r>
                        <a:rPr sz="1600" spc="-25" dirty="0">
                          <a:latin typeface="Times New Roman"/>
                          <a:cs typeface="Times New Roman"/>
                        </a:rPr>
                        <a:t> </a:t>
                      </a:r>
                      <a:r>
                        <a:rPr sz="1600" dirty="0">
                          <a:latin typeface="Times New Roman"/>
                          <a:cs typeface="Times New Roman"/>
                        </a:rPr>
                        <a:t>and</a:t>
                      </a:r>
                      <a:r>
                        <a:rPr sz="1600" spc="-25" dirty="0">
                          <a:latin typeface="Times New Roman"/>
                          <a:cs typeface="Times New Roman"/>
                        </a:rPr>
                        <a:t> </a:t>
                      </a:r>
                      <a:r>
                        <a:rPr sz="1600" dirty="0">
                          <a:latin typeface="Times New Roman"/>
                          <a:cs typeface="Times New Roman"/>
                        </a:rPr>
                        <a:t>delivery</a:t>
                      </a:r>
                      <a:r>
                        <a:rPr sz="1600" spc="-50" dirty="0">
                          <a:latin typeface="Times New Roman"/>
                          <a:cs typeface="Times New Roman"/>
                        </a:rPr>
                        <a:t> </a:t>
                      </a:r>
                      <a:r>
                        <a:rPr sz="1600" dirty="0">
                          <a:latin typeface="Times New Roman"/>
                          <a:cs typeface="Times New Roman"/>
                        </a:rPr>
                        <a:t>of</a:t>
                      </a:r>
                      <a:r>
                        <a:rPr sz="1600" spc="-30" dirty="0">
                          <a:latin typeface="Times New Roman"/>
                          <a:cs typeface="Times New Roman"/>
                        </a:rPr>
                        <a:t> </a:t>
                      </a:r>
                      <a:r>
                        <a:rPr sz="1600" dirty="0">
                          <a:latin typeface="Times New Roman"/>
                          <a:cs typeface="Times New Roman"/>
                        </a:rPr>
                        <a:t>customer</a:t>
                      </a:r>
                      <a:r>
                        <a:rPr sz="1600" spc="-30" dirty="0">
                          <a:latin typeface="Times New Roman"/>
                          <a:cs typeface="Times New Roman"/>
                        </a:rPr>
                        <a:t> </a:t>
                      </a:r>
                      <a:r>
                        <a:rPr sz="1600" spc="-10" dirty="0">
                          <a:latin typeface="Times New Roman"/>
                          <a:cs typeface="Times New Roman"/>
                        </a:rPr>
                        <a:t>support </a:t>
                      </a:r>
                      <a:r>
                        <a:rPr sz="1600" dirty="0">
                          <a:latin typeface="Times New Roman"/>
                          <a:cs typeface="Times New Roman"/>
                        </a:rPr>
                        <a:t>services,</a:t>
                      </a:r>
                      <a:r>
                        <a:rPr sz="1600" spc="-25" dirty="0">
                          <a:latin typeface="Times New Roman"/>
                          <a:cs typeface="Times New Roman"/>
                        </a:rPr>
                        <a:t> </a:t>
                      </a:r>
                      <a:r>
                        <a:rPr sz="1600" dirty="0">
                          <a:latin typeface="Times New Roman"/>
                          <a:cs typeface="Times New Roman"/>
                        </a:rPr>
                        <a:t>including</a:t>
                      </a:r>
                      <a:r>
                        <a:rPr sz="1600" spc="-35" dirty="0">
                          <a:latin typeface="Times New Roman"/>
                          <a:cs typeface="Times New Roman"/>
                        </a:rPr>
                        <a:t> </a:t>
                      </a:r>
                      <a:r>
                        <a:rPr sz="1600" dirty="0">
                          <a:latin typeface="Times New Roman"/>
                          <a:cs typeface="Times New Roman"/>
                        </a:rPr>
                        <a:t>installation,</a:t>
                      </a:r>
                      <a:r>
                        <a:rPr sz="1600" spc="-20" dirty="0">
                          <a:latin typeface="Times New Roman"/>
                          <a:cs typeface="Times New Roman"/>
                        </a:rPr>
                        <a:t> </a:t>
                      </a:r>
                      <a:r>
                        <a:rPr sz="1600" spc="-10" dirty="0">
                          <a:latin typeface="Times New Roman"/>
                          <a:cs typeface="Times New Roman"/>
                        </a:rPr>
                        <a:t>configuration,</a:t>
                      </a:r>
                      <a:r>
                        <a:rPr sz="1600" spc="-25" dirty="0">
                          <a:latin typeface="Times New Roman"/>
                          <a:cs typeface="Times New Roman"/>
                        </a:rPr>
                        <a:t> </a:t>
                      </a:r>
                      <a:r>
                        <a:rPr sz="1600" spc="-10" dirty="0">
                          <a:latin typeface="Times New Roman"/>
                          <a:cs typeface="Times New Roman"/>
                        </a:rPr>
                        <a:t>troubleshooting, </a:t>
                      </a:r>
                      <a:r>
                        <a:rPr sz="1600" dirty="0">
                          <a:latin typeface="Times New Roman"/>
                          <a:cs typeface="Times New Roman"/>
                        </a:rPr>
                        <a:t>customer</a:t>
                      </a:r>
                      <a:r>
                        <a:rPr sz="1600" spc="-40" dirty="0">
                          <a:latin typeface="Times New Roman"/>
                          <a:cs typeface="Times New Roman"/>
                        </a:rPr>
                        <a:t> </a:t>
                      </a:r>
                      <a:r>
                        <a:rPr sz="1600" dirty="0">
                          <a:latin typeface="Times New Roman"/>
                          <a:cs typeface="Times New Roman"/>
                        </a:rPr>
                        <a:t>assistance,</a:t>
                      </a:r>
                      <a:r>
                        <a:rPr sz="1600" spc="-25" dirty="0">
                          <a:latin typeface="Times New Roman"/>
                          <a:cs typeface="Times New Roman"/>
                        </a:rPr>
                        <a:t> </a:t>
                      </a:r>
                      <a:r>
                        <a:rPr sz="1600" dirty="0">
                          <a:latin typeface="Times New Roman"/>
                          <a:cs typeface="Times New Roman"/>
                        </a:rPr>
                        <a:t>and/or</a:t>
                      </a:r>
                      <a:r>
                        <a:rPr sz="1600" spc="-35" dirty="0">
                          <a:latin typeface="Times New Roman"/>
                          <a:cs typeface="Times New Roman"/>
                        </a:rPr>
                        <a:t> </a:t>
                      </a:r>
                      <a:r>
                        <a:rPr sz="1600" dirty="0">
                          <a:latin typeface="Times New Roman"/>
                          <a:cs typeface="Times New Roman"/>
                        </a:rPr>
                        <a:t>training,</a:t>
                      </a:r>
                      <a:r>
                        <a:rPr sz="1600" spc="-35" dirty="0">
                          <a:latin typeface="Times New Roman"/>
                          <a:cs typeface="Times New Roman"/>
                        </a:rPr>
                        <a:t> </a:t>
                      </a:r>
                      <a:r>
                        <a:rPr sz="1600" dirty="0">
                          <a:latin typeface="Times New Roman"/>
                          <a:cs typeface="Times New Roman"/>
                        </a:rPr>
                        <a:t>in</a:t>
                      </a:r>
                      <a:r>
                        <a:rPr sz="1600" spc="-30" dirty="0">
                          <a:latin typeface="Times New Roman"/>
                          <a:cs typeface="Times New Roman"/>
                        </a:rPr>
                        <a:t> </a:t>
                      </a:r>
                      <a:r>
                        <a:rPr sz="1600" dirty="0">
                          <a:latin typeface="Times New Roman"/>
                          <a:cs typeface="Times New Roman"/>
                        </a:rPr>
                        <a:t>response</a:t>
                      </a:r>
                      <a:r>
                        <a:rPr sz="1600" spc="-40" dirty="0">
                          <a:latin typeface="Times New Roman"/>
                          <a:cs typeface="Times New Roman"/>
                        </a:rPr>
                        <a:t> </a:t>
                      </a:r>
                      <a:r>
                        <a:rPr sz="1600" dirty="0">
                          <a:latin typeface="Times New Roman"/>
                          <a:cs typeface="Times New Roman"/>
                        </a:rPr>
                        <a:t>to</a:t>
                      </a:r>
                      <a:r>
                        <a:rPr sz="1600" spc="-30" dirty="0">
                          <a:latin typeface="Times New Roman"/>
                          <a:cs typeface="Times New Roman"/>
                        </a:rPr>
                        <a:t> </a:t>
                      </a:r>
                      <a:r>
                        <a:rPr sz="1600" spc="-10" dirty="0">
                          <a:latin typeface="Times New Roman"/>
                          <a:cs typeface="Times New Roman"/>
                        </a:rPr>
                        <a:t>customer requirements.</a:t>
                      </a:r>
                      <a:endParaRPr sz="1600" dirty="0">
                        <a:latin typeface="Times New Roman"/>
                        <a:cs typeface="Times New Roman"/>
                      </a:endParaRPr>
                    </a:p>
                  </a:txBody>
                  <a:tcPr marL="0" marR="0" marT="37234" marB="0"/>
                </a:tc>
                <a:extLst>
                  <a:ext uri="{0D108BD9-81ED-4DB2-BD59-A6C34878D82A}">
                    <a16:rowId xmlns:a16="http://schemas.microsoft.com/office/drawing/2014/main" val="10005"/>
                  </a:ext>
                </a:extLst>
              </a:tr>
            </a:tbl>
          </a:graphicData>
        </a:graphic>
      </p:graphicFrame>
      <p:sp>
        <p:nvSpPr>
          <p:cNvPr id="8" name="object 8"/>
          <p:cNvSpPr txBox="1"/>
          <p:nvPr/>
        </p:nvSpPr>
        <p:spPr>
          <a:xfrm>
            <a:off x="1318592" y="5828828"/>
            <a:ext cx="10101470" cy="616602"/>
          </a:xfrm>
          <a:prstGeom prst="rect">
            <a:avLst/>
          </a:prstGeom>
        </p:spPr>
        <p:txBody>
          <a:bodyPr vert="horz" wrap="square" lIns="0" tIns="8659" rIns="0" bIns="0" rtlCol="0">
            <a:spAutoFit/>
          </a:bodyPr>
          <a:lstStyle/>
          <a:p>
            <a:pPr marL="8659">
              <a:spcBef>
                <a:spcPts val="68"/>
              </a:spcBef>
            </a:pPr>
            <a:r>
              <a:rPr sz="1600" b="1" dirty="0">
                <a:latin typeface="Times New Roman"/>
                <a:cs typeface="Times New Roman"/>
              </a:rPr>
              <a:t>2299</a:t>
            </a:r>
            <a:r>
              <a:rPr sz="1600" b="1" spc="-17" dirty="0">
                <a:latin typeface="Times New Roman"/>
                <a:cs typeface="Times New Roman"/>
              </a:rPr>
              <a:t> </a:t>
            </a:r>
            <a:r>
              <a:rPr sz="1600" b="1" dirty="0">
                <a:latin typeface="Times New Roman"/>
                <a:cs typeface="Times New Roman"/>
              </a:rPr>
              <a:t>–</a:t>
            </a:r>
            <a:r>
              <a:rPr sz="1600" b="1" spc="-14" dirty="0">
                <a:latin typeface="Times New Roman"/>
                <a:cs typeface="Times New Roman"/>
              </a:rPr>
              <a:t> </a:t>
            </a:r>
            <a:r>
              <a:rPr sz="1600" b="1" dirty="0">
                <a:latin typeface="Times New Roman"/>
                <a:cs typeface="Times New Roman"/>
              </a:rPr>
              <a:t>Information</a:t>
            </a:r>
            <a:r>
              <a:rPr sz="1600" b="1" spc="-14" dirty="0">
                <a:latin typeface="Times New Roman"/>
                <a:cs typeface="Times New Roman"/>
              </a:rPr>
              <a:t> </a:t>
            </a:r>
            <a:r>
              <a:rPr sz="1600" b="1" dirty="0">
                <a:latin typeface="Times New Roman"/>
                <a:cs typeface="Times New Roman"/>
              </a:rPr>
              <a:t>Technology</a:t>
            </a:r>
            <a:r>
              <a:rPr sz="1600" b="1" spc="-14" dirty="0">
                <a:latin typeface="Times New Roman"/>
                <a:cs typeface="Times New Roman"/>
              </a:rPr>
              <a:t> </a:t>
            </a:r>
            <a:r>
              <a:rPr sz="1600" b="1" dirty="0">
                <a:latin typeface="Times New Roman"/>
                <a:cs typeface="Times New Roman"/>
              </a:rPr>
              <a:t>Student</a:t>
            </a:r>
            <a:r>
              <a:rPr sz="1600" b="1" spc="-17" dirty="0">
                <a:latin typeface="Times New Roman"/>
                <a:cs typeface="Times New Roman"/>
              </a:rPr>
              <a:t> </a:t>
            </a:r>
            <a:r>
              <a:rPr sz="1600" b="1" dirty="0">
                <a:latin typeface="Times New Roman"/>
                <a:cs typeface="Times New Roman"/>
              </a:rPr>
              <a:t>Trainee</a:t>
            </a:r>
            <a:r>
              <a:rPr sz="1600" b="1" spc="-17" dirty="0">
                <a:latin typeface="Times New Roman"/>
                <a:cs typeface="Times New Roman"/>
              </a:rPr>
              <a:t> </a:t>
            </a:r>
            <a:r>
              <a:rPr sz="1600" b="1" spc="-7" dirty="0">
                <a:latin typeface="Times New Roman"/>
                <a:cs typeface="Times New Roman"/>
              </a:rPr>
              <a:t>Series</a:t>
            </a:r>
            <a:endParaRPr sz="1600" dirty="0">
              <a:latin typeface="Times New Roman"/>
              <a:cs typeface="Times New Roman"/>
            </a:endParaRPr>
          </a:p>
          <a:p>
            <a:pPr marL="8659">
              <a:spcBef>
                <a:spcPts val="883"/>
              </a:spcBef>
            </a:pPr>
            <a:r>
              <a:rPr sz="1600" dirty="0">
                <a:latin typeface="Times New Roman"/>
                <a:cs typeface="Times New Roman"/>
              </a:rPr>
              <a:t>See</a:t>
            </a:r>
            <a:r>
              <a:rPr sz="1600" spc="-27" dirty="0">
                <a:latin typeface="Times New Roman"/>
                <a:cs typeface="Times New Roman"/>
              </a:rPr>
              <a:t> </a:t>
            </a:r>
            <a:r>
              <a:rPr sz="1600" dirty="0">
                <a:latin typeface="Times New Roman"/>
                <a:cs typeface="Times New Roman"/>
              </a:rPr>
              <a:t>the</a:t>
            </a:r>
            <a:r>
              <a:rPr sz="1600" spc="-24" dirty="0">
                <a:latin typeface="Times New Roman"/>
                <a:cs typeface="Times New Roman"/>
              </a:rPr>
              <a:t> </a:t>
            </a:r>
            <a:r>
              <a:rPr sz="1600" dirty="0">
                <a:latin typeface="Times New Roman"/>
                <a:cs typeface="Times New Roman"/>
              </a:rPr>
              <a:t>series</a:t>
            </a:r>
            <a:r>
              <a:rPr sz="1600" spc="-20" dirty="0">
                <a:latin typeface="Times New Roman"/>
                <a:cs typeface="Times New Roman"/>
              </a:rPr>
              <a:t> </a:t>
            </a:r>
            <a:r>
              <a:rPr sz="1600" dirty="0">
                <a:latin typeface="Times New Roman"/>
                <a:cs typeface="Times New Roman"/>
              </a:rPr>
              <a:t>definition</a:t>
            </a:r>
            <a:r>
              <a:rPr sz="1600" spc="-20" dirty="0">
                <a:latin typeface="Times New Roman"/>
                <a:cs typeface="Times New Roman"/>
              </a:rPr>
              <a:t> </a:t>
            </a:r>
            <a:r>
              <a:rPr sz="1600" dirty="0">
                <a:latin typeface="Times New Roman"/>
                <a:cs typeface="Times New Roman"/>
              </a:rPr>
              <a:t>for</a:t>
            </a:r>
            <a:r>
              <a:rPr sz="1600" spc="-24" dirty="0">
                <a:latin typeface="Times New Roman"/>
                <a:cs typeface="Times New Roman"/>
              </a:rPr>
              <a:t> </a:t>
            </a:r>
            <a:r>
              <a:rPr sz="1600" dirty="0">
                <a:latin typeface="Times New Roman"/>
                <a:cs typeface="Times New Roman"/>
              </a:rPr>
              <a:t>the</a:t>
            </a:r>
            <a:r>
              <a:rPr sz="1600" spc="-24" dirty="0">
                <a:latin typeface="Times New Roman"/>
                <a:cs typeface="Times New Roman"/>
              </a:rPr>
              <a:t> </a:t>
            </a:r>
            <a:r>
              <a:rPr sz="1600" dirty="0">
                <a:latin typeface="Times New Roman"/>
                <a:cs typeface="Times New Roman"/>
              </a:rPr>
              <a:t>General</a:t>
            </a:r>
            <a:r>
              <a:rPr sz="1600" spc="-20" dirty="0">
                <a:latin typeface="Times New Roman"/>
                <a:cs typeface="Times New Roman"/>
              </a:rPr>
              <a:t> </a:t>
            </a:r>
            <a:r>
              <a:rPr sz="1600" dirty="0">
                <a:latin typeface="Times New Roman"/>
                <a:cs typeface="Times New Roman"/>
              </a:rPr>
              <a:t>Student</a:t>
            </a:r>
            <a:r>
              <a:rPr sz="1600" spc="-20" dirty="0">
                <a:latin typeface="Times New Roman"/>
                <a:cs typeface="Times New Roman"/>
              </a:rPr>
              <a:t> </a:t>
            </a:r>
            <a:r>
              <a:rPr sz="1600" dirty="0">
                <a:latin typeface="Times New Roman"/>
                <a:cs typeface="Times New Roman"/>
              </a:rPr>
              <a:t>Trainee</a:t>
            </a:r>
            <a:r>
              <a:rPr sz="1600" spc="-24" dirty="0">
                <a:latin typeface="Times New Roman"/>
                <a:cs typeface="Times New Roman"/>
              </a:rPr>
              <a:t> </a:t>
            </a:r>
            <a:r>
              <a:rPr sz="1600" dirty="0">
                <a:latin typeface="Times New Roman"/>
                <a:cs typeface="Times New Roman"/>
              </a:rPr>
              <a:t>Series,</a:t>
            </a:r>
            <a:r>
              <a:rPr sz="1600" spc="-20" dirty="0">
                <a:latin typeface="Times New Roman"/>
                <a:cs typeface="Times New Roman"/>
              </a:rPr>
              <a:t> </a:t>
            </a:r>
            <a:r>
              <a:rPr sz="1600" spc="-7" dirty="0">
                <a:latin typeface="Times New Roman"/>
                <a:cs typeface="Times New Roman"/>
              </a:rPr>
              <a:t>0099.</a:t>
            </a:r>
            <a:endParaRPr sz="16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26504" y="588298"/>
            <a:ext cx="2504642" cy="393027"/>
          </a:xfrm>
          <a:prstGeom prst="rect">
            <a:avLst/>
          </a:prstGeom>
        </p:spPr>
        <p:txBody>
          <a:bodyPr vert="horz" wrap="square" lIns="0" tIns="8226" rIns="0" bIns="0" rtlCol="0">
            <a:spAutoFit/>
          </a:bodyPr>
          <a:lstStyle/>
          <a:p>
            <a:pPr marR="3464" algn="r">
              <a:lnSpc>
                <a:spcPts val="1527"/>
              </a:lnSpc>
              <a:spcBef>
                <a:spcPts val="65"/>
              </a:spcBef>
            </a:pPr>
            <a:r>
              <a:rPr sz="1364" b="1" dirty="0">
                <a:latin typeface="Times New Roman"/>
                <a:cs typeface="Times New Roman"/>
              </a:rPr>
              <a:t>NIST</a:t>
            </a:r>
            <a:r>
              <a:rPr sz="1364" b="1" spc="-48" dirty="0">
                <a:latin typeface="Times New Roman"/>
                <a:cs typeface="Times New Roman"/>
              </a:rPr>
              <a:t> </a:t>
            </a:r>
            <a:r>
              <a:rPr sz="1364" b="1" dirty="0">
                <a:latin typeface="Times New Roman"/>
                <a:cs typeface="Times New Roman"/>
              </a:rPr>
              <a:t>Special</a:t>
            </a:r>
            <a:r>
              <a:rPr sz="1364" b="1" spc="-44" dirty="0">
                <a:latin typeface="Times New Roman"/>
                <a:cs typeface="Times New Roman"/>
              </a:rPr>
              <a:t> </a:t>
            </a:r>
            <a:r>
              <a:rPr sz="1364" b="1" dirty="0">
                <a:latin typeface="Times New Roman"/>
                <a:cs typeface="Times New Roman"/>
              </a:rPr>
              <a:t>Publication</a:t>
            </a:r>
            <a:r>
              <a:rPr sz="1364" b="1" spc="-48" dirty="0">
                <a:latin typeface="Times New Roman"/>
                <a:cs typeface="Times New Roman"/>
              </a:rPr>
              <a:t> </a:t>
            </a:r>
            <a:r>
              <a:rPr sz="1364" b="1" spc="-7" dirty="0">
                <a:latin typeface="Times New Roman"/>
                <a:cs typeface="Times New Roman"/>
              </a:rPr>
              <a:t>800-</a:t>
            </a:r>
            <a:r>
              <a:rPr sz="1364" b="1" spc="-17" dirty="0">
                <a:latin typeface="Times New Roman"/>
                <a:cs typeface="Times New Roman"/>
              </a:rPr>
              <a:t>181</a:t>
            </a:r>
            <a:endParaRPr sz="1364">
              <a:latin typeface="Times New Roman"/>
              <a:cs typeface="Times New Roman"/>
            </a:endParaRPr>
          </a:p>
          <a:p>
            <a:pPr marR="3896" algn="r">
              <a:lnSpc>
                <a:spcPts val="1527"/>
              </a:lnSpc>
            </a:pPr>
            <a:r>
              <a:rPr sz="1364" b="1" dirty="0">
                <a:latin typeface="Times New Roman"/>
                <a:cs typeface="Times New Roman"/>
              </a:rPr>
              <a:t>Revision</a:t>
            </a:r>
            <a:r>
              <a:rPr sz="1364" b="1" spc="-48" dirty="0">
                <a:latin typeface="Times New Roman"/>
                <a:cs typeface="Times New Roman"/>
              </a:rPr>
              <a:t> </a:t>
            </a:r>
            <a:r>
              <a:rPr sz="1364" b="1" spc="-34" dirty="0">
                <a:latin typeface="Times New Roman"/>
                <a:cs typeface="Times New Roman"/>
              </a:rPr>
              <a:t>1</a:t>
            </a:r>
            <a:endParaRPr sz="1364">
              <a:latin typeface="Times New Roman"/>
              <a:cs typeface="Times New Roman"/>
            </a:endParaRPr>
          </a:p>
        </p:txBody>
      </p:sp>
      <p:sp>
        <p:nvSpPr>
          <p:cNvPr id="3" name="object 3" descr="$PPTXTitle"/>
          <p:cNvSpPr txBox="1">
            <a:spLocks noGrp="1"/>
          </p:cNvSpPr>
          <p:nvPr>
            <p:ph type="title"/>
          </p:nvPr>
        </p:nvSpPr>
        <p:spPr>
          <a:xfrm>
            <a:off x="2656639" y="1270619"/>
            <a:ext cx="5474394" cy="730153"/>
          </a:xfrm>
          <a:prstGeom prst="rect">
            <a:avLst/>
          </a:prstGeom>
        </p:spPr>
        <p:txBody>
          <a:bodyPr vert="horz" wrap="square" lIns="0" tIns="20782" rIns="0" bIns="0" rtlCol="0" anchor="ctr">
            <a:spAutoFit/>
          </a:bodyPr>
          <a:lstStyle/>
          <a:p>
            <a:pPr marL="340293" marR="3464" indent="-332067" algn="r">
              <a:lnSpc>
                <a:spcPct val="95800"/>
              </a:lnSpc>
              <a:spcBef>
                <a:spcPts val="164"/>
              </a:spcBef>
            </a:pPr>
            <a:r>
              <a:rPr sz="2400" spc="-58" dirty="0">
                <a:latin typeface="Times New Roman" panose="02020603050405020304" pitchFamily="18" charset="0"/>
                <a:cs typeface="Times New Roman" panose="02020603050405020304" pitchFamily="18" charset="0"/>
              </a:rPr>
              <a:t>Workforce</a:t>
            </a:r>
            <a:r>
              <a:rPr sz="2400" spc="-10" dirty="0">
                <a:latin typeface="Times New Roman" panose="02020603050405020304" pitchFamily="18" charset="0"/>
                <a:cs typeface="Times New Roman" panose="02020603050405020304" pitchFamily="18" charset="0"/>
              </a:rPr>
              <a:t> </a:t>
            </a:r>
            <a:r>
              <a:rPr sz="2400" spc="-31" dirty="0">
                <a:latin typeface="Times New Roman" panose="02020603050405020304" pitchFamily="18" charset="0"/>
                <a:cs typeface="Times New Roman" panose="02020603050405020304" pitchFamily="18" charset="0"/>
              </a:rPr>
              <a:t>Framework </a:t>
            </a:r>
            <a:r>
              <a:rPr sz="2400" spc="-24" dirty="0">
                <a:latin typeface="Times New Roman" panose="02020603050405020304" pitchFamily="18" charset="0"/>
                <a:cs typeface="Times New Roman" panose="02020603050405020304" pitchFamily="18" charset="0"/>
              </a:rPr>
              <a:t>for</a:t>
            </a:r>
            <a:r>
              <a:rPr sz="2400" spc="-102" dirty="0">
                <a:latin typeface="Times New Roman" panose="02020603050405020304" pitchFamily="18" charset="0"/>
                <a:cs typeface="Times New Roman" panose="02020603050405020304" pitchFamily="18" charset="0"/>
              </a:rPr>
              <a:t> </a:t>
            </a:r>
            <a:r>
              <a:rPr sz="2400" spc="-7" dirty="0">
                <a:latin typeface="Times New Roman" panose="02020603050405020304" pitchFamily="18" charset="0"/>
                <a:cs typeface="Times New Roman" panose="02020603050405020304" pitchFamily="18" charset="0"/>
              </a:rPr>
              <a:t>Cybersecurity</a:t>
            </a:r>
            <a:br>
              <a:rPr lang="en-US" sz="2400" spc="-7" dirty="0">
                <a:latin typeface="Times New Roman" panose="02020603050405020304" pitchFamily="18" charset="0"/>
                <a:cs typeface="Times New Roman" panose="02020603050405020304" pitchFamily="18" charset="0"/>
              </a:rPr>
            </a:br>
            <a:r>
              <a:rPr sz="2400" spc="-31" dirty="0">
                <a:latin typeface="Times New Roman" panose="02020603050405020304" pitchFamily="18" charset="0"/>
                <a:cs typeface="Times New Roman" panose="02020603050405020304" pitchFamily="18" charset="0"/>
              </a:rPr>
              <a:t>(NICE</a:t>
            </a:r>
            <a:r>
              <a:rPr sz="2400" spc="-68" dirty="0">
                <a:latin typeface="Times New Roman" panose="02020603050405020304" pitchFamily="18" charset="0"/>
                <a:cs typeface="Times New Roman" panose="02020603050405020304" pitchFamily="18" charset="0"/>
              </a:rPr>
              <a:t> </a:t>
            </a:r>
            <a:r>
              <a:rPr sz="2400" spc="-37" dirty="0">
                <a:latin typeface="Times New Roman" panose="02020603050405020304" pitchFamily="18" charset="0"/>
                <a:cs typeface="Times New Roman" panose="02020603050405020304" pitchFamily="18" charset="0"/>
              </a:rPr>
              <a:t>Framework)</a:t>
            </a:r>
          </a:p>
        </p:txBody>
      </p:sp>
      <p:sp>
        <p:nvSpPr>
          <p:cNvPr id="4" name="object 4"/>
          <p:cNvSpPr/>
          <p:nvPr/>
        </p:nvSpPr>
        <p:spPr>
          <a:xfrm>
            <a:off x="4056784" y="1139882"/>
            <a:ext cx="4078865" cy="38533"/>
          </a:xfrm>
          <a:custGeom>
            <a:avLst/>
            <a:gdLst/>
            <a:ahLst/>
            <a:cxnLst/>
            <a:rect l="l" t="t" r="r" b="b"/>
            <a:pathLst>
              <a:path w="5982334" h="56514">
                <a:moveTo>
                  <a:pt x="5981700" y="0"/>
                </a:moveTo>
                <a:lnTo>
                  <a:pt x="0" y="0"/>
                </a:lnTo>
                <a:lnTo>
                  <a:pt x="0" y="38100"/>
                </a:lnTo>
                <a:lnTo>
                  <a:pt x="5981700" y="38100"/>
                </a:lnTo>
                <a:lnTo>
                  <a:pt x="5981700" y="0"/>
                </a:lnTo>
                <a:close/>
              </a:path>
              <a:path w="5982334" h="56514">
                <a:moveTo>
                  <a:pt x="5981712" y="47244"/>
                </a:moveTo>
                <a:lnTo>
                  <a:pt x="0" y="47244"/>
                </a:lnTo>
                <a:lnTo>
                  <a:pt x="0" y="56388"/>
                </a:lnTo>
                <a:lnTo>
                  <a:pt x="5981712" y="56388"/>
                </a:lnTo>
                <a:lnTo>
                  <a:pt x="5981712" y="47244"/>
                </a:lnTo>
                <a:close/>
              </a:path>
            </a:pathLst>
          </a:custGeom>
          <a:solidFill>
            <a:srgbClr val="000000"/>
          </a:solidFill>
        </p:spPr>
        <p:txBody>
          <a:bodyPr wrap="square" lIns="0" tIns="0" rIns="0" bIns="0" rtlCol="0"/>
          <a:lstStyle/>
          <a:p>
            <a:endParaRPr sz="1227"/>
          </a:p>
        </p:txBody>
      </p:sp>
      <p:sp>
        <p:nvSpPr>
          <p:cNvPr id="5" name="object 5"/>
          <p:cNvSpPr/>
          <p:nvPr/>
        </p:nvSpPr>
        <p:spPr>
          <a:xfrm>
            <a:off x="4056784" y="2119226"/>
            <a:ext cx="4078432" cy="12989"/>
          </a:xfrm>
          <a:custGeom>
            <a:avLst/>
            <a:gdLst/>
            <a:ahLst/>
            <a:cxnLst/>
            <a:rect l="l" t="t" r="r" b="b"/>
            <a:pathLst>
              <a:path w="5981700" h="19050">
                <a:moveTo>
                  <a:pt x="5981700" y="0"/>
                </a:moveTo>
                <a:lnTo>
                  <a:pt x="0" y="0"/>
                </a:lnTo>
                <a:lnTo>
                  <a:pt x="0" y="19050"/>
                </a:lnTo>
                <a:lnTo>
                  <a:pt x="5981700" y="19050"/>
                </a:lnTo>
                <a:lnTo>
                  <a:pt x="5981700" y="0"/>
                </a:lnTo>
                <a:close/>
              </a:path>
            </a:pathLst>
          </a:custGeom>
          <a:solidFill>
            <a:srgbClr val="000000"/>
          </a:solidFill>
        </p:spPr>
        <p:txBody>
          <a:bodyPr wrap="square" lIns="0" tIns="0" rIns="0" bIns="0" rtlCol="0"/>
          <a:lstStyle/>
          <a:p>
            <a:endParaRPr sz="1227"/>
          </a:p>
        </p:txBody>
      </p:sp>
      <p:sp>
        <p:nvSpPr>
          <p:cNvPr id="6" name="object 6"/>
          <p:cNvSpPr txBox="1"/>
          <p:nvPr/>
        </p:nvSpPr>
        <p:spPr>
          <a:xfrm>
            <a:off x="7220992" y="2367222"/>
            <a:ext cx="910070" cy="719748"/>
          </a:xfrm>
          <a:prstGeom prst="rect">
            <a:avLst/>
          </a:prstGeom>
        </p:spPr>
        <p:txBody>
          <a:bodyPr vert="horz" wrap="square" lIns="0" tIns="14287" rIns="0" bIns="0" rtlCol="0">
            <a:spAutoFit/>
          </a:bodyPr>
          <a:lstStyle/>
          <a:p>
            <a:pPr marL="8659" marR="3464" indent="74466" algn="r">
              <a:lnSpc>
                <a:spcPct val="95800"/>
              </a:lnSpc>
              <a:spcBef>
                <a:spcPts val="112"/>
              </a:spcBef>
            </a:pPr>
            <a:r>
              <a:rPr sz="955" dirty="0">
                <a:latin typeface="Times New Roman"/>
                <a:cs typeface="Times New Roman"/>
              </a:rPr>
              <a:t>Rodney</a:t>
            </a:r>
            <a:r>
              <a:rPr sz="955" spc="-37" dirty="0">
                <a:latin typeface="Times New Roman"/>
                <a:cs typeface="Times New Roman"/>
              </a:rPr>
              <a:t> </a:t>
            </a:r>
            <a:r>
              <a:rPr sz="955" spc="-7" dirty="0">
                <a:latin typeface="Times New Roman"/>
                <a:cs typeface="Times New Roman"/>
              </a:rPr>
              <a:t>Petersen </a:t>
            </a:r>
            <a:r>
              <a:rPr sz="955" dirty="0">
                <a:latin typeface="Times New Roman"/>
                <a:cs typeface="Times New Roman"/>
              </a:rPr>
              <a:t>Danielle</a:t>
            </a:r>
            <a:r>
              <a:rPr sz="955" spc="-44" dirty="0">
                <a:latin typeface="Times New Roman"/>
                <a:cs typeface="Times New Roman"/>
              </a:rPr>
              <a:t> </a:t>
            </a:r>
            <a:r>
              <a:rPr sz="955" spc="-7" dirty="0">
                <a:latin typeface="Times New Roman"/>
                <a:cs typeface="Times New Roman"/>
              </a:rPr>
              <a:t>Santos </a:t>
            </a:r>
            <a:r>
              <a:rPr sz="955" dirty="0">
                <a:latin typeface="Times New Roman"/>
                <a:cs typeface="Times New Roman"/>
              </a:rPr>
              <a:t>Matthew</a:t>
            </a:r>
            <a:r>
              <a:rPr sz="955" spc="-24" dirty="0">
                <a:latin typeface="Times New Roman"/>
                <a:cs typeface="Times New Roman"/>
              </a:rPr>
              <a:t> </a:t>
            </a:r>
            <a:r>
              <a:rPr sz="955" dirty="0">
                <a:latin typeface="Times New Roman"/>
                <a:cs typeface="Times New Roman"/>
              </a:rPr>
              <a:t>C.</a:t>
            </a:r>
            <a:r>
              <a:rPr sz="955" spc="-31" dirty="0">
                <a:latin typeface="Times New Roman"/>
                <a:cs typeface="Times New Roman"/>
              </a:rPr>
              <a:t> </a:t>
            </a:r>
            <a:r>
              <a:rPr sz="955" spc="-14" dirty="0">
                <a:latin typeface="Times New Roman"/>
                <a:cs typeface="Times New Roman"/>
              </a:rPr>
              <a:t>Smith </a:t>
            </a:r>
            <a:r>
              <a:rPr sz="955" dirty="0">
                <a:latin typeface="Times New Roman"/>
                <a:cs typeface="Times New Roman"/>
              </a:rPr>
              <a:t>Karen</a:t>
            </a:r>
            <a:r>
              <a:rPr sz="955" spc="-20" dirty="0">
                <a:latin typeface="Times New Roman"/>
                <a:cs typeface="Times New Roman"/>
              </a:rPr>
              <a:t> </a:t>
            </a:r>
            <a:r>
              <a:rPr sz="955" dirty="0">
                <a:latin typeface="Times New Roman"/>
                <a:cs typeface="Times New Roman"/>
              </a:rPr>
              <a:t>A.</a:t>
            </a:r>
            <a:r>
              <a:rPr sz="955" spc="-24" dirty="0">
                <a:latin typeface="Times New Roman"/>
                <a:cs typeface="Times New Roman"/>
              </a:rPr>
              <a:t> </a:t>
            </a:r>
            <a:r>
              <a:rPr sz="955" spc="-7" dirty="0">
                <a:latin typeface="Times New Roman"/>
                <a:cs typeface="Times New Roman"/>
              </a:rPr>
              <a:t>Wetzel</a:t>
            </a:r>
            <a:endParaRPr sz="955">
              <a:latin typeface="Times New Roman"/>
              <a:cs typeface="Times New Roman"/>
            </a:endParaRPr>
          </a:p>
          <a:p>
            <a:pPr marR="3464" algn="r">
              <a:lnSpc>
                <a:spcPts val="1098"/>
              </a:lnSpc>
            </a:pPr>
            <a:r>
              <a:rPr sz="955" dirty="0">
                <a:latin typeface="Times New Roman"/>
                <a:cs typeface="Times New Roman"/>
              </a:rPr>
              <a:t>Greg</a:t>
            </a:r>
            <a:r>
              <a:rPr sz="955" spc="-24" dirty="0">
                <a:latin typeface="Times New Roman"/>
                <a:cs typeface="Times New Roman"/>
              </a:rPr>
              <a:t> </a:t>
            </a:r>
            <a:r>
              <a:rPr sz="955" spc="-7" dirty="0">
                <a:latin typeface="Times New Roman"/>
                <a:cs typeface="Times New Roman"/>
              </a:rPr>
              <a:t>Witte</a:t>
            </a:r>
            <a:endParaRPr sz="955">
              <a:latin typeface="Times New Roman"/>
              <a:cs typeface="Times New Roman"/>
            </a:endParaRPr>
          </a:p>
        </p:txBody>
      </p:sp>
      <p:sp>
        <p:nvSpPr>
          <p:cNvPr id="7" name="object 7"/>
          <p:cNvSpPr txBox="1"/>
          <p:nvPr/>
        </p:nvSpPr>
        <p:spPr>
          <a:xfrm>
            <a:off x="5740258" y="3897951"/>
            <a:ext cx="2390775" cy="300490"/>
          </a:xfrm>
          <a:prstGeom prst="rect">
            <a:avLst/>
          </a:prstGeom>
        </p:spPr>
        <p:txBody>
          <a:bodyPr vert="horz" wrap="square" lIns="0" tIns="18184" rIns="0" bIns="0" rtlCol="0">
            <a:spAutoFit/>
          </a:bodyPr>
          <a:lstStyle/>
          <a:p>
            <a:pPr marL="266693" marR="3464" indent="-258467">
              <a:lnSpc>
                <a:spcPts val="1098"/>
              </a:lnSpc>
              <a:spcBef>
                <a:spcPts val="143"/>
              </a:spcBef>
            </a:pPr>
            <a:r>
              <a:rPr sz="955" dirty="0">
                <a:latin typeface="Times New Roman"/>
                <a:cs typeface="Times New Roman"/>
              </a:rPr>
              <a:t>This</a:t>
            </a:r>
            <a:r>
              <a:rPr sz="955" spc="-20" dirty="0">
                <a:latin typeface="Times New Roman"/>
                <a:cs typeface="Times New Roman"/>
              </a:rPr>
              <a:t> </a:t>
            </a:r>
            <a:r>
              <a:rPr sz="955" dirty="0">
                <a:latin typeface="Times New Roman"/>
                <a:cs typeface="Times New Roman"/>
              </a:rPr>
              <a:t>publication</a:t>
            </a:r>
            <a:r>
              <a:rPr sz="955" spc="-20" dirty="0">
                <a:latin typeface="Times New Roman"/>
                <a:cs typeface="Times New Roman"/>
              </a:rPr>
              <a:t> </a:t>
            </a:r>
            <a:r>
              <a:rPr sz="955" dirty="0">
                <a:latin typeface="Times New Roman"/>
                <a:cs typeface="Times New Roman"/>
              </a:rPr>
              <a:t>is</a:t>
            </a:r>
            <a:r>
              <a:rPr sz="955" spc="-20" dirty="0">
                <a:latin typeface="Times New Roman"/>
                <a:cs typeface="Times New Roman"/>
              </a:rPr>
              <a:t> </a:t>
            </a:r>
            <a:r>
              <a:rPr sz="955" dirty="0">
                <a:latin typeface="Times New Roman"/>
                <a:cs typeface="Times New Roman"/>
              </a:rPr>
              <a:t>available</a:t>
            </a:r>
            <a:r>
              <a:rPr sz="955" spc="-24" dirty="0">
                <a:latin typeface="Times New Roman"/>
                <a:cs typeface="Times New Roman"/>
              </a:rPr>
              <a:t> </a:t>
            </a:r>
            <a:r>
              <a:rPr sz="955" dirty="0">
                <a:latin typeface="Times New Roman"/>
                <a:cs typeface="Times New Roman"/>
              </a:rPr>
              <a:t>free</a:t>
            </a:r>
            <a:r>
              <a:rPr sz="955" spc="-24" dirty="0">
                <a:latin typeface="Times New Roman"/>
                <a:cs typeface="Times New Roman"/>
              </a:rPr>
              <a:t> </a:t>
            </a:r>
            <a:r>
              <a:rPr sz="955" dirty="0">
                <a:latin typeface="Times New Roman"/>
                <a:cs typeface="Times New Roman"/>
              </a:rPr>
              <a:t>of</a:t>
            </a:r>
            <a:r>
              <a:rPr sz="955" spc="-17" dirty="0">
                <a:latin typeface="Times New Roman"/>
                <a:cs typeface="Times New Roman"/>
              </a:rPr>
              <a:t> </a:t>
            </a:r>
            <a:r>
              <a:rPr sz="955" dirty="0">
                <a:latin typeface="Times New Roman"/>
                <a:cs typeface="Times New Roman"/>
              </a:rPr>
              <a:t>charge</a:t>
            </a:r>
            <a:r>
              <a:rPr sz="955" spc="-24" dirty="0">
                <a:latin typeface="Times New Roman"/>
                <a:cs typeface="Times New Roman"/>
              </a:rPr>
              <a:t> </a:t>
            </a:r>
            <a:r>
              <a:rPr sz="955" spc="-7" dirty="0">
                <a:latin typeface="Times New Roman"/>
                <a:cs typeface="Times New Roman"/>
              </a:rPr>
              <a:t>from: </a:t>
            </a:r>
            <a:r>
              <a:rPr sz="955" spc="-7" dirty="0">
                <a:latin typeface="Times New Roman"/>
                <a:cs typeface="Times New Roman"/>
                <a:hlinkClick r:id="rId2"/>
              </a:rPr>
              <a:t>https://doi.org/10.6028/NIST.SP.800-181r1</a:t>
            </a:r>
            <a:endParaRPr sz="955">
              <a:latin typeface="Times New Roman"/>
              <a:cs typeface="Times New Roman"/>
            </a:endParaRPr>
          </a:p>
        </p:txBody>
      </p:sp>
      <p:pic>
        <p:nvPicPr>
          <p:cNvPr id="8" name="object 8"/>
          <p:cNvPicPr/>
          <p:nvPr/>
        </p:nvPicPr>
        <p:blipFill>
          <a:blip r:embed="rId3" cstate="print"/>
          <a:stretch>
            <a:fillRect/>
          </a:stretch>
        </p:blipFill>
        <p:spPr>
          <a:xfrm>
            <a:off x="6745285" y="5876859"/>
            <a:ext cx="1162506" cy="297670"/>
          </a:xfrm>
          <a:prstGeom prst="rect">
            <a:avLst/>
          </a:prstGeom>
        </p:spPr>
      </p:pic>
      <p:sp>
        <p:nvSpPr>
          <p:cNvPr id="9" name="object 9"/>
          <p:cNvSpPr/>
          <p:nvPr/>
        </p:nvSpPr>
        <p:spPr>
          <a:xfrm>
            <a:off x="7235597" y="5661495"/>
            <a:ext cx="676708" cy="180542"/>
          </a:xfrm>
          <a:custGeom>
            <a:avLst/>
            <a:gdLst/>
            <a:ahLst/>
            <a:cxnLst/>
            <a:rect l="l" t="t" r="r" b="b"/>
            <a:pathLst>
              <a:path w="992504" h="264795">
                <a:moveTo>
                  <a:pt x="344627" y="3111"/>
                </a:moveTo>
                <a:lnTo>
                  <a:pt x="290220" y="3111"/>
                </a:lnTo>
                <a:lnTo>
                  <a:pt x="290220" y="208064"/>
                </a:lnTo>
                <a:lnTo>
                  <a:pt x="285953" y="213398"/>
                </a:lnTo>
                <a:lnTo>
                  <a:pt x="277418" y="208064"/>
                </a:lnTo>
                <a:lnTo>
                  <a:pt x="99225" y="14859"/>
                </a:lnTo>
                <a:lnTo>
                  <a:pt x="94996" y="11366"/>
                </a:lnTo>
                <a:lnTo>
                  <a:pt x="82956" y="4584"/>
                </a:lnTo>
                <a:lnTo>
                  <a:pt x="64122" y="0"/>
                </a:lnTo>
                <a:lnTo>
                  <a:pt x="39484" y="3111"/>
                </a:lnTo>
                <a:lnTo>
                  <a:pt x="16662" y="11137"/>
                </a:lnTo>
                <a:lnTo>
                  <a:pt x="4940" y="19253"/>
                </a:lnTo>
                <a:lnTo>
                  <a:pt x="622" y="32385"/>
                </a:lnTo>
                <a:lnTo>
                  <a:pt x="0" y="55422"/>
                </a:lnTo>
                <a:lnTo>
                  <a:pt x="0" y="264629"/>
                </a:lnTo>
                <a:lnTo>
                  <a:pt x="54419" y="264629"/>
                </a:lnTo>
                <a:lnTo>
                  <a:pt x="54419" y="56489"/>
                </a:lnTo>
                <a:lnTo>
                  <a:pt x="66154" y="57556"/>
                </a:lnTo>
                <a:lnTo>
                  <a:pt x="70421" y="61823"/>
                </a:lnTo>
                <a:lnTo>
                  <a:pt x="236867" y="244360"/>
                </a:lnTo>
                <a:lnTo>
                  <a:pt x="256908" y="257797"/>
                </a:lnTo>
                <a:lnTo>
                  <a:pt x="275551" y="263829"/>
                </a:lnTo>
                <a:lnTo>
                  <a:pt x="292989" y="263867"/>
                </a:lnTo>
                <a:lnTo>
                  <a:pt x="309422" y="259295"/>
                </a:lnTo>
                <a:lnTo>
                  <a:pt x="323481" y="250748"/>
                </a:lnTo>
                <a:lnTo>
                  <a:pt x="334632" y="238887"/>
                </a:lnTo>
                <a:lnTo>
                  <a:pt x="341985" y="225221"/>
                </a:lnTo>
                <a:lnTo>
                  <a:pt x="344627" y="211264"/>
                </a:lnTo>
                <a:lnTo>
                  <a:pt x="344627" y="3111"/>
                </a:lnTo>
                <a:close/>
              </a:path>
              <a:path w="992504" h="264795">
                <a:moveTo>
                  <a:pt x="992276" y="2044"/>
                </a:moveTo>
                <a:lnTo>
                  <a:pt x="545223" y="2044"/>
                </a:lnTo>
                <a:lnTo>
                  <a:pt x="522693" y="6019"/>
                </a:lnTo>
                <a:lnTo>
                  <a:pt x="497078" y="18592"/>
                </a:lnTo>
                <a:lnTo>
                  <a:pt x="476046" y="43180"/>
                </a:lnTo>
                <a:lnTo>
                  <a:pt x="467334" y="83172"/>
                </a:lnTo>
                <a:lnTo>
                  <a:pt x="476580" y="117398"/>
                </a:lnTo>
                <a:lnTo>
                  <a:pt x="498944" y="141617"/>
                </a:lnTo>
                <a:lnTo>
                  <a:pt x="526300" y="155829"/>
                </a:lnTo>
                <a:lnTo>
                  <a:pt x="550557" y="160032"/>
                </a:lnTo>
                <a:lnTo>
                  <a:pt x="708469" y="160032"/>
                </a:lnTo>
                <a:lnTo>
                  <a:pt x="716470" y="162229"/>
                </a:lnTo>
                <a:lnTo>
                  <a:pt x="723671" y="168033"/>
                </a:lnTo>
                <a:lnTo>
                  <a:pt x="728878" y="176237"/>
                </a:lnTo>
                <a:lnTo>
                  <a:pt x="730872" y="185648"/>
                </a:lnTo>
                <a:lnTo>
                  <a:pt x="728891" y="194881"/>
                </a:lnTo>
                <a:lnTo>
                  <a:pt x="723811" y="202730"/>
                </a:lnTo>
                <a:lnTo>
                  <a:pt x="716915" y="208165"/>
                </a:lnTo>
                <a:lnTo>
                  <a:pt x="709536" y="210197"/>
                </a:lnTo>
                <a:lnTo>
                  <a:pt x="467334" y="210197"/>
                </a:lnTo>
                <a:lnTo>
                  <a:pt x="454964" y="209880"/>
                </a:lnTo>
                <a:lnTo>
                  <a:pt x="444398" y="207657"/>
                </a:lnTo>
                <a:lnTo>
                  <a:pt x="437019" y="201637"/>
                </a:lnTo>
                <a:lnTo>
                  <a:pt x="434263" y="189915"/>
                </a:lnTo>
                <a:lnTo>
                  <a:pt x="434263" y="3111"/>
                </a:lnTo>
                <a:lnTo>
                  <a:pt x="379844" y="3111"/>
                </a:lnTo>
                <a:lnTo>
                  <a:pt x="377710" y="3111"/>
                </a:lnTo>
                <a:lnTo>
                  <a:pt x="377710" y="192049"/>
                </a:lnTo>
                <a:lnTo>
                  <a:pt x="389559" y="231076"/>
                </a:lnTo>
                <a:lnTo>
                  <a:pt x="423583" y="257035"/>
                </a:lnTo>
                <a:lnTo>
                  <a:pt x="468401" y="263563"/>
                </a:lnTo>
                <a:lnTo>
                  <a:pt x="717003" y="263563"/>
                </a:lnTo>
                <a:lnTo>
                  <a:pt x="742365" y="258699"/>
                </a:lnTo>
                <a:lnTo>
                  <a:pt x="763816" y="243827"/>
                </a:lnTo>
                <a:lnTo>
                  <a:pt x="778675" y="218541"/>
                </a:lnTo>
                <a:lnTo>
                  <a:pt x="784225" y="182448"/>
                </a:lnTo>
                <a:lnTo>
                  <a:pt x="777316" y="147637"/>
                </a:lnTo>
                <a:lnTo>
                  <a:pt x="760222" y="124129"/>
                </a:lnTo>
                <a:lnTo>
                  <a:pt x="738314" y="110845"/>
                </a:lnTo>
                <a:lnTo>
                  <a:pt x="717003" y="106654"/>
                </a:lnTo>
                <a:lnTo>
                  <a:pt x="549490" y="106654"/>
                </a:lnTo>
                <a:lnTo>
                  <a:pt x="528218" y="95986"/>
                </a:lnTo>
                <a:lnTo>
                  <a:pt x="524954" y="78905"/>
                </a:lnTo>
                <a:lnTo>
                  <a:pt x="534492" y="63423"/>
                </a:lnTo>
                <a:lnTo>
                  <a:pt x="551624" y="57556"/>
                </a:lnTo>
                <a:lnTo>
                  <a:pt x="825830" y="57556"/>
                </a:lnTo>
                <a:lnTo>
                  <a:pt x="825830" y="264629"/>
                </a:lnTo>
                <a:lnTo>
                  <a:pt x="880249" y="264629"/>
                </a:lnTo>
                <a:lnTo>
                  <a:pt x="880249" y="57556"/>
                </a:lnTo>
                <a:lnTo>
                  <a:pt x="992276" y="57556"/>
                </a:lnTo>
                <a:lnTo>
                  <a:pt x="992276" y="2044"/>
                </a:lnTo>
                <a:close/>
              </a:path>
            </a:pathLst>
          </a:custGeom>
          <a:solidFill>
            <a:srgbClr val="000000"/>
          </a:solidFill>
        </p:spPr>
        <p:txBody>
          <a:bodyPr wrap="square" lIns="0" tIns="0" rIns="0" bIns="0" rtlCol="0"/>
          <a:lstStyle/>
          <a:p>
            <a:endParaRPr sz="1227"/>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CBD26-54BE-C1DB-15B3-91A076E37E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CD51C-6B8B-252E-36B1-E71CF1BAF3A4}"/>
              </a:ext>
            </a:extLst>
          </p:cNvPr>
          <p:cNvSpPr txBox="1"/>
          <p:nvPr/>
        </p:nvSpPr>
        <p:spPr>
          <a:xfrm>
            <a:off x="159026" y="1061884"/>
            <a:ext cx="11757991" cy="5078313"/>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NICE Framework</a:t>
            </a:r>
          </a:p>
          <a:p>
            <a:endParaRPr lang="en-US" b="1" i="1" u="sng"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National Initiative for Cybersecurity Education (NICE)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Takes the current 12 specialties for OPM 2210 “Information Technology Management Series” and converts them into:</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7 Categories</a:t>
            </a:r>
          </a:p>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33 Specialty Areas</a:t>
            </a:r>
          </a:p>
          <a:p>
            <a:pPr marL="1657350" lvl="3"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52 Work Roles</a:t>
            </a:r>
          </a:p>
          <a:p>
            <a:pPr marL="1657350" lvl="3"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Work Roles focus on Tasks that are to be accomplished and establish proficiency in the duties to be performed.  These work roles are used for Recruiting in Job Announcements (found on USAJOBS.GOV) and for Retention, when developing within the career field.</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work roles will require the Knowledge, and Skills to perform the Tasks required for each position duty.</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Knowledge gives and understanding of what the role is and WHAT must be known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Skills create the practical application of HOW to perform the duties.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4754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4FA02-1822-C242-B7F2-0F4E51B6DD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23EED6-033B-CBBF-CE8E-082FCD8535BF}"/>
              </a:ext>
            </a:extLst>
          </p:cNvPr>
          <p:cNvSpPr txBox="1"/>
          <p:nvPr/>
        </p:nvSpPr>
        <p:spPr>
          <a:xfrm>
            <a:off x="229783" y="158773"/>
            <a:ext cx="10453324" cy="646331"/>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NIST Internal Report = NIST IR 8355 - NICE Framework Competency Areas </a:t>
            </a:r>
          </a:p>
          <a:p>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3602CA9-EAE0-A99B-AD1F-79EC21495272}"/>
              </a:ext>
            </a:extLst>
          </p:cNvPr>
          <p:cNvPicPr>
            <a:picLocks noChangeAspect="1"/>
          </p:cNvPicPr>
          <p:nvPr/>
        </p:nvPicPr>
        <p:blipFill>
          <a:blip r:embed="rId2"/>
          <a:stretch>
            <a:fillRect/>
          </a:stretch>
        </p:blipFill>
        <p:spPr>
          <a:xfrm>
            <a:off x="3303925" y="617406"/>
            <a:ext cx="4780500" cy="6186529"/>
          </a:xfrm>
          <a:prstGeom prst="rect">
            <a:avLst/>
          </a:prstGeom>
        </p:spPr>
      </p:pic>
    </p:spTree>
    <p:extLst>
      <p:ext uri="{BB962C8B-B14F-4D97-AF65-F5344CB8AC3E}">
        <p14:creationId xmlns:p14="http://schemas.microsoft.com/office/powerpoint/2010/main" val="3021518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4E5E9-EA54-9E7D-FB58-048AE53039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1AA8BC8-573E-C5AB-36BC-3AB714178D06}"/>
              </a:ext>
            </a:extLst>
          </p:cNvPr>
          <p:cNvSpPr txBox="1"/>
          <p:nvPr/>
        </p:nvSpPr>
        <p:spPr>
          <a:xfrm>
            <a:off x="94316" y="215217"/>
            <a:ext cx="10453324" cy="646331"/>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NIST Internal Report = NIST IR 8355 - NICE Framework Competency Areas </a:t>
            </a:r>
          </a:p>
          <a:p>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5AF492C-B691-DB99-18D2-E9A8ED431622}"/>
              </a:ext>
            </a:extLst>
          </p:cNvPr>
          <p:cNvSpPr txBox="1"/>
          <p:nvPr/>
        </p:nvSpPr>
        <p:spPr>
          <a:xfrm>
            <a:off x="94316" y="865763"/>
            <a:ext cx="12003368" cy="5324535"/>
          </a:xfrm>
          <a:prstGeom prst="rect">
            <a:avLst/>
          </a:prstGeom>
          <a:noFill/>
        </p:spPr>
        <p:txBody>
          <a:bodyPr wrap="square">
            <a:spAutoFit/>
          </a:bodyPr>
          <a:lstStyle/>
          <a:p>
            <a:r>
              <a:rPr lang="en-US" sz="2000" b="1" i="0" u="none" strike="noStrike" baseline="0" dirty="0">
                <a:solidFill>
                  <a:srgbClr val="000000"/>
                </a:solidFill>
                <a:latin typeface="Times New Roman" panose="02020603050405020304" pitchFamily="18" charset="0"/>
                <a:cs typeface="Times New Roman" panose="02020603050405020304" pitchFamily="18" charset="0"/>
              </a:rPr>
              <a:t>Abstract </a:t>
            </a:r>
            <a:endParaRPr lang="en-US" sz="20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000" b="0" i="0" u="none" strike="noStrike" baseline="0" dirty="0">
                <a:solidFill>
                  <a:srgbClr val="000000"/>
                </a:solidFill>
                <a:latin typeface="Times New Roman" panose="02020603050405020304" pitchFamily="18" charset="0"/>
                <a:cs typeface="Times New Roman" panose="02020603050405020304" pitchFamily="18" charset="0"/>
              </a:rPr>
              <a:t>This publication from NICE describes Competency Areas as included in the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Workforce Framework for Cybersecurity (NICE Framework)</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 NIST Special Publication 800-181, Revision 1. The NICE Framework is a fundamental reference for describing and sharing information about cybersecurity work. </a:t>
            </a:r>
          </a:p>
          <a:p>
            <a:endParaRPr lang="en-US" sz="2000" dirty="0">
              <a:solidFill>
                <a:srgbClr val="000000"/>
              </a:solidFill>
              <a:latin typeface="Times New Roman" panose="02020603050405020304" pitchFamily="18" charset="0"/>
              <a:cs typeface="Times New Roman" panose="02020603050405020304" pitchFamily="18" charset="0"/>
            </a:endParaRPr>
          </a:p>
          <a:p>
            <a:r>
              <a:rPr lang="en-US" sz="2000" b="0" i="0" u="none" strike="noStrike" baseline="0" dirty="0">
                <a:solidFill>
                  <a:srgbClr val="000000"/>
                </a:solidFill>
                <a:highlight>
                  <a:srgbClr val="FFFF00"/>
                </a:highlight>
                <a:latin typeface="Times New Roman" panose="02020603050405020304" pitchFamily="18" charset="0"/>
                <a:cs typeface="Times New Roman" panose="02020603050405020304" pitchFamily="18" charset="0"/>
              </a:rPr>
              <a:t>At its core are Task, Knowledge, and Skill (TKS) statements that provide a foundation for learners, including students, job seekers, and employees. </a:t>
            </a:r>
          </a:p>
          <a:p>
            <a:endParaRPr lang="en-US" sz="2000" dirty="0">
              <a:solidFill>
                <a:srgbClr val="000000"/>
              </a:solidFill>
              <a:latin typeface="Times New Roman" panose="02020603050405020304" pitchFamily="18" charset="0"/>
              <a:cs typeface="Times New Roman" panose="02020603050405020304" pitchFamily="18" charset="0"/>
            </a:endParaRPr>
          </a:p>
          <a:p>
            <a:r>
              <a:rPr lang="en-US" sz="2000" b="0" i="0" u="none" strike="noStrike" baseline="0" dirty="0">
                <a:solidFill>
                  <a:srgbClr val="000000"/>
                </a:solidFill>
                <a:highlight>
                  <a:srgbClr val="FFFF00"/>
                </a:highlight>
                <a:latin typeface="Times New Roman" panose="02020603050405020304" pitchFamily="18" charset="0"/>
                <a:cs typeface="Times New Roman" panose="02020603050405020304" pitchFamily="18" charset="0"/>
              </a:rPr>
              <a:t>These statements are then used to define Competency Areas—clusters of related Knowledge and Skill statements that correlates with one’s capability to perform Tasks in a particular domain—and Work Roles, which are composed of Task statements that constitute work for which someone is responsible or accountable. </a:t>
            </a:r>
          </a:p>
          <a:p>
            <a:endParaRPr lang="en-US" sz="2000" dirty="0">
              <a:solidFill>
                <a:srgbClr val="000000"/>
              </a:solidFill>
              <a:latin typeface="Times New Roman" panose="02020603050405020304" pitchFamily="18" charset="0"/>
              <a:cs typeface="Times New Roman" panose="02020603050405020304" pitchFamily="18" charset="0"/>
            </a:endParaRPr>
          </a:p>
          <a:p>
            <a:r>
              <a:rPr lang="en-US" sz="2000" b="0" i="0" u="none" strike="noStrike" baseline="0" dirty="0">
                <a:solidFill>
                  <a:srgbClr val="000000"/>
                </a:solidFill>
                <a:latin typeface="Times New Roman" panose="02020603050405020304" pitchFamily="18" charset="0"/>
                <a:cs typeface="Times New Roman" panose="02020603050405020304" pitchFamily="18" charset="0"/>
              </a:rPr>
              <a:t>This document shares more detail about what NICE Framework Competency Areas are, including their evolution and development, clarifies the differences between Competency Areas and Work Roles, and provides example uses for Competency Areas from various stakeholder perspectives, and. Finally, the publication identifies where the NICE Framework list of Competency Areas is separately published and maintained distinct from this publication so it can be updated more frequently as a flexible and contemporary reference resource.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4561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374FB-04E2-BC8E-8129-B1264239B8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664EA41-CB5B-C6EB-B17F-CDA46642898A}"/>
              </a:ext>
            </a:extLst>
          </p:cNvPr>
          <p:cNvSpPr txBox="1"/>
          <p:nvPr/>
        </p:nvSpPr>
        <p:spPr>
          <a:xfrm>
            <a:off x="94316" y="215217"/>
            <a:ext cx="10453324" cy="646331"/>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NIST Internal Report = NIST IR 8355 - NICE Framework Competency Areas </a:t>
            </a:r>
          </a:p>
          <a:p>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906B7EB-9C3C-27BE-AB7C-970E3F1EE2D4}"/>
              </a:ext>
            </a:extLst>
          </p:cNvPr>
          <p:cNvSpPr txBox="1"/>
          <p:nvPr/>
        </p:nvSpPr>
        <p:spPr>
          <a:xfrm>
            <a:off x="186266" y="1074130"/>
            <a:ext cx="11819467" cy="5262979"/>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Audience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NICE Framework serves as a bridge between employers and education, training, and certification providers as well as a tool to help learners determine needs and demonstrate capabilities. </a:t>
            </a:r>
          </a:p>
          <a:p>
            <a:endParaRPr lang="en-US" sz="2400" dirty="0">
              <a:latin typeface="Times New Roman" panose="02020603050405020304" pitchFamily="18" charset="0"/>
              <a:cs typeface="Times New Roman" panose="02020603050405020304" pitchFamily="18" charset="0"/>
            </a:endParaRPr>
          </a:p>
          <a:p>
            <a:r>
              <a:rPr lang="en-US" sz="2400" dirty="0">
                <a:highlight>
                  <a:srgbClr val="FFFF00"/>
                </a:highlight>
                <a:latin typeface="Times New Roman" panose="02020603050405020304" pitchFamily="18" charset="0"/>
                <a:cs typeface="Times New Roman" panose="02020603050405020304" pitchFamily="18" charset="0"/>
              </a:rPr>
              <a:t>A standardized approach to Competency Areas provides accessible information about what individuals need to know and be able to do, enables the development of more effective learning, and establishes regular processes to consistently describe and validate a learner’s capabilities.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Therefore, the following are both stakeholders and the audience for this work: employers; workforce development and human resources professionals; education, training, and certification providers; and learners. </a:t>
            </a:r>
          </a:p>
        </p:txBody>
      </p:sp>
    </p:spTree>
    <p:extLst>
      <p:ext uri="{BB962C8B-B14F-4D97-AF65-F5344CB8AC3E}">
        <p14:creationId xmlns:p14="http://schemas.microsoft.com/office/powerpoint/2010/main" val="1952495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4CDE3-27D4-D52A-8318-50C479F3714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8BDE76-A64A-5AD8-460D-A4844538DF6A}"/>
              </a:ext>
            </a:extLst>
          </p:cNvPr>
          <p:cNvSpPr txBox="1"/>
          <p:nvPr/>
        </p:nvSpPr>
        <p:spPr>
          <a:xfrm>
            <a:off x="94316" y="215217"/>
            <a:ext cx="10453324" cy="646331"/>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NIST Internal Report = NIST IR 8355 - NICE Framework Competency Areas </a:t>
            </a: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370778D-A09F-C280-2340-614855AAC4F7}"/>
              </a:ext>
            </a:extLst>
          </p:cNvPr>
          <p:cNvPicPr>
            <a:picLocks noChangeAspect="1"/>
          </p:cNvPicPr>
          <p:nvPr/>
        </p:nvPicPr>
        <p:blipFill>
          <a:blip r:embed="rId3"/>
          <a:stretch>
            <a:fillRect/>
          </a:stretch>
        </p:blipFill>
        <p:spPr>
          <a:xfrm>
            <a:off x="598311" y="738993"/>
            <a:ext cx="10995378" cy="6119007"/>
          </a:xfrm>
          <a:prstGeom prst="rect">
            <a:avLst/>
          </a:prstGeom>
        </p:spPr>
      </p:pic>
    </p:spTree>
    <p:extLst>
      <p:ext uri="{BB962C8B-B14F-4D97-AF65-F5344CB8AC3E}">
        <p14:creationId xmlns:p14="http://schemas.microsoft.com/office/powerpoint/2010/main" val="4253581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F55E9-F165-6C6A-BA22-1DB58F6D06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F16CFC-7BF6-4F12-56F8-0542BFAD3A18}"/>
              </a:ext>
            </a:extLst>
          </p:cNvPr>
          <p:cNvSpPr txBox="1"/>
          <p:nvPr/>
        </p:nvSpPr>
        <p:spPr>
          <a:xfrm>
            <a:off x="94316" y="215217"/>
            <a:ext cx="10453324" cy="646331"/>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NIST Internal Report = NIST IR 8355 - NICE Framework Competency Areas </a:t>
            </a:r>
          </a:p>
          <a:p>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4AE37B6-3D20-AE38-15C2-D4217FB1C73D}"/>
              </a:ext>
            </a:extLst>
          </p:cNvPr>
          <p:cNvSpPr txBox="1"/>
          <p:nvPr/>
        </p:nvSpPr>
        <p:spPr>
          <a:xfrm>
            <a:off x="5904090" y="1589039"/>
            <a:ext cx="6096000" cy="2585323"/>
          </a:xfrm>
          <a:prstGeom prst="rect">
            <a:avLst/>
          </a:prstGeom>
          <a:noFill/>
        </p:spPr>
        <p:txBody>
          <a:bodyPr wrap="square">
            <a:spAutoFit/>
          </a:bodyPr>
          <a:lstStyle/>
          <a:p>
            <a:endParaRPr lang="en-US" dirty="0"/>
          </a:p>
          <a:p>
            <a:endParaRPr lang="en-US" dirty="0"/>
          </a:p>
          <a:p>
            <a:r>
              <a:rPr lang="en-US" dirty="0"/>
              <a:t>◄••••••••••••••• Work Roles focus on Task</a:t>
            </a:r>
          </a:p>
          <a:p>
            <a:endParaRPr lang="en-US" dirty="0"/>
          </a:p>
          <a:p>
            <a:endParaRPr lang="en-US" dirty="0"/>
          </a:p>
          <a:p>
            <a:endParaRPr lang="en-US" dirty="0"/>
          </a:p>
          <a:p>
            <a:endParaRPr lang="en-US" dirty="0"/>
          </a:p>
          <a:p>
            <a:r>
              <a:rPr lang="en-US" dirty="0"/>
              <a:t>◄ ••••••••••••••• Competency Areas focus on Skill and Knowledge</a:t>
            </a:r>
          </a:p>
        </p:txBody>
      </p:sp>
      <p:pic>
        <p:nvPicPr>
          <p:cNvPr id="6" name="Picture 5">
            <a:extLst>
              <a:ext uri="{FF2B5EF4-FFF2-40B4-BE49-F238E27FC236}">
                <a16:creationId xmlns:a16="http://schemas.microsoft.com/office/drawing/2014/main" id="{A58F6424-86C5-39C9-80BF-84CF3F1479FB}"/>
              </a:ext>
            </a:extLst>
          </p:cNvPr>
          <p:cNvPicPr>
            <a:picLocks noChangeAspect="1"/>
          </p:cNvPicPr>
          <p:nvPr/>
        </p:nvPicPr>
        <p:blipFill>
          <a:blip r:embed="rId3"/>
          <a:stretch>
            <a:fillRect/>
          </a:stretch>
        </p:blipFill>
        <p:spPr>
          <a:xfrm>
            <a:off x="881329" y="1013778"/>
            <a:ext cx="5022761" cy="4040221"/>
          </a:xfrm>
          <a:prstGeom prst="rect">
            <a:avLst/>
          </a:prstGeom>
        </p:spPr>
      </p:pic>
    </p:spTree>
    <p:extLst>
      <p:ext uri="{BB962C8B-B14F-4D97-AF65-F5344CB8AC3E}">
        <p14:creationId xmlns:p14="http://schemas.microsoft.com/office/powerpoint/2010/main" val="845993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18325-FF55-52C7-9A99-3D7719124F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7D86BF-2E5C-981E-00C1-E2B56211ED1E}"/>
              </a:ext>
            </a:extLst>
          </p:cNvPr>
          <p:cNvSpPr txBox="1"/>
          <p:nvPr/>
        </p:nvSpPr>
        <p:spPr>
          <a:xfrm>
            <a:off x="94316" y="215217"/>
            <a:ext cx="10453324" cy="646331"/>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NIST Internal Report = NIST IR 8355 - NICE Framework Competency Areas </a:t>
            </a:r>
          </a:p>
          <a:p>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D5E6E80-FC1F-7ABB-FD9D-D25662E82FF9}"/>
              </a:ext>
            </a:extLst>
          </p:cNvPr>
          <p:cNvSpPr txBox="1"/>
          <p:nvPr/>
        </p:nvSpPr>
        <p:spPr>
          <a:xfrm>
            <a:off x="205202" y="4936208"/>
            <a:ext cx="11781595" cy="923330"/>
          </a:xfrm>
          <a:prstGeom prst="rect">
            <a:avLst/>
          </a:prstGeom>
          <a:noFill/>
        </p:spPr>
        <p:txBody>
          <a:bodyPr wrap="square">
            <a:spAutoFit/>
          </a:bodyPr>
          <a:lstStyle/>
          <a:p>
            <a:r>
              <a:rPr lang="en-US" sz="1800" b="0" i="0" u="none" strike="noStrike" baseline="0" dirty="0">
                <a:solidFill>
                  <a:srgbClr val="000000"/>
                </a:solidFill>
                <a:latin typeface="Times New Roman" panose="02020603050405020304" pitchFamily="18" charset="0"/>
              </a:rPr>
              <a:t>Competency Areas help address employers’ capability needs more broadly, while Work Roles are used when defining specific positions and responsibilities. Finally, assessment is typically based on the Competency Area as a whole, whereas assessment for Work Roles typically occurs at the Task level. </a:t>
            </a:r>
            <a:endParaRPr lang="en-US" dirty="0"/>
          </a:p>
        </p:txBody>
      </p:sp>
      <p:pic>
        <p:nvPicPr>
          <p:cNvPr id="8" name="Picture 7">
            <a:extLst>
              <a:ext uri="{FF2B5EF4-FFF2-40B4-BE49-F238E27FC236}">
                <a16:creationId xmlns:a16="http://schemas.microsoft.com/office/drawing/2014/main" id="{3849A35C-892D-F152-AAB2-CECF398FA2EC}"/>
              </a:ext>
            </a:extLst>
          </p:cNvPr>
          <p:cNvPicPr>
            <a:picLocks noChangeAspect="1"/>
          </p:cNvPicPr>
          <p:nvPr/>
        </p:nvPicPr>
        <p:blipFill>
          <a:blip r:embed="rId3"/>
          <a:stretch>
            <a:fillRect/>
          </a:stretch>
        </p:blipFill>
        <p:spPr>
          <a:xfrm>
            <a:off x="1219200" y="1272780"/>
            <a:ext cx="9184162" cy="3105441"/>
          </a:xfrm>
          <a:prstGeom prst="rect">
            <a:avLst/>
          </a:prstGeom>
        </p:spPr>
      </p:pic>
    </p:spTree>
    <p:extLst>
      <p:ext uri="{BB962C8B-B14F-4D97-AF65-F5344CB8AC3E}">
        <p14:creationId xmlns:p14="http://schemas.microsoft.com/office/powerpoint/2010/main" val="2877117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54368" y="922243"/>
            <a:ext cx="6367743" cy="597502"/>
          </a:xfrm>
          <a:prstGeom prst="rect">
            <a:avLst/>
          </a:prstGeom>
        </p:spPr>
        <p:txBody>
          <a:bodyPr vert="horz" wrap="square" lIns="0" tIns="11206" rIns="0" bIns="0" rtlCol="0">
            <a:spAutoFit/>
          </a:bodyPr>
          <a:lstStyle/>
          <a:p>
            <a:pPr marL="11206">
              <a:spcBef>
                <a:spcPts val="88"/>
              </a:spcBef>
            </a:pPr>
            <a:r>
              <a:rPr sz="1412" dirty="0">
                <a:solidFill>
                  <a:srgbClr val="365F91"/>
                </a:solidFill>
                <a:latin typeface="Cambria"/>
                <a:cs typeface="Cambria"/>
              </a:rPr>
              <a:t>OPM</a:t>
            </a:r>
            <a:r>
              <a:rPr sz="1412" spc="-26" dirty="0">
                <a:solidFill>
                  <a:srgbClr val="365F91"/>
                </a:solidFill>
                <a:latin typeface="Cambria"/>
                <a:cs typeface="Cambria"/>
              </a:rPr>
              <a:t> </a:t>
            </a:r>
            <a:r>
              <a:rPr sz="1412" spc="-9" dirty="0">
                <a:solidFill>
                  <a:srgbClr val="365F91"/>
                </a:solidFill>
                <a:latin typeface="Cambria"/>
                <a:cs typeface="Cambria"/>
              </a:rPr>
              <a:t>Cybersecurity</a:t>
            </a:r>
            <a:r>
              <a:rPr sz="1412" spc="-26" dirty="0">
                <a:solidFill>
                  <a:srgbClr val="365F91"/>
                </a:solidFill>
                <a:latin typeface="Cambria"/>
                <a:cs typeface="Cambria"/>
              </a:rPr>
              <a:t> </a:t>
            </a:r>
            <a:r>
              <a:rPr sz="1412" dirty="0">
                <a:solidFill>
                  <a:srgbClr val="365F91"/>
                </a:solidFill>
                <a:latin typeface="Cambria"/>
                <a:cs typeface="Cambria"/>
              </a:rPr>
              <a:t>Codes</a:t>
            </a:r>
            <a:r>
              <a:rPr sz="1412" spc="-9" dirty="0">
                <a:solidFill>
                  <a:srgbClr val="365F91"/>
                </a:solidFill>
                <a:latin typeface="Cambria"/>
                <a:cs typeface="Cambria"/>
              </a:rPr>
              <a:t> </a:t>
            </a:r>
            <a:r>
              <a:rPr sz="1412" dirty="0">
                <a:solidFill>
                  <a:srgbClr val="365F91"/>
                </a:solidFill>
                <a:latin typeface="Cambria"/>
                <a:cs typeface="Cambria"/>
              </a:rPr>
              <a:t>Linked</a:t>
            </a:r>
            <a:r>
              <a:rPr sz="1412" spc="-13" dirty="0">
                <a:solidFill>
                  <a:srgbClr val="365F91"/>
                </a:solidFill>
                <a:latin typeface="Cambria"/>
                <a:cs typeface="Cambria"/>
              </a:rPr>
              <a:t> </a:t>
            </a:r>
            <a:r>
              <a:rPr sz="1412" dirty="0">
                <a:solidFill>
                  <a:srgbClr val="365F91"/>
                </a:solidFill>
                <a:latin typeface="Cambria"/>
                <a:cs typeface="Cambria"/>
              </a:rPr>
              <a:t>to</a:t>
            </a:r>
            <a:r>
              <a:rPr sz="1412" spc="9" dirty="0">
                <a:solidFill>
                  <a:srgbClr val="365F91"/>
                </a:solidFill>
                <a:latin typeface="Cambria"/>
                <a:cs typeface="Cambria"/>
              </a:rPr>
              <a:t> </a:t>
            </a:r>
            <a:r>
              <a:rPr sz="1412" dirty="0">
                <a:solidFill>
                  <a:srgbClr val="365F91"/>
                </a:solidFill>
                <a:latin typeface="Cambria"/>
                <a:cs typeface="Cambria"/>
              </a:rPr>
              <a:t>the</a:t>
            </a:r>
            <a:r>
              <a:rPr sz="1412" spc="-22" dirty="0">
                <a:solidFill>
                  <a:srgbClr val="365F91"/>
                </a:solidFill>
                <a:latin typeface="Cambria"/>
                <a:cs typeface="Cambria"/>
              </a:rPr>
              <a:t> </a:t>
            </a:r>
            <a:r>
              <a:rPr sz="1412" dirty="0">
                <a:solidFill>
                  <a:srgbClr val="365F91"/>
                </a:solidFill>
                <a:latin typeface="Cambria"/>
                <a:cs typeface="Cambria"/>
              </a:rPr>
              <a:t>NICE</a:t>
            </a:r>
            <a:r>
              <a:rPr sz="1412" spc="-22" dirty="0">
                <a:solidFill>
                  <a:srgbClr val="365F91"/>
                </a:solidFill>
                <a:latin typeface="Cambria"/>
                <a:cs typeface="Cambria"/>
              </a:rPr>
              <a:t> </a:t>
            </a:r>
            <a:r>
              <a:rPr sz="1412" spc="-9" dirty="0">
                <a:solidFill>
                  <a:srgbClr val="365F91"/>
                </a:solidFill>
                <a:latin typeface="Cambria"/>
                <a:cs typeface="Cambria"/>
              </a:rPr>
              <a:t>Cybersecurity</a:t>
            </a:r>
            <a:r>
              <a:rPr sz="1412" spc="-22" dirty="0">
                <a:solidFill>
                  <a:srgbClr val="365F91"/>
                </a:solidFill>
                <a:latin typeface="Cambria"/>
                <a:cs typeface="Cambria"/>
              </a:rPr>
              <a:t> </a:t>
            </a:r>
            <a:r>
              <a:rPr sz="1412" dirty="0">
                <a:solidFill>
                  <a:srgbClr val="365F91"/>
                </a:solidFill>
                <a:latin typeface="Cambria"/>
                <a:cs typeface="Cambria"/>
              </a:rPr>
              <a:t>Workforce</a:t>
            </a:r>
            <a:r>
              <a:rPr sz="1412" spc="-26" dirty="0">
                <a:solidFill>
                  <a:srgbClr val="365F91"/>
                </a:solidFill>
                <a:latin typeface="Cambria"/>
                <a:cs typeface="Cambria"/>
              </a:rPr>
              <a:t> </a:t>
            </a:r>
            <a:r>
              <a:rPr sz="1412" spc="-9" dirty="0">
                <a:solidFill>
                  <a:srgbClr val="365F91"/>
                </a:solidFill>
                <a:latin typeface="Cambria"/>
                <a:cs typeface="Cambria"/>
              </a:rPr>
              <a:t>Framework</a:t>
            </a:r>
            <a:endParaRPr sz="1412" dirty="0">
              <a:latin typeface="Cambria"/>
              <a:cs typeface="Cambria"/>
            </a:endParaRPr>
          </a:p>
          <a:p>
            <a:pPr marL="1692739">
              <a:spcBef>
                <a:spcPts val="1460"/>
              </a:spcBef>
            </a:pPr>
            <a:r>
              <a:rPr sz="1147" dirty="0">
                <a:solidFill>
                  <a:srgbClr val="365F91"/>
                </a:solidFill>
                <a:latin typeface="Cambria"/>
                <a:cs typeface="Cambria"/>
              </a:rPr>
              <a:t>Table</a:t>
            </a:r>
            <a:r>
              <a:rPr sz="1147" spc="-31" dirty="0">
                <a:solidFill>
                  <a:srgbClr val="365F91"/>
                </a:solidFill>
                <a:latin typeface="Cambria"/>
                <a:cs typeface="Cambria"/>
              </a:rPr>
              <a:t> </a:t>
            </a:r>
            <a:r>
              <a:rPr sz="1147" dirty="0">
                <a:solidFill>
                  <a:srgbClr val="365F91"/>
                </a:solidFill>
                <a:latin typeface="Cambria"/>
                <a:cs typeface="Cambria"/>
              </a:rPr>
              <a:t>1:</a:t>
            </a:r>
            <a:r>
              <a:rPr sz="1147" spc="-40" dirty="0">
                <a:solidFill>
                  <a:srgbClr val="365F91"/>
                </a:solidFill>
                <a:latin typeface="Cambria"/>
                <a:cs typeface="Cambria"/>
              </a:rPr>
              <a:t> </a:t>
            </a:r>
            <a:r>
              <a:rPr sz="1147" dirty="0">
                <a:solidFill>
                  <a:srgbClr val="365F91"/>
                </a:solidFill>
                <a:latin typeface="Cambria"/>
                <a:cs typeface="Cambria"/>
              </a:rPr>
              <a:t>Work</a:t>
            </a:r>
            <a:r>
              <a:rPr sz="1147" spc="-44" dirty="0">
                <a:solidFill>
                  <a:srgbClr val="365F91"/>
                </a:solidFill>
                <a:latin typeface="Cambria"/>
                <a:cs typeface="Cambria"/>
              </a:rPr>
              <a:t> </a:t>
            </a:r>
            <a:r>
              <a:rPr sz="1147" dirty="0">
                <a:solidFill>
                  <a:srgbClr val="365F91"/>
                </a:solidFill>
                <a:latin typeface="Cambria"/>
                <a:cs typeface="Cambria"/>
              </a:rPr>
              <a:t>Role</a:t>
            </a:r>
            <a:r>
              <a:rPr sz="1147" spc="-49" dirty="0">
                <a:solidFill>
                  <a:srgbClr val="365F91"/>
                </a:solidFill>
                <a:latin typeface="Cambria"/>
                <a:cs typeface="Cambria"/>
              </a:rPr>
              <a:t> </a:t>
            </a:r>
            <a:r>
              <a:rPr sz="1147" dirty="0">
                <a:solidFill>
                  <a:srgbClr val="365F91"/>
                </a:solidFill>
                <a:latin typeface="Cambria"/>
                <a:cs typeface="Cambria"/>
              </a:rPr>
              <a:t>Descriptions</a:t>
            </a:r>
            <a:r>
              <a:rPr sz="1147" spc="-26" dirty="0">
                <a:solidFill>
                  <a:srgbClr val="365F91"/>
                </a:solidFill>
                <a:latin typeface="Cambria"/>
                <a:cs typeface="Cambria"/>
              </a:rPr>
              <a:t> </a:t>
            </a:r>
            <a:r>
              <a:rPr sz="1147" dirty="0">
                <a:solidFill>
                  <a:srgbClr val="365F91"/>
                </a:solidFill>
                <a:latin typeface="Cambria"/>
                <a:cs typeface="Cambria"/>
              </a:rPr>
              <a:t>and</a:t>
            </a:r>
            <a:r>
              <a:rPr sz="1147" spc="-18" dirty="0">
                <a:solidFill>
                  <a:srgbClr val="365F91"/>
                </a:solidFill>
                <a:latin typeface="Cambria"/>
                <a:cs typeface="Cambria"/>
              </a:rPr>
              <a:t> </a:t>
            </a:r>
            <a:r>
              <a:rPr sz="1147" dirty="0">
                <a:solidFill>
                  <a:srgbClr val="365F91"/>
                </a:solidFill>
                <a:latin typeface="Cambria"/>
                <a:cs typeface="Cambria"/>
              </a:rPr>
              <a:t>New</a:t>
            </a:r>
            <a:r>
              <a:rPr sz="1147" spc="-26" dirty="0">
                <a:solidFill>
                  <a:srgbClr val="365F91"/>
                </a:solidFill>
                <a:latin typeface="Cambria"/>
                <a:cs typeface="Cambria"/>
              </a:rPr>
              <a:t> </a:t>
            </a:r>
            <a:r>
              <a:rPr sz="1147" dirty="0">
                <a:solidFill>
                  <a:srgbClr val="365F91"/>
                </a:solidFill>
                <a:latin typeface="Cambria"/>
                <a:cs typeface="Cambria"/>
              </a:rPr>
              <a:t>Cybersecurity</a:t>
            </a:r>
            <a:r>
              <a:rPr sz="1147" spc="-44" dirty="0">
                <a:solidFill>
                  <a:srgbClr val="365F91"/>
                </a:solidFill>
                <a:latin typeface="Cambria"/>
                <a:cs typeface="Cambria"/>
              </a:rPr>
              <a:t> </a:t>
            </a:r>
            <a:r>
              <a:rPr sz="1147" spc="-9" dirty="0">
                <a:solidFill>
                  <a:srgbClr val="365F91"/>
                </a:solidFill>
                <a:latin typeface="Cambria"/>
                <a:cs typeface="Cambria"/>
              </a:rPr>
              <a:t>Codes</a:t>
            </a:r>
            <a:endParaRPr sz="1147" dirty="0">
              <a:latin typeface="Cambria"/>
              <a:cs typeface="Cambria"/>
            </a:endParaRPr>
          </a:p>
        </p:txBody>
      </p:sp>
      <p:sp>
        <p:nvSpPr>
          <p:cNvPr id="3" name="object 3"/>
          <p:cNvSpPr/>
          <p:nvPr/>
        </p:nvSpPr>
        <p:spPr>
          <a:xfrm>
            <a:off x="6097457" y="1844265"/>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4" name="object 4"/>
          <p:cNvSpPr/>
          <p:nvPr/>
        </p:nvSpPr>
        <p:spPr>
          <a:xfrm>
            <a:off x="6097457" y="2766173"/>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5" name="object 5"/>
          <p:cNvSpPr/>
          <p:nvPr/>
        </p:nvSpPr>
        <p:spPr>
          <a:xfrm>
            <a:off x="6097457" y="3688136"/>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sp>
        <p:nvSpPr>
          <p:cNvPr id="6" name="object 6"/>
          <p:cNvSpPr/>
          <p:nvPr/>
        </p:nvSpPr>
        <p:spPr>
          <a:xfrm>
            <a:off x="6097457" y="4153460"/>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7" name="object 7"/>
          <p:cNvSpPr/>
          <p:nvPr/>
        </p:nvSpPr>
        <p:spPr>
          <a:xfrm>
            <a:off x="6097457" y="4618840"/>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8" name="object 8"/>
          <p:cNvSpPr/>
          <p:nvPr/>
        </p:nvSpPr>
        <p:spPr>
          <a:xfrm>
            <a:off x="6097457" y="5235389"/>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graphicFrame>
        <p:nvGraphicFramePr>
          <p:cNvPr id="9" name="object 9"/>
          <p:cNvGraphicFramePr>
            <a:graphicFrameLocks noGrp="1"/>
          </p:cNvGraphicFramePr>
          <p:nvPr/>
        </p:nvGraphicFramePr>
        <p:xfrm>
          <a:off x="2664478" y="1524560"/>
          <a:ext cx="6860801" cy="4513329"/>
        </p:xfrm>
        <a:graphic>
          <a:graphicData uri="http://schemas.openxmlformats.org/drawingml/2006/table">
            <a:tbl>
              <a:tblPr firstRow="1" bandRow="1">
                <a:tableStyleId>{2D5ABB26-0587-4C30-8999-92F81FD0307C}</a:tableStyleId>
              </a:tblPr>
              <a:tblGrid>
                <a:gridCol w="782171">
                  <a:extLst>
                    <a:ext uri="{9D8B030D-6E8A-4147-A177-3AD203B41FA5}">
                      <a16:colId xmlns:a16="http://schemas.microsoft.com/office/drawing/2014/main" val="20000"/>
                    </a:ext>
                  </a:extLst>
                </a:gridCol>
                <a:gridCol w="1065119">
                  <a:extLst>
                    <a:ext uri="{9D8B030D-6E8A-4147-A177-3AD203B41FA5}">
                      <a16:colId xmlns:a16="http://schemas.microsoft.com/office/drawing/2014/main" val="20001"/>
                    </a:ext>
                  </a:extLst>
                </a:gridCol>
                <a:gridCol w="1474133">
                  <a:extLst>
                    <a:ext uri="{9D8B030D-6E8A-4147-A177-3AD203B41FA5}">
                      <a16:colId xmlns:a16="http://schemas.microsoft.com/office/drawing/2014/main" val="20002"/>
                    </a:ext>
                  </a:extLst>
                </a:gridCol>
                <a:gridCol w="409015">
                  <a:extLst>
                    <a:ext uri="{9D8B030D-6E8A-4147-A177-3AD203B41FA5}">
                      <a16:colId xmlns:a16="http://schemas.microsoft.com/office/drawing/2014/main" val="20003"/>
                    </a:ext>
                  </a:extLst>
                </a:gridCol>
                <a:gridCol w="3130363">
                  <a:extLst>
                    <a:ext uri="{9D8B030D-6E8A-4147-A177-3AD203B41FA5}">
                      <a16:colId xmlns:a16="http://schemas.microsoft.com/office/drawing/2014/main" val="20004"/>
                    </a:ext>
                  </a:extLst>
                </a:gridCol>
              </a:tblGrid>
              <a:tr h="316566">
                <a:tc>
                  <a:txBody>
                    <a:bodyPr/>
                    <a:lstStyle/>
                    <a:p>
                      <a:pPr marL="167640">
                        <a:lnSpc>
                          <a:spcPts val="1295"/>
                        </a:lnSpc>
                      </a:pPr>
                      <a:r>
                        <a:rPr sz="1000" b="1" spc="-10" dirty="0">
                          <a:solidFill>
                            <a:srgbClr val="FFFFFF"/>
                          </a:solidFill>
                          <a:latin typeface="Times New Roman"/>
                          <a:cs typeface="Times New Roman"/>
                        </a:rPr>
                        <a:t>Category</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solidFill>
                      <a:srgbClr val="000000"/>
                    </a:solidFill>
                  </a:tcPr>
                </a:tc>
                <a:tc>
                  <a:txBody>
                    <a:bodyPr/>
                    <a:lstStyle/>
                    <a:p>
                      <a:pPr marL="165100">
                        <a:lnSpc>
                          <a:spcPts val="1295"/>
                        </a:lnSpc>
                      </a:pPr>
                      <a:r>
                        <a:rPr sz="1000" b="1" dirty="0">
                          <a:solidFill>
                            <a:srgbClr val="FFFFFF"/>
                          </a:solidFill>
                          <a:latin typeface="Times New Roman"/>
                          <a:cs typeface="Times New Roman"/>
                        </a:rPr>
                        <a:t>Specialty</a:t>
                      </a:r>
                      <a:r>
                        <a:rPr sz="1000" b="1" spc="-35" dirty="0">
                          <a:solidFill>
                            <a:srgbClr val="FFFFFF"/>
                          </a:solidFill>
                          <a:latin typeface="Times New Roman"/>
                          <a:cs typeface="Times New Roman"/>
                        </a:rPr>
                        <a:t> </a:t>
                      </a:r>
                      <a:r>
                        <a:rPr sz="1000" b="1" spc="-20" dirty="0">
                          <a:solidFill>
                            <a:srgbClr val="FFFFFF"/>
                          </a:solidFill>
                          <a:latin typeface="Times New Roman"/>
                          <a:cs typeface="Times New Roman"/>
                        </a:rPr>
                        <a:t>Area</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solidFill>
                      <a:srgbClr val="000000"/>
                    </a:solidFill>
                  </a:tcPr>
                </a:tc>
                <a:tc>
                  <a:txBody>
                    <a:bodyPr/>
                    <a:lstStyle/>
                    <a:p>
                      <a:pPr marL="504825">
                        <a:lnSpc>
                          <a:spcPts val="1295"/>
                        </a:lnSpc>
                      </a:pPr>
                      <a:r>
                        <a:rPr sz="1000" b="1" dirty="0">
                          <a:solidFill>
                            <a:srgbClr val="FFFFFF"/>
                          </a:solidFill>
                          <a:latin typeface="Times New Roman"/>
                          <a:cs typeface="Times New Roman"/>
                        </a:rPr>
                        <a:t>Work</a:t>
                      </a:r>
                      <a:r>
                        <a:rPr sz="1000" b="1" spc="-15" dirty="0">
                          <a:solidFill>
                            <a:srgbClr val="FFFFFF"/>
                          </a:solidFill>
                          <a:latin typeface="Times New Roman"/>
                          <a:cs typeface="Times New Roman"/>
                        </a:rPr>
                        <a:t> </a:t>
                      </a:r>
                      <a:r>
                        <a:rPr sz="1000" b="1" spc="-20" dirty="0">
                          <a:solidFill>
                            <a:srgbClr val="FFFFFF"/>
                          </a:solidFill>
                          <a:latin typeface="Times New Roman"/>
                          <a:cs typeface="Times New Roman"/>
                        </a:rPr>
                        <a:t>Role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solidFill>
                      <a:srgbClr val="000000"/>
                    </a:solidFill>
                  </a:tcPr>
                </a:tc>
                <a:tc>
                  <a:txBody>
                    <a:bodyPr/>
                    <a:lstStyle/>
                    <a:p>
                      <a:pPr marL="66675">
                        <a:lnSpc>
                          <a:spcPts val="1295"/>
                        </a:lnSpc>
                      </a:pPr>
                      <a:r>
                        <a:rPr sz="1000" b="1" spc="-25" dirty="0">
                          <a:solidFill>
                            <a:srgbClr val="FFFFFF"/>
                          </a:solidFill>
                          <a:latin typeface="Times New Roman"/>
                          <a:cs typeface="Times New Roman"/>
                        </a:rPr>
                        <a:t>OPM</a:t>
                      </a:r>
                      <a:endParaRPr sz="1000">
                        <a:latin typeface="Times New Roman"/>
                        <a:cs typeface="Times New Roman"/>
                      </a:endParaRPr>
                    </a:p>
                    <a:p>
                      <a:pPr marL="73025">
                        <a:lnSpc>
                          <a:spcPct val="100000"/>
                        </a:lnSpc>
                        <a:spcBef>
                          <a:spcPts val="30"/>
                        </a:spcBef>
                      </a:pPr>
                      <a:r>
                        <a:rPr sz="1000" b="1" spc="-20" dirty="0">
                          <a:solidFill>
                            <a:srgbClr val="FFFFFF"/>
                          </a:solidFill>
                          <a:latin typeface="Times New Roman"/>
                          <a:cs typeface="Times New Roman"/>
                        </a:rPr>
                        <a:t>Code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solidFill>
                      <a:srgbClr val="000000"/>
                    </a:solidFill>
                  </a:tcPr>
                </a:tc>
                <a:tc>
                  <a:txBody>
                    <a:bodyPr/>
                    <a:lstStyle/>
                    <a:p>
                      <a:pPr marL="1079500">
                        <a:lnSpc>
                          <a:spcPts val="1295"/>
                        </a:lnSpc>
                      </a:pPr>
                      <a:r>
                        <a:rPr sz="1000" b="1" dirty="0">
                          <a:solidFill>
                            <a:srgbClr val="FFFFFF"/>
                          </a:solidFill>
                          <a:latin typeface="Times New Roman"/>
                          <a:cs typeface="Times New Roman"/>
                        </a:rPr>
                        <a:t>Work</a:t>
                      </a:r>
                      <a:r>
                        <a:rPr sz="1000" b="1" spc="-25" dirty="0">
                          <a:solidFill>
                            <a:srgbClr val="FFFFFF"/>
                          </a:solidFill>
                          <a:latin typeface="Times New Roman"/>
                          <a:cs typeface="Times New Roman"/>
                        </a:rPr>
                        <a:t> </a:t>
                      </a:r>
                      <a:r>
                        <a:rPr sz="1000" b="1" dirty="0">
                          <a:solidFill>
                            <a:srgbClr val="FFFFFF"/>
                          </a:solidFill>
                          <a:latin typeface="Times New Roman"/>
                          <a:cs typeface="Times New Roman"/>
                        </a:rPr>
                        <a:t>Role</a:t>
                      </a:r>
                      <a:r>
                        <a:rPr sz="1000" b="1" spc="5" dirty="0">
                          <a:solidFill>
                            <a:srgbClr val="FFFFFF"/>
                          </a:solidFill>
                          <a:latin typeface="Times New Roman"/>
                          <a:cs typeface="Times New Roman"/>
                        </a:rPr>
                        <a:t> </a:t>
                      </a:r>
                      <a:r>
                        <a:rPr sz="1000" b="1" spc="-10" dirty="0">
                          <a:solidFill>
                            <a:srgbClr val="FFFFFF"/>
                          </a:solidFill>
                          <a:latin typeface="Times New Roman"/>
                          <a:cs typeface="Times New Roman"/>
                        </a:rPr>
                        <a:t>Description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solidFill>
                      <a:srgbClr val="000000"/>
                    </a:solidFill>
                  </a:tcPr>
                </a:tc>
                <a:extLst>
                  <a:ext uri="{0D108BD9-81ED-4DB2-BD59-A6C34878D82A}">
                    <a16:rowId xmlns:a16="http://schemas.microsoft.com/office/drawing/2014/main" val="10000"/>
                  </a:ext>
                </a:extLst>
              </a:tr>
              <a:tr h="918882">
                <a:tc rowSpan="6">
                  <a:txBody>
                    <a:bodyPr/>
                    <a:lstStyle/>
                    <a:p>
                      <a:pPr marL="69850">
                        <a:lnSpc>
                          <a:spcPts val="1245"/>
                        </a:lnSpc>
                      </a:pPr>
                      <a:r>
                        <a:rPr sz="1000" spc="-10" dirty="0">
                          <a:latin typeface="Times New Roman"/>
                          <a:cs typeface="Times New Roman"/>
                        </a:rPr>
                        <a:t>Securely</a:t>
                      </a:r>
                      <a:endParaRPr sz="1000">
                        <a:latin typeface="Times New Roman"/>
                        <a:cs typeface="Times New Roman"/>
                      </a:endParaRPr>
                    </a:p>
                    <a:p>
                      <a:pPr marL="69850">
                        <a:lnSpc>
                          <a:spcPct val="100000"/>
                        </a:lnSpc>
                        <a:spcBef>
                          <a:spcPts val="30"/>
                        </a:spcBef>
                      </a:pPr>
                      <a:r>
                        <a:rPr sz="1000" spc="-10" dirty="0">
                          <a:latin typeface="Times New Roman"/>
                          <a:cs typeface="Times New Roman"/>
                        </a:rPr>
                        <a:t>Provision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rowSpan="2">
                  <a:txBody>
                    <a:bodyPr/>
                    <a:lstStyle/>
                    <a:p>
                      <a:pPr marL="66675">
                        <a:lnSpc>
                          <a:spcPts val="1245"/>
                        </a:lnSpc>
                      </a:pPr>
                      <a:r>
                        <a:rPr sz="1000" dirty="0">
                          <a:latin typeface="Times New Roman"/>
                          <a:cs typeface="Times New Roman"/>
                        </a:rPr>
                        <a:t>Risk</a:t>
                      </a:r>
                      <a:r>
                        <a:rPr sz="1000" spc="-35" dirty="0">
                          <a:latin typeface="Times New Roman"/>
                          <a:cs typeface="Times New Roman"/>
                        </a:rPr>
                        <a:t> </a:t>
                      </a:r>
                      <a:r>
                        <a:rPr sz="1000" spc="-10" dirty="0">
                          <a:latin typeface="Times New Roman"/>
                          <a:cs typeface="Times New Roman"/>
                        </a:rPr>
                        <a:t>Management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69215">
                        <a:lnSpc>
                          <a:spcPts val="1245"/>
                        </a:lnSpc>
                      </a:pPr>
                      <a:r>
                        <a:rPr sz="1000" spc="-10" dirty="0">
                          <a:latin typeface="Times New Roman"/>
                          <a:cs typeface="Times New Roman"/>
                        </a:rPr>
                        <a:t>Authorizing</a:t>
                      </a:r>
                      <a:endParaRPr sz="1000">
                        <a:latin typeface="Times New Roman"/>
                        <a:cs typeface="Times New Roman"/>
                      </a:endParaRPr>
                    </a:p>
                    <a:p>
                      <a:pPr marL="69215" marR="445134">
                        <a:lnSpc>
                          <a:spcPts val="1380"/>
                        </a:lnSpc>
                        <a:spcBef>
                          <a:spcPts val="25"/>
                        </a:spcBef>
                      </a:pPr>
                      <a:r>
                        <a:rPr sz="1000" spc="-10" dirty="0">
                          <a:latin typeface="Times New Roman"/>
                          <a:cs typeface="Times New Roman"/>
                        </a:rPr>
                        <a:t>Official/Designating Representative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algn="ctr">
                        <a:lnSpc>
                          <a:spcPts val="1245"/>
                        </a:lnSpc>
                      </a:pPr>
                      <a:r>
                        <a:rPr sz="1000" spc="-25" dirty="0">
                          <a:latin typeface="Times New Roman"/>
                          <a:cs typeface="Times New Roman"/>
                        </a:rPr>
                        <a:t>611</a:t>
                      </a:r>
                      <a:endParaRPr sz="1000" dirty="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66675">
                        <a:lnSpc>
                          <a:spcPts val="1245"/>
                        </a:lnSpc>
                      </a:pPr>
                      <a:r>
                        <a:rPr sz="1000" dirty="0">
                          <a:latin typeface="Times New Roman"/>
                          <a:cs typeface="Times New Roman"/>
                        </a:rPr>
                        <a:t>Senior</a:t>
                      </a:r>
                      <a:r>
                        <a:rPr sz="1000" spc="10" dirty="0">
                          <a:latin typeface="Times New Roman"/>
                          <a:cs typeface="Times New Roman"/>
                        </a:rPr>
                        <a:t> </a:t>
                      </a:r>
                      <a:r>
                        <a:rPr sz="1000" dirty="0">
                          <a:latin typeface="Times New Roman"/>
                          <a:cs typeface="Times New Roman"/>
                        </a:rPr>
                        <a:t>official or</a:t>
                      </a:r>
                      <a:r>
                        <a:rPr sz="1000" spc="-10" dirty="0">
                          <a:latin typeface="Times New Roman"/>
                          <a:cs typeface="Times New Roman"/>
                        </a:rPr>
                        <a:t> </a:t>
                      </a:r>
                      <a:r>
                        <a:rPr sz="1000" dirty="0">
                          <a:latin typeface="Times New Roman"/>
                          <a:cs typeface="Times New Roman"/>
                        </a:rPr>
                        <a:t>executive</a:t>
                      </a:r>
                      <a:r>
                        <a:rPr sz="1000" spc="-10" dirty="0">
                          <a:latin typeface="Times New Roman"/>
                          <a:cs typeface="Times New Roman"/>
                        </a:rPr>
                        <a:t> </a:t>
                      </a:r>
                      <a:r>
                        <a:rPr sz="1000" dirty="0">
                          <a:latin typeface="Times New Roman"/>
                          <a:cs typeface="Times New Roman"/>
                        </a:rPr>
                        <a:t>with</a:t>
                      </a:r>
                      <a:r>
                        <a:rPr sz="1000" spc="-20" dirty="0">
                          <a:latin typeface="Times New Roman"/>
                          <a:cs typeface="Times New Roman"/>
                        </a:rPr>
                        <a:t> </a:t>
                      </a:r>
                      <a:r>
                        <a:rPr sz="1000" dirty="0">
                          <a:latin typeface="Times New Roman"/>
                          <a:cs typeface="Times New Roman"/>
                        </a:rPr>
                        <a:t>the</a:t>
                      </a:r>
                      <a:r>
                        <a:rPr sz="1000" spc="-30" dirty="0">
                          <a:latin typeface="Times New Roman"/>
                          <a:cs typeface="Times New Roman"/>
                        </a:rPr>
                        <a:t> </a:t>
                      </a:r>
                      <a:r>
                        <a:rPr sz="1000" dirty="0">
                          <a:latin typeface="Times New Roman"/>
                          <a:cs typeface="Times New Roman"/>
                        </a:rPr>
                        <a:t>authority</a:t>
                      </a:r>
                      <a:r>
                        <a:rPr sz="1000" spc="-45" dirty="0">
                          <a:latin typeface="Times New Roman"/>
                          <a:cs typeface="Times New Roman"/>
                        </a:rPr>
                        <a:t> </a:t>
                      </a:r>
                      <a:r>
                        <a:rPr sz="1000" dirty="0">
                          <a:latin typeface="Times New Roman"/>
                          <a:cs typeface="Times New Roman"/>
                        </a:rPr>
                        <a:t>to</a:t>
                      </a:r>
                      <a:r>
                        <a:rPr sz="1000" spc="-20" dirty="0">
                          <a:latin typeface="Times New Roman"/>
                          <a:cs typeface="Times New Roman"/>
                        </a:rPr>
                        <a:t> </a:t>
                      </a:r>
                      <a:r>
                        <a:rPr sz="1000" spc="-10" dirty="0">
                          <a:latin typeface="Times New Roman"/>
                          <a:cs typeface="Times New Roman"/>
                        </a:rPr>
                        <a:t>formally</a:t>
                      </a:r>
                      <a:endParaRPr sz="1000">
                        <a:latin typeface="Times New Roman"/>
                        <a:cs typeface="Times New Roman"/>
                      </a:endParaRPr>
                    </a:p>
                    <a:p>
                      <a:pPr marL="66675">
                        <a:lnSpc>
                          <a:spcPct val="100000"/>
                        </a:lnSpc>
                        <a:spcBef>
                          <a:spcPts val="30"/>
                        </a:spcBef>
                      </a:pPr>
                      <a:r>
                        <a:rPr sz="1000" dirty="0">
                          <a:latin typeface="Times New Roman"/>
                          <a:cs typeface="Times New Roman"/>
                        </a:rPr>
                        <a:t>assume</a:t>
                      </a:r>
                      <a:r>
                        <a:rPr sz="1000" spc="10" dirty="0">
                          <a:latin typeface="Times New Roman"/>
                          <a:cs typeface="Times New Roman"/>
                        </a:rPr>
                        <a:t> </a:t>
                      </a:r>
                      <a:r>
                        <a:rPr sz="1000" dirty="0">
                          <a:latin typeface="Times New Roman"/>
                          <a:cs typeface="Times New Roman"/>
                        </a:rPr>
                        <a:t>responsibility</a:t>
                      </a:r>
                      <a:r>
                        <a:rPr sz="1000" spc="-5" dirty="0">
                          <a:latin typeface="Times New Roman"/>
                          <a:cs typeface="Times New Roman"/>
                        </a:rPr>
                        <a:t> </a:t>
                      </a:r>
                      <a:r>
                        <a:rPr sz="1000" dirty="0">
                          <a:latin typeface="Times New Roman"/>
                          <a:cs typeface="Times New Roman"/>
                        </a:rPr>
                        <a:t>for</a:t>
                      </a:r>
                      <a:r>
                        <a:rPr sz="1000" spc="5" dirty="0">
                          <a:latin typeface="Times New Roman"/>
                          <a:cs typeface="Times New Roman"/>
                        </a:rPr>
                        <a:t> </a:t>
                      </a:r>
                      <a:r>
                        <a:rPr sz="1000" dirty="0">
                          <a:latin typeface="Times New Roman"/>
                          <a:cs typeface="Times New Roman"/>
                        </a:rPr>
                        <a:t>operating</a:t>
                      </a:r>
                      <a:r>
                        <a:rPr sz="1000" spc="-30" dirty="0">
                          <a:latin typeface="Times New Roman"/>
                          <a:cs typeface="Times New Roman"/>
                        </a:rPr>
                        <a:t> </a:t>
                      </a:r>
                      <a:r>
                        <a:rPr sz="1000" dirty="0">
                          <a:latin typeface="Times New Roman"/>
                          <a:cs typeface="Times New Roman"/>
                        </a:rPr>
                        <a:t>an</a:t>
                      </a:r>
                      <a:r>
                        <a:rPr sz="1000" spc="-30" dirty="0">
                          <a:latin typeface="Times New Roman"/>
                          <a:cs typeface="Times New Roman"/>
                        </a:rPr>
                        <a:t> </a:t>
                      </a:r>
                      <a:r>
                        <a:rPr sz="1000" dirty="0">
                          <a:latin typeface="Times New Roman"/>
                          <a:cs typeface="Times New Roman"/>
                        </a:rPr>
                        <a:t>information</a:t>
                      </a:r>
                      <a:r>
                        <a:rPr sz="1000" spc="-25" dirty="0">
                          <a:latin typeface="Times New Roman"/>
                          <a:cs typeface="Times New Roman"/>
                        </a:rPr>
                        <a:t> </a:t>
                      </a:r>
                      <a:r>
                        <a:rPr sz="1000" dirty="0">
                          <a:latin typeface="Times New Roman"/>
                          <a:cs typeface="Times New Roman"/>
                        </a:rPr>
                        <a:t>system</a:t>
                      </a:r>
                      <a:r>
                        <a:rPr sz="1000" spc="-35" dirty="0">
                          <a:latin typeface="Times New Roman"/>
                          <a:cs typeface="Times New Roman"/>
                        </a:rPr>
                        <a:t> </a:t>
                      </a:r>
                      <a:r>
                        <a:rPr sz="1000" spc="-25" dirty="0">
                          <a:latin typeface="Times New Roman"/>
                          <a:cs typeface="Times New Roman"/>
                        </a:rPr>
                        <a:t>at</a:t>
                      </a:r>
                      <a:endParaRPr sz="1000">
                        <a:latin typeface="Times New Roman"/>
                        <a:cs typeface="Times New Roman"/>
                      </a:endParaRPr>
                    </a:p>
                    <a:p>
                      <a:pPr marL="66675" marR="208915">
                        <a:lnSpc>
                          <a:spcPct val="103000"/>
                        </a:lnSpc>
                        <a:spcBef>
                          <a:spcPts val="15"/>
                        </a:spcBef>
                      </a:pPr>
                      <a:r>
                        <a:rPr sz="1000" dirty="0">
                          <a:latin typeface="Times New Roman"/>
                          <a:cs typeface="Times New Roman"/>
                        </a:rPr>
                        <a:t>an</a:t>
                      </a:r>
                      <a:r>
                        <a:rPr sz="1000" spc="-35" dirty="0">
                          <a:latin typeface="Times New Roman"/>
                          <a:cs typeface="Times New Roman"/>
                        </a:rPr>
                        <a:t> </a:t>
                      </a:r>
                      <a:r>
                        <a:rPr sz="1000" dirty="0">
                          <a:latin typeface="Times New Roman"/>
                          <a:cs typeface="Times New Roman"/>
                        </a:rPr>
                        <a:t>acceptable</a:t>
                      </a:r>
                      <a:r>
                        <a:rPr sz="1000" spc="-20" dirty="0">
                          <a:latin typeface="Times New Roman"/>
                          <a:cs typeface="Times New Roman"/>
                        </a:rPr>
                        <a:t> </a:t>
                      </a:r>
                      <a:r>
                        <a:rPr sz="1000" dirty="0">
                          <a:latin typeface="Times New Roman"/>
                          <a:cs typeface="Times New Roman"/>
                        </a:rPr>
                        <a:t>level</a:t>
                      </a:r>
                      <a:r>
                        <a:rPr sz="1000" spc="15" dirty="0">
                          <a:latin typeface="Times New Roman"/>
                          <a:cs typeface="Times New Roman"/>
                        </a:rPr>
                        <a:t> </a:t>
                      </a:r>
                      <a:r>
                        <a:rPr sz="1000" dirty="0">
                          <a:latin typeface="Times New Roman"/>
                          <a:cs typeface="Times New Roman"/>
                        </a:rPr>
                        <a:t>of</a:t>
                      </a:r>
                      <a:r>
                        <a:rPr sz="1000" spc="-25" dirty="0">
                          <a:latin typeface="Times New Roman"/>
                          <a:cs typeface="Times New Roman"/>
                        </a:rPr>
                        <a:t> </a:t>
                      </a:r>
                      <a:r>
                        <a:rPr sz="1000" dirty="0">
                          <a:latin typeface="Times New Roman"/>
                          <a:cs typeface="Times New Roman"/>
                        </a:rPr>
                        <a:t>risk</a:t>
                      </a:r>
                      <a:r>
                        <a:rPr sz="1000" spc="-10" dirty="0">
                          <a:latin typeface="Times New Roman"/>
                          <a:cs typeface="Times New Roman"/>
                        </a:rPr>
                        <a:t> </a:t>
                      </a:r>
                      <a:r>
                        <a:rPr sz="1000" dirty="0">
                          <a:latin typeface="Times New Roman"/>
                          <a:cs typeface="Times New Roman"/>
                        </a:rPr>
                        <a:t>to</a:t>
                      </a:r>
                      <a:r>
                        <a:rPr sz="1000" spc="-5" dirty="0">
                          <a:latin typeface="Times New Roman"/>
                          <a:cs typeface="Times New Roman"/>
                        </a:rPr>
                        <a:t> </a:t>
                      </a:r>
                      <a:r>
                        <a:rPr sz="1000" dirty="0">
                          <a:latin typeface="Times New Roman"/>
                          <a:cs typeface="Times New Roman"/>
                        </a:rPr>
                        <a:t>organizational</a:t>
                      </a:r>
                      <a:r>
                        <a:rPr sz="1000" spc="-15" dirty="0">
                          <a:latin typeface="Times New Roman"/>
                          <a:cs typeface="Times New Roman"/>
                        </a:rPr>
                        <a:t> </a:t>
                      </a:r>
                      <a:r>
                        <a:rPr sz="1000" spc="-10" dirty="0">
                          <a:latin typeface="Times New Roman"/>
                          <a:cs typeface="Times New Roman"/>
                        </a:rPr>
                        <a:t>operations </a:t>
                      </a:r>
                      <a:r>
                        <a:rPr sz="1000" dirty="0">
                          <a:latin typeface="Times New Roman"/>
                          <a:cs typeface="Times New Roman"/>
                        </a:rPr>
                        <a:t>(including</a:t>
                      </a:r>
                      <a:r>
                        <a:rPr sz="1000" spc="-20" dirty="0">
                          <a:latin typeface="Times New Roman"/>
                          <a:cs typeface="Times New Roman"/>
                        </a:rPr>
                        <a:t> </a:t>
                      </a:r>
                      <a:r>
                        <a:rPr sz="1000" dirty="0">
                          <a:latin typeface="Times New Roman"/>
                          <a:cs typeface="Times New Roman"/>
                        </a:rPr>
                        <a:t>mission,</a:t>
                      </a:r>
                      <a:r>
                        <a:rPr sz="1000" spc="-15" dirty="0">
                          <a:latin typeface="Times New Roman"/>
                          <a:cs typeface="Times New Roman"/>
                        </a:rPr>
                        <a:t> </a:t>
                      </a:r>
                      <a:r>
                        <a:rPr sz="1000" dirty="0">
                          <a:latin typeface="Times New Roman"/>
                          <a:cs typeface="Times New Roman"/>
                        </a:rPr>
                        <a:t>functions,</a:t>
                      </a:r>
                      <a:r>
                        <a:rPr sz="1000" spc="-15" dirty="0">
                          <a:latin typeface="Times New Roman"/>
                          <a:cs typeface="Times New Roman"/>
                        </a:rPr>
                        <a:t> </a:t>
                      </a:r>
                      <a:r>
                        <a:rPr sz="1000" dirty="0">
                          <a:latin typeface="Times New Roman"/>
                          <a:cs typeface="Times New Roman"/>
                        </a:rPr>
                        <a:t>image, or</a:t>
                      </a:r>
                      <a:r>
                        <a:rPr sz="1000" spc="-10" dirty="0">
                          <a:latin typeface="Times New Roman"/>
                          <a:cs typeface="Times New Roman"/>
                        </a:rPr>
                        <a:t> reputation), </a:t>
                      </a:r>
                      <a:r>
                        <a:rPr sz="1000" dirty="0">
                          <a:latin typeface="Times New Roman"/>
                          <a:cs typeface="Times New Roman"/>
                        </a:rPr>
                        <a:t>organizational</a:t>
                      </a:r>
                      <a:r>
                        <a:rPr sz="1000" spc="-45" dirty="0">
                          <a:latin typeface="Times New Roman"/>
                          <a:cs typeface="Times New Roman"/>
                        </a:rPr>
                        <a:t> </a:t>
                      </a:r>
                      <a:r>
                        <a:rPr sz="1000" dirty="0">
                          <a:latin typeface="Times New Roman"/>
                          <a:cs typeface="Times New Roman"/>
                        </a:rPr>
                        <a:t>assets,</a:t>
                      </a:r>
                      <a:r>
                        <a:rPr sz="1000" spc="-15" dirty="0">
                          <a:latin typeface="Times New Roman"/>
                          <a:cs typeface="Times New Roman"/>
                        </a:rPr>
                        <a:t> </a:t>
                      </a:r>
                      <a:r>
                        <a:rPr sz="1000" dirty="0">
                          <a:latin typeface="Times New Roman"/>
                          <a:cs typeface="Times New Roman"/>
                        </a:rPr>
                        <a:t>individuals,</a:t>
                      </a:r>
                      <a:r>
                        <a:rPr sz="1000" spc="-15" dirty="0">
                          <a:latin typeface="Times New Roman"/>
                          <a:cs typeface="Times New Roman"/>
                        </a:rPr>
                        <a:t> </a:t>
                      </a:r>
                      <a:r>
                        <a:rPr sz="1000" dirty="0">
                          <a:latin typeface="Times New Roman"/>
                          <a:cs typeface="Times New Roman"/>
                        </a:rPr>
                        <a:t>other</a:t>
                      </a:r>
                      <a:r>
                        <a:rPr sz="1000" spc="-30" dirty="0">
                          <a:latin typeface="Times New Roman"/>
                          <a:cs typeface="Times New Roman"/>
                        </a:rPr>
                        <a:t> </a:t>
                      </a:r>
                      <a:r>
                        <a:rPr sz="1000" dirty="0">
                          <a:latin typeface="Times New Roman"/>
                          <a:cs typeface="Times New Roman"/>
                        </a:rPr>
                        <a:t>organizations,</a:t>
                      </a:r>
                      <a:r>
                        <a:rPr sz="1000" spc="-35" dirty="0">
                          <a:latin typeface="Times New Roman"/>
                          <a:cs typeface="Times New Roman"/>
                        </a:rPr>
                        <a:t> </a:t>
                      </a:r>
                      <a:r>
                        <a:rPr sz="1000" spc="-25" dirty="0">
                          <a:latin typeface="Times New Roman"/>
                          <a:cs typeface="Times New Roman"/>
                        </a:rPr>
                        <a:t>and </a:t>
                      </a:r>
                      <a:r>
                        <a:rPr sz="1000" dirty="0">
                          <a:latin typeface="Times New Roman"/>
                          <a:cs typeface="Times New Roman"/>
                        </a:rPr>
                        <a:t>the</a:t>
                      </a:r>
                      <a:r>
                        <a:rPr sz="1000" spc="-25" dirty="0">
                          <a:latin typeface="Times New Roman"/>
                          <a:cs typeface="Times New Roman"/>
                        </a:rPr>
                        <a:t> </a:t>
                      </a:r>
                      <a:r>
                        <a:rPr sz="1000" dirty="0">
                          <a:latin typeface="Times New Roman"/>
                          <a:cs typeface="Times New Roman"/>
                        </a:rPr>
                        <a:t>Nation</a:t>
                      </a:r>
                      <a:r>
                        <a:rPr sz="1000" spc="-40" dirty="0">
                          <a:latin typeface="Times New Roman"/>
                          <a:cs typeface="Times New Roman"/>
                        </a:rPr>
                        <a:t> </a:t>
                      </a:r>
                      <a:r>
                        <a:rPr sz="1000" dirty="0">
                          <a:latin typeface="Times New Roman"/>
                          <a:cs typeface="Times New Roman"/>
                        </a:rPr>
                        <a:t>(CNSSI</a:t>
                      </a:r>
                      <a:r>
                        <a:rPr sz="1000" spc="-25" dirty="0">
                          <a:latin typeface="Times New Roman"/>
                          <a:cs typeface="Times New Roman"/>
                        </a:rPr>
                        <a:t> </a:t>
                      </a:r>
                      <a:r>
                        <a:rPr sz="1000" spc="-10" dirty="0">
                          <a:latin typeface="Times New Roman"/>
                          <a:cs typeface="Times New Roman"/>
                        </a:rPr>
                        <a:t>4009).</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1"/>
                  </a:ext>
                </a:extLst>
              </a:tr>
              <a:tr h="92168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Security</a:t>
                      </a:r>
                      <a:r>
                        <a:rPr sz="1000" spc="-50" dirty="0">
                          <a:latin typeface="Times New Roman"/>
                          <a:cs typeface="Times New Roman"/>
                        </a:rPr>
                        <a:t> </a:t>
                      </a:r>
                      <a:r>
                        <a:rPr sz="1000" dirty="0">
                          <a:latin typeface="Times New Roman"/>
                          <a:cs typeface="Times New Roman"/>
                        </a:rPr>
                        <a:t>Control </a:t>
                      </a:r>
                      <a:r>
                        <a:rPr sz="1000" spc="-10" dirty="0">
                          <a:latin typeface="Times New Roman"/>
                          <a:cs typeface="Times New Roman"/>
                        </a:rPr>
                        <a:t>Assessor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612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Conducts</a:t>
                      </a:r>
                      <a:r>
                        <a:rPr sz="1000" spc="-20" dirty="0">
                          <a:latin typeface="Times New Roman"/>
                          <a:cs typeface="Times New Roman"/>
                        </a:rPr>
                        <a:t> </a:t>
                      </a:r>
                      <a:r>
                        <a:rPr sz="1000" dirty="0">
                          <a:latin typeface="Times New Roman"/>
                          <a:cs typeface="Times New Roman"/>
                        </a:rPr>
                        <a:t>independent</a:t>
                      </a:r>
                      <a:r>
                        <a:rPr sz="1000" spc="-5" dirty="0">
                          <a:latin typeface="Times New Roman"/>
                          <a:cs typeface="Times New Roman"/>
                        </a:rPr>
                        <a:t> </a:t>
                      </a:r>
                      <a:r>
                        <a:rPr sz="1000" dirty="0">
                          <a:latin typeface="Times New Roman"/>
                          <a:cs typeface="Times New Roman"/>
                        </a:rPr>
                        <a:t>comprehensive</a:t>
                      </a:r>
                      <a:r>
                        <a:rPr sz="1000" spc="-30" dirty="0">
                          <a:latin typeface="Times New Roman"/>
                          <a:cs typeface="Times New Roman"/>
                        </a:rPr>
                        <a:t> </a:t>
                      </a:r>
                      <a:r>
                        <a:rPr sz="1000" dirty="0">
                          <a:latin typeface="Times New Roman"/>
                          <a:cs typeface="Times New Roman"/>
                        </a:rPr>
                        <a:t>assessments of</a:t>
                      </a:r>
                      <a:r>
                        <a:rPr sz="1000" spc="-40" dirty="0">
                          <a:latin typeface="Times New Roman"/>
                          <a:cs typeface="Times New Roman"/>
                        </a:rPr>
                        <a:t> </a:t>
                      </a:r>
                      <a:r>
                        <a:rPr sz="1000" spc="-25" dirty="0">
                          <a:latin typeface="Times New Roman"/>
                          <a:cs typeface="Times New Roman"/>
                        </a:rPr>
                        <a:t>the</a:t>
                      </a:r>
                      <a:endParaRPr sz="1000" dirty="0">
                        <a:latin typeface="Times New Roman"/>
                        <a:cs typeface="Times New Roman"/>
                      </a:endParaRPr>
                    </a:p>
                    <a:p>
                      <a:pPr marL="66675" marR="151765">
                        <a:lnSpc>
                          <a:spcPct val="103299"/>
                        </a:lnSpc>
                        <a:spcBef>
                          <a:spcPts val="10"/>
                        </a:spcBef>
                      </a:pPr>
                      <a:r>
                        <a:rPr sz="1000" dirty="0">
                          <a:latin typeface="Times New Roman"/>
                          <a:cs typeface="Times New Roman"/>
                        </a:rPr>
                        <a:t>management,</a:t>
                      </a:r>
                      <a:r>
                        <a:rPr sz="1000" spc="-5" dirty="0">
                          <a:latin typeface="Times New Roman"/>
                          <a:cs typeface="Times New Roman"/>
                        </a:rPr>
                        <a:t> </a:t>
                      </a:r>
                      <a:r>
                        <a:rPr sz="1000" dirty="0">
                          <a:latin typeface="Times New Roman"/>
                          <a:cs typeface="Times New Roman"/>
                        </a:rPr>
                        <a:t>operational,</a:t>
                      </a:r>
                      <a:r>
                        <a:rPr sz="1000" spc="-20" dirty="0">
                          <a:latin typeface="Times New Roman"/>
                          <a:cs typeface="Times New Roman"/>
                        </a:rPr>
                        <a:t> </a:t>
                      </a:r>
                      <a:r>
                        <a:rPr sz="1000" dirty="0">
                          <a:latin typeface="Times New Roman"/>
                          <a:cs typeface="Times New Roman"/>
                        </a:rPr>
                        <a:t>and</a:t>
                      </a:r>
                      <a:r>
                        <a:rPr sz="1000" spc="-25" dirty="0">
                          <a:latin typeface="Times New Roman"/>
                          <a:cs typeface="Times New Roman"/>
                        </a:rPr>
                        <a:t> </a:t>
                      </a:r>
                      <a:r>
                        <a:rPr sz="1000" dirty="0">
                          <a:latin typeface="Times New Roman"/>
                          <a:cs typeface="Times New Roman"/>
                        </a:rPr>
                        <a:t>technical</a:t>
                      </a:r>
                      <a:r>
                        <a:rPr sz="1000" spc="-25" dirty="0">
                          <a:latin typeface="Times New Roman"/>
                          <a:cs typeface="Times New Roman"/>
                        </a:rPr>
                        <a:t> </a:t>
                      </a:r>
                      <a:r>
                        <a:rPr sz="1000" dirty="0">
                          <a:latin typeface="Times New Roman"/>
                          <a:cs typeface="Times New Roman"/>
                        </a:rPr>
                        <a:t>security</a:t>
                      </a:r>
                      <a:r>
                        <a:rPr sz="1000" spc="-25" dirty="0">
                          <a:latin typeface="Times New Roman"/>
                          <a:cs typeface="Times New Roman"/>
                        </a:rPr>
                        <a:t> </a:t>
                      </a:r>
                      <a:r>
                        <a:rPr sz="1000" spc="-10" dirty="0">
                          <a:latin typeface="Times New Roman"/>
                          <a:cs typeface="Times New Roman"/>
                        </a:rPr>
                        <a:t>controls </a:t>
                      </a:r>
                      <a:r>
                        <a:rPr sz="1000" dirty="0">
                          <a:latin typeface="Times New Roman"/>
                          <a:cs typeface="Times New Roman"/>
                        </a:rPr>
                        <a:t>and</a:t>
                      </a:r>
                      <a:r>
                        <a:rPr sz="1000" spc="-45" dirty="0">
                          <a:latin typeface="Times New Roman"/>
                          <a:cs typeface="Times New Roman"/>
                        </a:rPr>
                        <a:t> </a:t>
                      </a:r>
                      <a:r>
                        <a:rPr sz="1000" dirty="0">
                          <a:latin typeface="Times New Roman"/>
                          <a:cs typeface="Times New Roman"/>
                        </a:rPr>
                        <a:t>control</a:t>
                      </a:r>
                      <a:r>
                        <a:rPr sz="1000" spc="5" dirty="0">
                          <a:latin typeface="Times New Roman"/>
                          <a:cs typeface="Times New Roman"/>
                        </a:rPr>
                        <a:t> </a:t>
                      </a:r>
                      <a:r>
                        <a:rPr sz="1000" dirty="0">
                          <a:latin typeface="Times New Roman"/>
                          <a:cs typeface="Times New Roman"/>
                        </a:rPr>
                        <a:t>enhancements</a:t>
                      </a:r>
                      <a:r>
                        <a:rPr sz="1000" spc="5" dirty="0">
                          <a:latin typeface="Times New Roman"/>
                          <a:cs typeface="Times New Roman"/>
                        </a:rPr>
                        <a:t> </a:t>
                      </a:r>
                      <a:r>
                        <a:rPr sz="1000" dirty="0">
                          <a:latin typeface="Times New Roman"/>
                          <a:cs typeface="Times New Roman"/>
                        </a:rPr>
                        <a:t>employed</a:t>
                      </a:r>
                      <a:r>
                        <a:rPr sz="1000" spc="-15" dirty="0">
                          <a:latin typeface="Times New Roman"/>
                          <a:cs typeface="Times New Roman"/>
                        </a:rPr>
                        <a:t> </a:t>
                      </a:r>
                      <a:r>
                        <a:rPr sz="1000" dirty="0">
                          <a:latin typeface="Times New Roman"/>
                          <a:cs typeface="Times New Roman"/>
                        </a:rPr>
                        <a:t>within</a:t>
                      </a:r>
                      <a:r>
                        <a:rPr sz="1000" spc="-20" dirty="0">
                          <a:latin typeface="Times New Roman"/>
                          <a:cs typeface="Times New Roman"/>
                        </a:rPr>
                        <a:t> </a:t>
                      </a:r>
                      <a:r>
                        <a:rPr sz="1000" dirty="0">
                          <a:latin typeface="Times New Roman"/>
                          <a:cs typeface="Times New Roman"/>
                        </a:rPr>
                        <a:t>or</a:t>
                      </a:r>
                      <a:r>
                        <a:rPr sz="1000" spc="-5" dirty="0">
                          <a:latin typeface="Times New Roman"/>
                          <a:cs typeface="Times New Roman"/>
                        </a:rPr>
                        <a:t> </a:t>
                      </a:r>
                      <a:r>
                        <a:rPr sz="1000" dirty="0">
                          <a:latin typeface="Times New Roman"/>
                          <a:cs typeface="Times New Roman"/>
                        </a:rPr>
                        <a:t>inherited</a:t>
                      </a:r>
                      <a:r>
                        <a:rPr sz="1000" spc="-45" dirty="0">
                          <a:latin typeface="Times New Roman"/>
                          <a:cs typeface="Times New Roman"/>
                        </a:rPr>
                        <a:t> </a:t>
                      </a:r>
                      <a:r>
                        <a:rPr sz="1000" spc="-25" dirty="0">
                          <a:latin typeface="Times New Roman"/>
                          <a:cs typeface="Times New Roman"/>
                        </a:rPr>
                        <a:t>by </a:t>
                      </a:r>
                      <a:r>
                        <a:rPr sz="1000" dirty="0">
                          <a:latin typeface="Times New Roman"/>
                          <a:cs typeface="Times New Roman"/>
                        </a:rPr>
                        <a:t>an</a:t>
                      </a:r>
                      <a:r>
                        <a:rPr sz="1000" spc="-30" dirty="0">
                          <a:latin typeface="Times New Roman"/>
                          <a:cs typeface="Times New Roman"/>
                        </a:rPr>
                        <a:t> </a:t>
                      </a:r>
                      <a:r>
                        <a:rPr sz="1000" dirty="0">
                          <a:latin typeface="Times New Roman"/>
                          <a:cs typeface="Times New Roman"/>
                        </a:rPr>
                        <a:t>information</a:t>
                      </a:r>
                      <a:r>
                        <a:rPr sz="1000" spc="-5" dirty="0">
                          <a:latin typeface="Times New Roman"/>
                          <a:cs typeface="Times New Roman"/>
                        </a:rPr>
                        <a:t> </a:t>
                      </a:r>
                      <a:r>
                        <a:rPr sz="1000" dirty="0">
                          <a:latin typeface="Times New Roman"/>
                          <a:cs typeface="Times New Roman"/>
                        </a:rPr>
                        <a:t>technology</a:t>
                      </a:r>
                      <a:r>
                        <a:rPr sz="1000" spc="-30" dirty="0">
                          <a:latin typeface="Times New Roman"/>
                          <a:cs typeface="Times New Roman"/>
                        </a:rPr>
                        <a:t> </a:t>
                      </a:r>
                      <a:r>
                        <a:rPr sz="1000" dirty="0">
                          <a:latin typeface="Times New Roman"/>
                          <a:cs typeface="Times New Roman"/>
                        </a:rPr>
                        <a:t>(IT)</a:t>
                      </a:r>
                      <a:r>
                        <a:rPr sz="1000" spc="5" dirty="0">
                          <a:latin typeface="Times New Roman"/>
                          <a:cs typeface="Times New Roman"/>
                        </a:rPr>
                        <a:t> </a:t>
                      </a:r>
                      <a:r>
                        <a:rPr sz="1000" dirty="0">
                          <a:latin typeface="Times New Roman"/>
                          <a:cs typeface="Times New Roman"/>
                        </a:rPr>
                        <a:t>system</a:t>
                      </a:r>
                      <a:r>
                        <a:rPr sz="1000" spc="-35" dirty="0">
                          <a:latin typeface="Times New Roman"/>
                          <a:cs typeface="Times New Roman"/>
                        </a:rPr>
                        <a:t> </a:t>
                      </a:r>
                      <a:r>
                        <a:rPr sz="1000" dirty="0">
                          <a:latin typeface="Times New Roman"/>
                          <a:cs typeface="Times New Roman"/>
                        </a:rPr>
                        <a:t>to determine</a:t>
                      </a:r>
                      <a:r>
                        <a:rPr sz="1000" spc="-15" dirty="0">
                          <a:latin typeface="Times New Roman"/>
                          <a:cs typeface="Times New Roman"/>
                        </a:rPr>
                        <a:t> </a:t>
                      </a:r>
                      <a:r>
                        <a:rPr sz="1000" spc="-25" dirty="0">
                          <a:latin typeface="Times New Roman"/>
                          <a:cs typeface="Times New Roman"/>
                        </a:rPr>
                        <a:t>the </a:t>
                      </a:r>
                      <a:r>
                        <a:rPr sz="1000" dirty="0">
                          <a:latin typeface="Times New Roman"/>
                          <a:cs typeface="Times New Roman"/>
                        </a:rPr>
                        <a:t>overall</a:t>
                      </a:r>
                      <a:r>
                        <a:rPr sz="1000" spc="-20" dirty="0">
                          <a:latin typeface="Times New Roman"/>
                          <a:cs typeface="Times New Roman"/>
                        </a:rPr>
                        <a:t> </a:t>
                      </a:r>
                      <a:r>
                        <a:rPr sz="1000" dirty="0">
                          <a:latin typeface="Times New Roman"/>
                          <a:cs typeface="Times New Roman"/>
                        </a:rPr>
                        <a:t>effectiveness</a:t>
                      </a:r>
                      <a:r>
                        <a:rPr sz="1000" spc="5" dirty="0">
                          <a:latin typeface="Times New Roman"/>
                          <a:cs typeface="Times New Roman"/>
                        </a:rPr>
                        <a:t> </a:t>
                      </a:r>
                      <a:r>
                        <a:rPr sz="1000" dirty="0">
                          <a:latin typeface="Times New Roman"/>
                          <a:cs typeface="Times New Roman"/>
                        </a:rPr>
                        <a:t>of</a:t>
                      </a:r>
                      <a:r>
                        <a:rPr sz="1000" spc="-30" dirty="0">
                          <a:latin typeface="Times New Roman"/>
                          <a:cs typeface="Times New Roman"/>
                        </a:rPr>
                        <a:t> </a:t>
                      </a:r>
                      <a:r>
                        <a:rPr sz="1000" dirty="0">
                          <a:latin typeface="Times New Roman"/>
                          <a:cs typeface="Times New Roman"/>
                        </a:rPr>
                        <a:t>the controls</a:t>
                      </a:r>
                      <a:r>
                        <a:rPr sz="1000" spc="-5" dirty="0">
                          <a:latin typeface="Times New Roman"/>
                          <a:cs typeface="Times New Roman"/>
                        </a:rPr>
                        <a:t> </a:t>
                      </a:r>
                      <a:r>
                        <a:rPr sz="1000" dirty="0">
                          <a:latin typeface="Times New Roman"/>
                          <a:cs typeface="Times New Roman"/>
                        </a:rPr>
                        <a:t>(as</a:t>
                      </a:r>
                      <a:r>
                        <a:rPr sz="1000" spc="-10" dirty="0">
                          <a:latin typeface="Times New Roman"/>
                          <a:cs typeface="Times New Roman"/>
                        </a:rPr>
                        <a:t> </a:t>
                      </a:r>
                      <a:r>
                        <a:rPr sz="1000" dirty="0">
                          <a:latin typeface="Times New Roman"/>
                          <a:cs typeface="Times New Roman"/>
                        </a:rPr>
                        <a:t>defined</a:t>
                      </a:r>
                      <a:r>
                        <a:rPr sz="1000" spc="-15" dirty="0">
                          <a:latin typeface="Times New Roman"/>
                          <a:cs typeface="Times New Roman"/>
                        </a:rPr>
                        <a:t> </a:t>
                      </a:r>
                      <a:r>
                        <a:rPr sz="1000" dirty="0">
                          <a:latin typeface="Times New Roman"/>
                          <a:cs typeface="Times New Roman"/>
                        </a:rPr>
                        <a:t>in</a:t>
                      </a:r>
                      <a:r>
                        <a:rPr sz="1000" spc="-35" dirty="0">
                          <a:latin typeface="Times New Roman"/>
                          <a:cs typeface="Times New Roman"/>
                        </a:rPr>
                        <a:t> </a:t>
                      </a:r>
                      <a:r>
                        <a:rPr sz="1000" dirty="0">
                          <a:latin typeface="Times New Roman"/>
                          <a:cs typeface="Times New Roman"/>
                        </a:rPr>
                        <a:t>NIST</a:t>
                      </a:r>
                      <a:r>
                        <a:rPr sz="1000" spc="-10" dirty="0">
                          <a:latin typeface="Times New Roman"/>
                          <a:cs typeface="Times New Roman"/>
                        </a:rPr>
                        <a:t> </a:t>
                      </a:r>
                      <a:r>
                        <a:rPr sz="1000" spc="-25" dirty="0">
                          <a:latin typeface="Times New Roman"/>
                          <a:cs typeface="Times New Roman"/>
                        </a:rPr>
                        <a:t>SP </a:t>
                      </a:r>
                      <a:r>
                        <a:rPr sz="1000" dirty="0">
                          <a:latin typeface="Times New Roman"/>
                          <a:cs typeface="Times New Roman"/>
                        </a:rPr>
                        <a:t>800-</a:t>
                      </a:r>
                      <a:r>
                        <a:rPr sz="1000" spc="-20" dirty="0">
                          <a:latin typeface="Times New Roman"/>
                          <a:cs typeface="Times New Roman"/>
                        </a:rPr>
                        <a:t>37).</a:t>
                      </a:r>
                      <a:endParaRPr sz="10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650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5"/>
                        </a:lnSpc>
                      </a:pPr>
                      <a:r>
                        <a:rPr sz="1000" spc="-10" dirty="0">
                          <a:latin typeface="Times New Roman"/>
                          <a:cs typeface="Times New Roman"/>
                        </a:rPr>
                        <a:t>Software</a:t>
                      </a:r>
                      <a:endParaRPr sz="1000">
                        <a:latin typeface="Times New Roman"/>
                        <a:cs typeface="Times New Roman"/>
                      </a:endParaRPr>
                    </a:p>
                    <a:p>
                      <a:pPr marL="66675">
                        <a:lnSpc>
                          <a:spcPct val="100000"/>
                        </a:lnSpc>
                        <a:spcBef>
                          <a:spcPts val="55"/>
                        </a:spcBef>
                      </a:pPr>
                      <a:r>
                        <a:rPr sz="1000" spc="-10" dirty="0">
                          <a:latin typeface="Times New Roman"/>
                          <a:cs typeface="Times New Roman"/>
                        </a:rPr>
                        <a:t>Development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5"/>
                        </a:lnSpc>
                      </a:pPr>
                      <a:r>
                        <a:rPr sz="1000" dirty="0">
                          <a:latin typeface="Times New Roman"/>
                          <a:cs typeface="Times New Roman"/>
                        </a:rPr>
                        <a:t>Software</a:t>
                      </a:r>
                      <a:r>
                        <a:rPr sz="1000" spc="-50" dirty="0">
                          <a:latin typeface="Times New Roman"/>
                          <a:cs typeface="Times New Roman"/>
                        </a:rPr>
                        <a:t> </a:t>
                      </a:r>
                      <a:r>
                        <a:rPr sz="1000" spc="-10" dirty="0">
                          <a:latin typeface="Times New Roman"/>
                          <a:cs typeface="Times New Roman"/>
                        </a:rPr>
                        <a:t>Developer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5"/>
                        </a:lnSpc>
                      </a:pPr>
                      <a:r>
                        <a:rPr sz="1000" spc="-25" dirty="0">
                          <a:latin typeface="Times New Roman"/>
                          <a:cs typeface="Times New Roman"/>
                        </a:rPr>
                        <a:t>621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5"/>
                        </a:lnSpc>
                      </a:pPr>
                      <a:r>
                        <a:rPr sz="1000" dirty="0">
                          <a:latin typeface="Times New Roman"/>
                          <a:cs typeface="Times New Roman"/>
                        </a:rPr>
                        <a:t>Develops,</a:t>
                      </a:r>
                      <a:r>
                        <a:rPr sz="1000" spc="5" dirty="0">
                          <a:latin typeface="Times New Roman"/>
                          <a:cs typeface="Times New Roman"/>
                        </a:rPr>
                        <a:t> </a:t>
                      </a:r>
                      <a:r>
                        <a:rPr sz="1000" dirty="0">
                          <a:latin typeface="Times New Roman"/>
                          <a:cs typeface="Times New Roman"/>
                        </a:rPr>
                        <a:t>creates,</a:t>
                      </a:r>
                      <a:r>
                        <a:rPr sz="1000" spc="35" dirty="0">
                          <a:latin typeface="Times New Roman"/>
                          <a:cs typeface="Times New Roman"/>
                        </a:rPr>
                        <a:t> </a:t>
                      </a:r>
                      <a:r>
                        <a:rPr sz="1000" spc="-10" dirty="0">
                          <a:latin typeface="Times New Roman"/>
                          <a:cs typeface="Times New Roman"/>
                        </a:rPr>
                        <a:t>maintains,</a:t>
                      </a:r>
                      <a:r>
                        <a:rPr sz="1000" spc="-15" dirty="0">
                          <a:latin typeface="Times New Roman"/>
                          <a:cs typeface="Times New Roman"/>
                        </a:rPr>
                        <a:t> </a:t>
                      </a:r>
                      <a:r>
                        <a:rPr sz="1000" dirty="0">
                          <a:latin typeface="Times New Roman"/>
                          <a:cs typeface="Times New Roman"/>
                        </a:rPr>
                        <a:t>and</a:t>
                      </a:r>
                      <a:r>
                        <a:rPr sz="1000" spc="-20" dirty="0">
                          <a:latin typeface="Times New Roman"/>
                          <a:cs typeface="Times New Roman"/>
                        </a:rPr>
                        <a:t> </a:t>
                      </a:r>
                      <a:r>
                        <a:rPr sz="1000" dirty="0">
                          <a:latin typeface="Times New Roman"/>
                          <a:cs typeface="Times New Roman"/>
                        </a:rPr>
                        <a:t>writes/codes</a:t>
                      </a:r>
                      <a:r>
                        <a:rPr sz="1000" spc="10" dirty="0">
                          <a:latin typeface="Times New Roman"/>
                          <a:cs typeface="Times New Roman"/>
                        </a:rPr>
                        <a:t> </a:t>
                      </a:r>
                      <a:r>
                        <a:rPr sz="1000" dirty="0">
                          <a:latin typeface="Times New Roman"/>
                          <a:cs typeface="Times New Roman"/>
                        </a:rPr>
                        <a:t>new</a:t>
                      </a:r>
                      <a:r>
                        <a:rPr sz="1000" spc="-35" dirty="0">
                          <a:latin typeface="Times New Roman"/>
                          <a:cs typeface="Times New Roman"/>
                        </a:rPr>
                        <a:t> </a:t>
                      </a:r>
                      <a:r>
                        <a:rPr sz="1000" spc="-25" dirty="0">
                          <a:latin typeface="Times New Roman"/>
                          <a:cs typeface="Times New Roman"/>
                        </a:rPr>
                        <a:t>(or</a:t>
                      </a:r>
                      <a:endParaRPr sz="1000">
                        <a:latin typeface="Times New Roman"/>
                        <a:cs typeface="Times New Roman"/>
                      </a:endParaRPr>
                    </a:p>
                    <a:p>
                      <a:pPr marL="66675" marR="457834">
                        <a:lnSpc>
                          <a:spcPct val="102299"/>
                        </a:lnSpc>
                        <a:spcBef>
                          <a:spcPts val="25"/>
                        </a:spcBef>
                      </a:pPr>
                      <a:r>
                        <a:rPr sz="1000" dirty="0">
                          <a:latin typeface="Times New Roman"/>
                          <a:cs typeface="Times New Roman"/>
                        </a:rPr>
                        <a:t>modifies</a:t>
                      </a:r>
                      <a:r>
                        <a:rPr sz="1000" spc="-10" dirty="0">
                          <a:latin typeface="Times New Roman"/>
                          <a:cs typeface="Times New Roman"/>
                        </a:rPr>
                        <a:t> </a:t>
                      </a:r>
                      <a:r>
                        <a:rPr sz="1000" dirty="0">
                          <a:latin typeface="Times New Roman"/>
                          <a:cs typeface="Times New Roman"/>
                        </a:rPr>
                        <a:t>existing) computer</a:t>
                      </a:r>
                      <a:r>
                        <a:rPr sz="1000" spc="-20" dirty="0">
                          <a:latin typeface="Times New Roman"/>
                          <a:cs typeface="Times New Roman"/>
                        </a:rPr>
                        <a:t> </a:t>
                      </a:r>
                      <a:r>
                        <a:rPr sz="1000" dirty="0">
                          <a:latin typeface="Times New Roman"/>
                          <a:cs typeface="Times New Roman"/>
                        </a:rPr>
                        <a:t>applications,</a:t>
                      </a:r>
                      <a:r>
                        <a:rPr sz="1000" spc="-25" dirty="0">
                          <a:latin typeface="Times New Roman"/>
                          <a:cs typeface="Times New Roman"/>
                        </a:rPr>
                        <a:t> </a:t>
                      </a:r>
                      <a:r>
                        <a:rPr sz="1000" dirty="0">
                          <a:latin typeface="Times New Roman"/>
                          <a:cs typeface="Times New Roman"/>
                        </a:rPr>
                        <a:t>software,</a:t>
                      </a:r>
                      <a:r>
                        <a:rPr sz="1000" spc="-30" dirty="0">
                          <a:latin typeface="Times New Roman"/>
                          <a:cs typeface="Times New Roman"/>
                        </a:rPr>
                        <a:t> </a:t>
                      </a:r>
                      <a:r>
                        <a:rPr sz="1000" spc="-25" dirty="0">
                          <a:latin typeface="Times New Roman"/>
                          <a:cs typeface="Times New Roman"/>
                        </a:rPr>
                        <a:t>or </a:t>
                      </a:r>
                      <a:r>
                        <a:rPr sz="1000" dirty="0">
                          <a:latin typeface="Times New Roman"/>
                          <a:cs typeface="Times New Roman"/>
                        </a:rPr>
                        <a:t>specialized</a:t>
                      </a:r>
                      <a:r>
                        <a:rPr sz="1000" spc="-15" dirty="0">
                          <a:latin typeface="Times New Roman"/>
                          <a:cs typeface="Times New Roman"/>
                        </a:rPr>
                        <a:t> </a:t>
                      </a:r>
                      <a:r>
                        <a:rPr sz="1000" dirty="0">
                          <a:latin typeface="Times New Roman"/>
                          <a:cs typeface="Times New Roman"/>
                        </a:rPr>
                        <a:t>utility</a:t>
                      </a:r>
                      <a:r>
                        <a:rPr sz="1000" spc="-10" dirty="0">
                          <a:latin typeface="Times New Roman"/>
                          <a:cs typeface="Times New Roman"/>
                        </a:rPr>
                        <a:t> programs.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650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Secure</a:t>
                      </a:r>
                      <a:r>
                        <a:rPr sz="1000" spc="-30" dirty="0">
                          <a:latin typeface="Times New Roman"/>
                          <a:cs typeface="Times New Roman"/>
                        </a:rPr>
                        <a:t> </a:t>
                      </a:r>
                      <a:r>
                        <a:rPr sz="1000" dirty="0">
                          <a:latin typeface="Times New Roman"/>
                          <a:cs typeface="Times New Roman"/>
                        </a:rPr>
                        <a:t>Software</a:t>
                      </a:r>
                      <a:r>
                        <a:rPr sz="1000" spc="-30" dirty="0">
                          <a:latin typeface="Times New Roman"/>
                          <a:cs typeface="Times New Roman"/>
                        </a:rPr>
                        <a:t> </a:t>
                      </a:r>
                      <a:r>
                        <a:rPr sz="1000" spc="-10" dirty="0">
                          <a:latin typeface="Times New Roman"/>
                          <a:cs typeface="Times New Roman"/>
                        </a:rPr>
                        <a:t>Assessor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622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Analyzes</a:t>
                      </a:r>
                      <a:r>
                        <a:rPr sz="1000" spc="-15" dirty="0">
                          <a:latin typeface="Times New Roman"/>
                          <a:cs typeface="Times New Roman"/>
                        </a:rPr>
                        <a:t> </a:t>
                      </a:r>
                      <a:r>
                        <a:rPr sz="1000" dirty="0">
                          <a:latin typeface="Times New Roman"/>
                          <a:cs typeface="Times New Roman"/>
                        </a:rPr>
                        <a:t>the</a:t>
                      </a:r>
                      <a:r>
                        <a:rPr sz="1000" spc="-5" dirty="0">
                          <a:latin typeface="Times New Roman"/>
                          <a:cs typeface="Times New Roman"/>
                        </a:rPr>
                        <a:t> </a:t>
                      </a:r>
                      <a:r>
                        <a:rPr sz="1000" dirty="0">
                          <a:latin typeface="Times New Roman"/>
                          <a:cs typeface="Times New Roman"/>
                        </a:rPr>
                        <a:t>security</a:t>
                      </a:r>
                      <a:r>
                        <a:rPr sz="1000" spc="-20" dirty="0">
                          <a:latin typeface="Times New Roman"/>
                          <a:cs typeface="Times New Roman"/>
                        </a:rPr>
                        <a:t> </a:t>
                      </a:r>
                      <a:r>
                        <a:rPr sz="1000" dirty="0">
                          <a:latin typeface="Times New Roman"/>
                          <a:cs typeface="Times New Roman"/>
                        </a:rPr>
                        <a:t>of</a:t>
                      </a:r>
                      <a:r>
                        <a:rPr sz="1000" spc="-10" dirty="0">
                          <a:latin typeface="Times New Roman"/>
                          <a:cs typeface="Times New Roman"/>
                        </a:rPr>
                        <a:t> </a:t>
                      </a:r>
                      <a:r>
                        <a:rPr sz="1000" dirty="0">
                          <a:latin typeface="Times New Roman"/>
                          <a:cs typeface="Times New Roman"/>
                        </a:rPr>
                        <a:t>new</a:t>
                      </a:r>
                      <a:r>
                        <a:rPr sz="1000" spc="-10" dirty="0">
                          <a:latin typeface="Times New Roman"/>
                          <a:cs typeface="Times New Roman"/>
                        </a:rPr>
                        <a:t> </a:t>
                      </a:r>
                      <a:r>
                        <a:rPr sz="1000" dirty="0">
                          <a:latin typeface="Times New Roman"/>
                          <a:cs typeface="Times New Roman"/>
                        </a:rPr>
                        <a:t>or</a:t>
                      </a:r>
                      <a:r>
                        <a:rPr sz="1000" spc="-5" dirty="0">
                          <a:latin typeface="Times New Roman"/>
                          <a:cs typeface="Times New Roman"/>
                        </a:rPr>
                        <a:t> </a:t>
                      </a:r>
                      <a:r>
                        <a:rPr sz="1000" dirty="0">
                          <a:latin typeface="Times New Roman"/>
                          <a:cs typeface="Times New Roman"/>
                        </a:rPr>
                        <a:t>existing</a:t>
                      </a:r>
                      <a:r>
                        <a:rPr sz="1000" spc="-45" dirty="0">
                          <a:latin typeface="Times New Roman"/>
                          <a:cs typeface="Times New Roman"/>
                        </a:rPr>
                        <a:t> </a:t>
                      </a:r>
                      <a:r>
                        <a:rPr sz="1000" spc="-10" dirty="0">
                          <a:latin typeface="Times New Roman"/>
                          <a:cs typeface="Times New Roman"/>
                        </a:rPr>
                        <a:t>computer</a:t>
                      </a:r>
                      <a:endParaRPr sz="1000">
                        <a:latin typeface="Times New Roman"/>
                        <a:cs typeface="Times New Roman"/>
                      </a:endParaRPr>
                    </a:p>
                    <a:p>
                      <a:pPr marL="66675" marR="237490">
                        <a:lnSpc>
                          <a:spcPct val="102499"/>
                        </a:lnSpc>
                        <a:spcBef>
                          <a:spcPts val="20"/>
                        </a:spcBef>
                      </a:pPr>
                      <a:r>
                        <a:rPr sz="1000" dirty="0">
                          <a:latin typeface="Times New Roman"/>
                          <a:cs typeface="Times New Roman"/>
                        </a:rPr>
                        <a:t>applications,</a:t>
                      </a:r>
                      <a:r>
                        <a:rPr sz="1000" spc="-25" dirty="0">
                          <a:latin typeface="Times New Roman"/>
                          <a:cs typeface="Times New Roman"/>
                        </a:rPr>
                        <a:t> </a:t>
                      </a:r>
                      <a:r>
                        <a:rPr sz="1000" dirty="0">
                          <a:latin typeface="Times New Roman"/>
                          <a:cs typeface="Times New Roman"/>
                        </a:rPr>
                        <a:t>software,</a:t>
                      </a:r>
                      <a:r>
                        <a:rPr sz="1000" spc="-5" dirty="0">
                          <a:latin typeface="Times New Roman"/>
                          <a:cs typeface="Times New Roman"/>
                        </a:rPr>
                        <a:t> </a:t>
                      </a:r>
                      <a:r>
                        <a:rPr sz="1000" dirty="0">
                          <a:latin typeface="Times New Roman"/>
                          <a:cs typeface="Times New Roman"/>
                        </a:rPr>
                        <a:t>or</a:t>
                      </a:r>
                      <a:r>
                        <a:rPr sz="1000" spc="-15" dirty="0">
                          <a:latin typeface="Times New Roman"/>
                          <a:cs typeface="Times New Roman"/>
                        </a:rPr>
                        <a:t> </a:t>
                      </a:r>
                      <a:r>
                        <a:rPr sz="1000" dirty="0">
                          <a:latin typeface="Times New Roman"/>
                          <a:cs typeface="Times New Roman"/>
                        </a:rPr>
                        <a:t>specialized</a:t>
                      </a:r>
                      <a:r>
                        <a:rPr sz="1000" spc="-25" dirty="0">
                          <a:latin typeface="Times New Roman"/>
                          <a:cs typeface="Times New Roman"/>
                        </a:rPr>
                        <a:t> </a:t>
                      </a:r>
                      <a:r>
                        <a:rPr sz="1000" dirty="0">
                          <a:latin typeface="Times New Roman"/>
                          <a:cs typeface="Times New Roman"/>
                        </a:rPr>
                        <a:t>utility</a:t>
                      </a:r>
                      <a:r>
                        <a:rPr sz="1000" spc="-5" dirty="0">
                          <a:latin typeface="Times New Roman"/>
                          <a:cs typeface="Times New Roman"/>
                        </a:rPr>
                        <a:t> </a:t>
                      </a:r>
                      <a:r>
                        <a:rPr sz="1000" dirty="0">
                          <a:latin typeface="Times New Roman"/>
                          <a:cs typeface="Times New Roman"/>
                        </a:rPr>
                        <a:t>programs</a:t>
                      </a:r>
                      <a:r>
                        <a:rPr sz="1000" spc="-20" dirty="0">
                          <a:latin typeface="Times New Roman"/>
                          <a:cs typeface="Times New Roman"/>
                        </a:rPr>
                        <a:t> </a:t>
                      </a:r>
                      <a:r>
                        <a:rPr sz="1000" spc="-25" dirty="0">
                          <a:latin typeface="Times New Roman"/>
                          <a:cs typeface="Times New Roman"/>
                        </a:rPr>
                        <a:t>and </a:t>
                      </a:r>
                      <a:r>
                        <a:rPr sz="1000" dirty="0">
                          <a:latin typeface="Times New Roman"/>
                          <a:cs typeface="Times New Roman"/>
                        </a:rPr>
                        <a:t>provides</a:t>
                      </a:r>
                      <a:r>
                        <a:rPr sz="1000" spc="-30" dirty="0">
                          <a:latin typeface="Times New Roman"/>
                          <a:cs typeface="Times New Roman"/>
                        </a:rPr>
                        <a:t> </a:t>
                      </a:r>
                      <a:r>
                        <a:rPr sz="1000" dirty="0">
                          <a:latin typeface="Times New Roman"/>
                          <a:cs typeface="Times New Roman"/>
                        </a:rPr>
                        <a:t>actionable</a:t>
                      </a:r>
                      <a:r>
                        <a:rPr sz="1000" spc="-45" dirty="0">
                          <a:latin typeface="Times New Roman"/>
                          <a:cs typeface="Times New Roman"/>
                        </a:rPr>
                        <a:t> </a:t>
                      </a:r>
                      <a:r>
                        <a:rPr sz="1000" spc="-10" dirty="0">
                          <a:latin typeface="Times New Roman"/>
                          <a:cs typeface="Times New Roman"/>
                        </a:rPr>
                        <a:t>results.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61632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0"/>
                        </a:lnSpc>
                      </a:pPr>
                      <a:r>
                        <a:rPr sz="1000" spc="-10" dirty="0">
                          <a:latin typeface="Times New Roman"/>
                          <a:cs typeface="Times New Roman"/>
                        </a:rPr>
                        <a:t>Systems</a:t>
                      </a:r>
                      <a:endParaRPr sz="1000">
                        <a:latin typeface="Times New Roman"/>
                        <a:cs typeface="Times New Roman"/>
                      </a:endParaRPr>
                    </a:p>
                    <a:p>
                      <a:pPr marL="66675">
                        <a:lnSpc>
                          <a:spcPct val="100000"/>
                        </a:lnSpc>
                        <a:spcBef>
                          <a:spcPts val="30"/>
                        </a:spcBef>
                      </a:pPr>
                      <a:r>
                        <a:rPr sz="1000" spc="-10" dirty="0">
                          <a:latin typeface="Times New Roman"/>
                          <a:cs typeface="Times New Roman"/>
                        </a:rPr>
                        <a:t>Architecture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Enterprise</a:t>
                      </a:r>
                      <a:r>
                        <a:rPr sz="1000" spc="-25" dirty="0">
                          <a:latin typeface="Times New Roman"/>
                          <a:cs typeface="Times New Roman"/>
                        </a:rPr>
                        <a:t> </a:t>
                      </a:r>
                      <a:r>
                        <a:rPr sz="1000" spc="-10" dirty="0">
                          <a:latin typeface="Times New Roman"/>
                          <a:cs typeface="Times New Roman"/>
                        </a:rPr>
                        <a:t>Architect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651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Develops</a:t>
                      </a:r>
                      <a:r>
                        <a:rPr sz="1000" spc="-15" dirty="0">
                          <a:latin typeface="Times New Roman"/>
                          <a:cs typeface="Times New Roman"/>
                        </a:rPr>
                        <a:t> </a:t>
                      </a:r>
                      <a:r>
                        <a:rPr sz="1000" dirty="0">
                          <a:latin typeface="Times New Roman"/>
                          <a:cs typeface="Times New Roman"/>
                        </a:rPr>
                        <a:t>and</a:t>
                      </a:r>
                      <a:r>
                        <a:rPr sz="1000" spc="-15" dirty="0">
                          <a:latin typeface="Times New Roman"/>
                          <a:cs typeface="Times New Roman"/>
                        </a:rPr>
                        <a:t> </a:t>
                      </a:r>
                      <a:r>
                        <a:rPr sz="1000" dirty="0">
                          <a:latin typeface="Times New Roman"/>
                          <a:cs typeface="Times New Roman"/>
                        </a:rPr>
                        <a:t>maintains</a:t>
                      </a:r>
                      <a:r>
                        <a:rPr sz="1000" spc="-10" dirty="0">
                          <a:latin typeface="Times New Roman"/>
                          <a:cs typeface="Times New Roman"/>
                        </a:rPr>
                        <a:t> </a:t>
                      </a:r>
                      <a:r>
                        <a:rPr sz="1000" dirty="0">
                          <a:latin typeface="Times New Roman"/>
                          <a:cs typeface="Times New Roman"/>
                        </a:rPr>
                        <a:t>business,</a:t>
                      </a:r>
                      <a:r>
                        <a:rPr sz="1000" spc="-10" dirty="0">
                          <a:latin typeface="Times New Roman"/>
                          <a:cs typeface="Times New Roman"/>
                        </a:rPr>
                        <a:t> </a:t>
                      </a:r>
                      <a:r>
                        <a:rPr sz="1000" dirty="0">
                          <a:latin typeface="Times New Roman"/>
                          <a:cs typeface="Times New Roman"/>
                        </a:rPr>
                        <a:t>systems,</a:t>
                      </a:r>
                      <a:r>
                        <a:rPr sz="1000" spc="-10"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spc="-10" dirty="0">
                          <a:latin typeface="Times New Roman"/>
                          <a:cs typeface="Times New Roman"/>
                        </a:rPr>
                        <a:t>information</a:t>
                      </a:r>
                      <a:endParaRPr sz="1000">
                        <a:latin typeface="Times New Roman"/>
                        <a:cs typeface="Times New Roman"/>
                      </a:endParaRPr>
                    </a:p>
                    <a:p>
                      <a:pPr marL="66675">
                        <a:lnSpc>
                          <a:spcPct val="100000"/>
                        </a:lnSpc>
                        <a:spcBef>
                          <a:spcPts val="30"/>
                        </a:spcBef>
                      </a:pPr>
                      <a:r>
                        <a:rPr sz="1000" dirty="0">
                          <a:latin typeface="Times New Roman"/>
                          <a:cs typeface="Times New Roman"/>
                        </a:rPr>
                        <a:t>processes</a:t>
                      </a:r>
                      <a:r>
                        <a:rPr sz="1000" spc="-15" dirty="0">
                          <a:latin typeface="Times New Roman"/>
                          <a:cs typeface="Times New Roman"/>
                        </a:rPr>
                        <a:t> </a:t>
                      </a:r>
                      <a:r>
                        <a:rPr sz="1000" dirty="0">
                          <a:latin typeface="Times New Roman"/>
                          <a:cs typeface="Times New Roman"/>
                        </a:rPr>
                        <a:t>to</a:t>
                      </a:r>
                      <a:r>
                        <a:rPr sz="1000" spc="-40" dirty="0">
                          <a:latin typeface="Times New Roman"/>
                          <a:cs typeface="Times New Roman"/>
                        </a:rPr>
                        <a:t> </a:t>
                      </a:r>
                      <a:r>
                        <a:rPr sz="1000" dirty="0">
                          <a:latin typeface="Times New Roman"/>
                          <a:cs typeface="Times New Roman"/>
                        </a:rPr>
                        <a:t>support</a:t>
                      </a:r>
                      <a:r>
                        <a:rPr sz="1000" spc="-20" dirty="0">
                          <a:latin typeface="Times New Roman"/>
                          <a:cs typeface="Times New Roman"/>
                        </a:rPr>
                        <a:t> </a:t>
                      </a:r>
                      <a:r>
                        <a:rPr sz="1000" dirty="0">
                          <a:latin typeface="Times New Roman"/>
                          <a:cs typeface="Times New Roman"/>
                        </a:rPr>
                        <a:t>enterprise</a:t>
                      </a:r>
                      <a:r>
                        <a:rPr sz="1000" spc="20" dirty="0">
                          <a:latin typeface="Times New Roman"/>
                          <a:cs typeface="Times New Roman"/>
                        </a:rPr>
                        <a:t> </a:t>
                      </a:r>
                      <a:r>
                        <a:rPr sz="1000" dirty="0">
                          <a:latin typeface="Times New Roman"/>
                          <a:cs typeface="Times New Roman"/>
                        </a:rPr>
                        <a:t>mission</a:t>
                      </a:r>
                      <a:r>
                        <a:rPr sz="1000" spc="-20" dirty="0">
                          <a:latin typeface="Times New Roman"/>
                          <a:cs typeface="Times New Roman"/>
                        </a:rPr>
                        <a:t> </a:t>
                      </a:r>
                      <a:r>
                        <a:rPr sz="1000" dirty="0">
                          <a:latin typeface="Times New Roman"/>
                          <a:cs typeface="Times New Roman"/>
                        </a:rPr>
                        <a:t>needs;</a:t>
                      </a:r>
                      <a:r>
                        <a:rPr sz="1000" spc="5" dirty="0">
                          <a:latin typeface="Times New Roman"/>
                          <a:cs typeface="Times New Roman"/>
                        </a:rPr>
                        <a:t> </a:t>
                      </a:r>
                      <a:r>
                        <a:rPr sz="1000" spc="-10" dirty="0">
                          <a:latin typeface="Times New Roman"/>
                          <a:cs typeface="Times New Roman"/>
                        </a:rPr>
                        <a:t>develops</a:t>
                      </a:r>
                      <a:endParaRPr sz="1000">
                        <a:latin typeface="Times New Roman"/>
                        <a:cs typeface="Times New Roman"/>
                      </a:endParaRPr>
                    </a:p>
                    <a:p>
                      <a:pPr marL="66675" marR="351155">
                        <a:lnSpc>
                          <a:spcPct val="102400"/>
                        </a:lnSpc>
                        <a:spcBef>
                          <a:spcPts val="25"/>
                        </a:spcBef>
                      </a:pPr>
                      <a:r>
                        <a:rPr sz="1000" dirty="0">
                          <a:latin typeface="Times New Roman"/>
                          <a:cs typeface="Times New Roman"/>
                        </a:rPr>
                        <a:t>information</a:t>
                      </a:r>
                      <a:r>
                        <a:rPr sz="1000" spc="-35" dirty="0">
                          <a:latin typeface="Times New Roman"/>
                          <a:cs typeface="Times New Roman"/>
                        </a:rPr>
                        <a:t> </a:t>
                      </a:r>
                      <a:r>
                        <a:rPr sz="1000" dirty="0">
                          <a:latin typeface="Times New Roman"/>
                          <a:cs typeface="Times New Roman"/>
                        </a:rPr>
                        <a:t>technology</a:t>
                      </a:r>
                      <a:r>
                        <a:rPr sz="1000" spc="-35" dirty="0">
                          <a:latin typeface="Times New Roman"/>
                          <a:cs typeface="Times New Roman"/>
                        </a:rPr>
                        <a:t> </a:t>
                      </a:r>
                      <a:r>
                        <a:rPr sz="1000" dirty="0">
                          <a:latin typeface="Times New Roman"/>
                          <a:cs typeface="Times New Roman"/>
                        </a:rPr>
                        <a:t>(IT) rules</a:t>
                      </a:r>
                      <a:r>
                        <a:rPr sz="1000" spc="-5" dirty="0">
                          <a:latin typeface="Times New Roman"/>
                          <a:cs typeface="Times New Roman"/>
                        </a:rPr>
                        <a:t> </a:t>
                      </a:r>
                      <a:r>
                        <a:rPr sz="1000" dirty="0">
                          <a:latin typeface="Times New Roman"/>
                          <a:cs typeface="Times New Roman"/>
                        </a:rPr>
                        <a:t>and</a:t>
                      </a:r>
                      <a:r>
                        <a:rPr sz="1000" spc="-30" dirty="0">
                          <a:latin typeface="Times New Roman"/>
                          <a:cs typeface="Times New Roman"/>
                        </a:rPr>
                        <a:t> </a:t>
                      </a:r>
                      <a:r>
                        <a:rPr sz="1000" dirty="0">
                          <a:latin typeface="Times New Roman"/>
                          <a:cs typeface="Times New Roman"/>
                        </a:rPr>
                        <a:t>requirements</a:t>
                      </a:r>
                      <a:r>
                        <a:rPr sz="1000" spc="-5" dirty="0">
                          <a:latin typeface="Times New Roman"/>
                          <a:cs typeface="Times New Roman"/>
                        </a:rPr>
                        <a:t> </a:t>
                      </a:r>
                      <a:r>
                        <a:rPr sz="1000" spc="-20" dirty="0">
                          <a:latin typeface="Times New Roman"/>
                          <a:cs typeface="Times New Roman"/>
                        </a:rPr>
                        <a:t>that </a:t>
                      </a:r>
                      <a:r>
                        <a:rPr sz="1000" dirty="0">
                          <a:latin typeface="Times New Roman"/>
                          <a:cs typeface="Times New Roman"/>
                        </a:rPr>
                        <a:t>describe</a:t>
                      </a:r>
                      <a:r>
                        <a:rPr sz="1000" spc="-20" dirty="0">
                          <a:latin typeface="Times New Roman"/>
                          <a:cs typeface="Times New Roman"/>
                        </a:rPr>
                        <a:t> </a:t>
                      </a:r>
                      <a:r>
                        <a:rPr sz="1000" dirty="0">
                          <a:latin typeface="Times New Roman"/>
                          <a:cs typeface="Times New Roman"/>
                        </a:rPr>
                        <a:t>baseline</a:t>
                      </a:r>
                      <a:r>
                        <a:rPr sz="1000" spc="-15" dirty="0">
                          <a:latin typeface="Times New Roman"/>
                          <a:cs typeface="Times New Roman"/>
                        </a:rPr>
                        <a:t> </a:t>
                      </a:r>
                      <a:r>
                        <a:rPr sz="1000" dirty="0">
                          <a:latin typeface="Times New Roman"/>
                          <a:cs typeface="Times New Roman"/>
                        </a:rPr>
                        <a:t>and</a:t>
                      </a:r>
                      <a:r>
                        <a:rPr sz="1000" spc="-10" dirty="0">
                          <a:latin typeface="Times New Roman"/>
                          <a:cs typeface="Times New Roman"/>
                        </a:rPr>
                        <a:t> </a:t>
                      </a:r>
                      <a:r>
                        <a:rPr sz="1000" dirty="0">
                          <a:latin typeface="Times New Roman"/>
                          <a:cs typeface="Times New Roman"/>
                        </a:rPr>
                        <a:t>target</a:t>
                      </a:r>
                      <a:r>
                        <a:rPr sz="1000" spc="-10" dirty="0">
                          <a:latin typeface="Times New Roman"/>
                          <a:cs typeface="Times New Roman"/>
                        </a:rPr>
                        <a:t> architectures.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61632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Security</a:t>
                      </a:r>
                      <a:r>
                        <a:rPr sz="1000" spc="-45" dirty="0">
                          <a:latin typeface="Times New Roman"/>
                          <a:cs typeface="Times New Roman"/>
                        </a:rPr>
                        <a:t> </a:t>
                      </a:r>
                      <a:r>
                        <a:rPr sz="1000" spc="-10" dirty="0">
                          <a:latin typeface="Times New Roman"/>
                          <a:cs typeface="Times New Roman"/>
                        </a:rPr>
                        <a:t>Architect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652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Designs</a:t>
                      </a:r>
                      <a:r>
                        <a:rPr sz="1000" spc="-5" dirty="0">
                          <a:latin typeface="Times New Roman"/>
                          <a:cs typeface="Times New Roman"/>
                        </a:rPr>
                        <a:t> </a:t>
                      </a:r>
                      <a:r>
                        <a:rPr sz="1000" dirty="0">
                          <a:latin typeface="Times New Roman"/>
                          <a:cs typeface="Times New Roman"/>
                        </a:rPr>
                        <a:t>enterprise</a:t>
                      </a:r>
                      <a:r>
                        <a:rPr sz="1000" spc="-25" dirty="0">
                          <a:latin typeface="Times New Roman"/>
                          <a:cs typeface="Times New Roman"/>
                        </a:rPr>
                        <a:t> </a:t>
                      </a:r>
                      <a:r>
                        <a:rPr sz="1000" dirty="0">
                          <a:latin typeface="Times New Roman"/>
                          <a:cs typeface="Times New Roman"/>
                        </a:rPr>
                        <a:t>and</a:t>
                      </a:r>
                      <a:r>
                        <a:rPr sz="1000" spc="-35" dirty="0">
                          <a:latin typeface="Times New Roman"/>
                          <a:cs typeface="Times New Roman"/>
                        </a:rPr>
                        <a:t> </a:t>
                      </a:r>
                      <a:r>
                        <a:rPr sz="1000" dirty="0">
                          <a:latin typeface="Times New Roman"/>
                          <a:cs typeface="Times New Roman"/>
                        </a:rPr>
                        <a:t>systems security</a:t>
                      </a:r>
                      <a:r>
                        <a:rPr sz="1000" spc="-10" dirty="0">
                          <a:latin typeface="Times New Roman"/>
                          <a:cs typeface="Times New Roman"/>
                        </a:rPr>
                        <a:t> </a:t>
                      </a:r>
                      <a:r>
                        <a:rPr sz="1000" dirty="0">
                          <a:latin typeface="Times New Roman"/>
                          <a:cs typeface="Times New Roman"/>
                        </a:rPr>
                        <a:t>throughout</a:t>
                      </a:r>
                      <a:r>
                        <a:rPr sz="1000" spc="-15" dirty="0">
                          <a:latin typeface="Times New Roman"/>
                          <a:cs typeface="Times New Roman"/>
                        </a:rPr>
                        <a:t> </a:t>
                      </a:r>
                      <a:r>
                        <a:rPr sz="1000" spc="-25" dirty="0">
                          <a:latin typeface="Times New Roman"/>
                          <a:cs typeface="Times New Roman"/>
                        </a:rPr>
                        <a:t>the</a:t>
                      </a:r>
                      <a:endParaRPr sz="1000" dirty="0">
                        <a:latin typeface="Times New Roman"/>
                        <a:cs typeface="Times New Roman"/>
                      </a:endParaRPr>
                    </a:p>
                    <a:p>
                      <a:pPr marL="66675" marR="361315">
                        <a:lnSpc>
                          <a:spcPct val="103200"/>
                        </a:lnSpc>
                        <a:spcBef>
                          <a:spcPts val="10"/>
                        </a:spcBef>
                      </a:pPr>
                      <a:r>
                        <a:rPr sz="1000" dirty="0">
                          <a:latin typeface="Times New Roman"/>
                          <a:cs typeface="Times New Roman"/>
                        </a:rPr>
                        <a:t>development</a:t>
                      </a:r>
                      <a:r>
                        <a:rPr sz="1000" spc="5" dirty="0">
                          <a:latin typeface="Times New Roman"/>
                          <a:cs typeface="Times New Roman"/>
                        </a:rPr>
                        <a:t> </a:t>
                      </a:r>
                      <a:r>
                        <a:rPr sz="1000" dirty="0">
                          <a:latin typeface="Times New Roman"/>
                          <a:cs typeface="Times New Roman"/>
                        </a:rPr>
                        <a:t>life</a:t>
                      </a:r>
                      <a:r>
                        <a:rPr sz="1000" spc="-25" dirty="0">
                          <a:latin typeface="Times New Roman"/>
                          <a:cs typeface="Times New Roman"/>
                        </a:rPr>
                        <a:t> </a:t>
                      </a:r>
                      <a:r>
                        <a:rPr sz="1000" dirty="0">
                          <a:latin typeface="Times New Roman"/>
                          <a:cs typeface="Times New Roman"/>
                        </a:rPr>
                        <a:t>cycle;</a:t>
                      </a:r>
                      <a:r>
                        <a:rPr sz="1000" spc="-15" dirty="0">
                          <a:latin typeface="Times New Roman"/>
                          <a:cs typeface="Times New Roman"/>
                        </a:rPr>
                        <a:t> </a:t>
                      </a:r>
                      <a:r>
                        <a:rPr sz="1000" dirty="0">
                          <a:latin typeface="Times New Roman"/>
                          <a:cs typeface="Times New Roman"/>
                        </a:rPr>
                        <a:t>translates</a:t>
                      </a:r>
                      <a:r>
                        <a:rPr sz="1000" spc="-10" dirty="0">
                          <a:latin typeface="Times New Roman"/>
                          <a:cs typeface="Times New Roman"/>
                        </a:rPr>
                        <a:t> </a:t>
                      </a:r>
                      <a:r>
                        <a:rPr sz="1000" dirty="0">
                          <a:latin typeface="Times New Roman"/>
                          <a:cs typeface="Times New Roman"/>
                        </a:rPr>
                        <a:t>technology</a:t>
                      </a:r>
                      <a:r>
                        <a:rPr sz="1000" spc="-35" dirty="0">
                          <a:latin typeface="Times New Roman"/>
                          <a:cs typeface="Times New Roman"/>
                        </a:rPr>
                        <a:t> </a:t>
                      </a:r>
                      <a:r>
                        <a:rPr sz="1000" spc="-25" dirty="0">
                          <a:latin typeface="Times New Roman"/>
                          <a:cs typeface="Times New Roman"/>
                        </a:rPr>
                        <a:t>and </a:t>
                      </a:r>
                      <a:r>
                        <a:rPr sz="1000" dirty="0">
                          <a:latin typeface="Times New Roman"/>
                          <a:cs typeface="Times New Roman"/>
                        </a:rPr>
                        <a:t>environmental conditions</a:t>
                      </a:r>
                      <a:r>
                        <a:rPr sz="1000" spc="-15" dirty="0">
                          <a:latin typeface="Times New Roman"/>
                          <a:cs typeface="Times New Roman"/>
                        </a:rPr>
                        <a:t> </a:t>
                      </a:r>
                      <a:r>
                        <a:rPr sz="1000" dirty="0">
                          <a:latin typeface="Times New Roman"/>
                          <a:cs typeface="Times New Roman"/>
                        </a:rPr>
                        <a:t>(e.g.,</a:t>
                      </a:r>
                      <a:r>
                        <a:rPr sz="1000" spc="-15" dirty="0">
                          <a:latin typeface="Times New Roman"/>
                          <a:cs typeface="Times New Roman"/>
                        </a:rPr>
                        <a:t> </a:t>
                      </a:r>
                      <a:r>
                        <a:rPr sz="1000" dirty="0">
                          <a:latin typeface="Times New Roman"/>
                          <a:cs typeface="Times New Roman"/>
                        </a:rPr>
                        <a:t>law</a:t>
                      </a:r>
                      <a:r>
                        <a:rPr sz="1000" spc="-30"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regulation)</a:t>
                      </a:r>
                      <a:r>
                        <a:rPr sz="1000" spc="-10" dirty="0">
                          <a:latin typeface="Times New Roman"/>
                          <a:cs typeface="Times New Roman"/>
                        </a:rPr>
                        <a:t> </a:t>
                      </a:r>
                      <a:r>
                        <a:rPr sz="1000" spc="-20" dirty="0">
                          <a:latin typeface="Times New Roman"/>
                          <a:cs typeface="Times New Roman"/>
                        </a:rPr>
                        <a:t>into </a:t>
                      </a:r>
                      <a:r>
                        <a:rPr sz="1000" dirty="0">
                          <a:latin typeface="Times New Roman"/>
                          <a:cs typeface="Times New Roman"/>
                        </a:rPr>
                        <a:t>security</a:t>
                      </a:r>
                      <a:r>
                        <a:rPr sz="1000" spc="-10" dirty="0">
                          <a:latin typeface="Times New Roman"/>
                          <a:cs typeface="Times New Roman"/>
                        </a:rPr>
                        <a:t> </a:t>
                      </a:r>
                      <a:r>
                        <a:rPr sz="1000" dirty="0">
                          <a:latin typeface="Times New Roman"/>
                          <a:cs typeface="Times New Roman"/>
                        </a:rPr>
                        <a:t>designs</a:t>
                      </a:r>
                      <a:r>
                        <a:rPr sz="1000" spc="-5" dirty="0">
                          <a:latin typeface="Times New Roman"/>
                          <a:cs typeface="Times New Roman"/>
                        </a:rPr>
                        <a:t> </a:t>
                      </a:r>
                      <a:r>
                        <a:rPr sz="1000" dirty="0">
                          <a:latin typeface="Times New Roman"/>
                          <a:cs typeface="Times New Roman"/>
                        </a:rPr>
                        <a:t>and</a:t>
                      </a:r>
                      <a:r>
                        <a:rPr sz="1000" spc="-10" dirty="0">
                          <a:latin typeface="Times New Roman"/>
                          <a:cs typeface="Times New Roman"/>
                        </a:rPr>
                        <a:t> processes.</a:t>
                      </a:r>
                      <a:endParaRPr sz="10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
        <p:nvSpPr>
          <p:cNvPr id="11" name="TextBox 10">
            <a:extLst>
              <a:ext uri="{FF2B5EF4-FFF2-40B4-BE49-F238E27FC236}">
                <a16:creationId xmlns:a16="http://schemas.microsoft.com/office/drawing/2014/main" id="{E931992E-8C31-20D2-D660-1E1C175FB5D1}"/>
              </a:ext>
            </a:extLst>
          </p:cNvPr>
          <p:cNvSpPr txBox="1"/>
          <p:nvPr/>
        </p:nvSpPr>
        <p:spPr>
          <a:xfrm>
            <a:off x="434836" y="230406"/>
            <a:ext cx="11273459" cy="646331"/>
          </a:xfrm>
          <a:prstGeom prst="rect">
            <a:avLst/>
          </a:prstGeom>
          <a:noFill/>
        </p:spPr>
        <p:txBody>
          <a:bodyPr wrap="square">
            <a:spAutoFit/>
          </a:bodyPr>
          <a:lstStyle/>
          <a:p>
            <a:r>
              <a:rPr lang="en-US" b="1" i="1" u="sng" dirty="0">
                <a:latin typeface="Times New Roman" panose="02020603050405020304" pitchFamily="18" charset="0"/>
                <a:cs typeface="Times New Roman" panose="02020603050405020304" pitchFamily="18" charset="0"/>
              </a:rPr>
              <a:t>OPM Cybersecurity Codes Linked to the NICE </a:t>
            </a:r>
            <a:r>
              <a:rPr lang="en-US" b="1" i="1" u="sng" dirty="0" err="1">
                <a:latin typeface="Times New Roman" panose="02020603050405020304" pitchFamily="18" charset="0"/>
                <a:cs typeface="Times New Roman" panose="02020603050405020304" pitchFamily="18" charset="0"/>
              </a:rPr>
              <a:t>Cybersecurit</a:t>
            </a:r>
            <a:r>
              <a:rPr lang="en-US" b="1" i="1" u="sng" dirty="0">
                <a:latin typeface="Times New Roman" panose="02020603050405020304" pitchFamily="18" charset="0"/>
                <a:cs typeface="Times New Roman" panose="02020603050405020304" pitchFamily="18" charset="0"/>
              </a:rPr>
              <a:t> Workforce Framework </a:t>
            </a:r>
          </a:p>
          <a:p>
            <a:r>
              <a:rPr lang="en-US" b="1" i="1" u="sng" dirty="0">
                <a:latin typeface="Times New Roman" panose="02020603050405020304" pitchFamily="18" charset="0"/>
                <a:cs typeface="Times New Roman" panose="02020603050405020304" pitchFamily="18" charset="0"/>
              </a:rPr>
              <a:t>NOTE the OPM Code for the work role code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97457" y="1894691"/>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3" name="object 3"/>
          <p:cNvSpPr/>
          <p:nvPr/>
        </p:nvSpPr>
        <p:spPr>
          <a:xfrm>
            <a:off x="6097457" y="2359678"/>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sp>
        <p:nvSpPr>
          <p:cNvPr id="4" name="object 4"/>
          <p:cNvSpPr/>
          <p:nvPr/>
        </p:nvSpPr>
        <p:spPr>
          <a:xfrm>
            <a:off x="6097457" y="2822202"/>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5" name="object 5"/>
          <p:cNvSpPr/>
          <p:nvPr/>
        </p:nvSpPr>
        <p:spPr>
          <a:xfrm>
            <a:off x="6097457" y="3133388"/>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6" name="object 6"/>
          <p:cNvSpPr/>
          <p:nvPr/>
        </p:nvSpPr>
        <p:spPr>
          <a:xfrm>
            <a:off x="6097457" y="3444352"/>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7" name="object 7"/>
          <p:cNvSpPr/>
          <p:nvPr/>
        </p:nvSpPr>
        <p:spPr>
          <a:xfrm>
            <a:off x="6097457" y="3758173"/>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sp>
        <p:nvSpPr>
          <p:cNvPr id="8" name="object 8"/>
          <p:cNvSpPr/>
          <p:nvPr/>
        </p:nvSpPr>
        <p:spPr>
          <a:xfrm>
            <a:off x="6097457" y="4526392"/>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9" name="object 9"/>
          <p:cNvSpPr/>
          <p:nvPr/>
        </p:nvSpPr>
        <p:spPr>
          <a:xfrm>
            <a:off x="6097457" y="5145461"/>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graphicFrame>
        <p:nvGraphicFramePr>
          <p:cNvPr id="10" name="object 10"/>
          <p:cNvGraphicFramePr>
            <a:graphicFrameLocks noGrp="1"/>
          </p:cNvGraphicFramePr>
          <p:nvPr/>
        </p:nvGraphicFramePr>
        <p:xfrm>
          <a:off x="2664478" y="804357"/>
          <a:ext cx="6860801" cy="5453256"/>
        </p:xfrm>
        <a:graphic>
          <a:graphicData uri="http://schemas.openxmlformats.org/drawingml/2006/table">
            <a:tbl>
              <a:tblPr firstRow="1" bandRow="1">
                <a:tableStyleId>{2D5ABB26-0587-4C30-8999-92F81FD0307C}</a:tableStyleId>
              </a:tblPr>
              <a:tblGrid>
                <a:gridCol w="782171">
                  <a:extLst>
                    <a:ext uri="{9D8B030D-6E8A-4147-A177-3AD203B41FA5}">
                      <a16:colId xmlns:a16="http://schemas.microsoft.com/office/drawing/2014/main" val="20000"/>
                    </a:ext>
                  </a:extLst>
                </a:gridCol>
                <a:gridCol w="1065119">
                  <a:extLst>
                    <a:ext uri="{9D8B030D-6E8A-4147-A177-3AD203B41FA5}">
                      <a16:colId xmlns:a16="http://schemas.microsoft.com/office/drawing/2014/main" val="20001"/>
                    </a:ext>
                  </a:extLst>
                </a:gridCol>
                <a:gridCol w="1474133">
                  <a:extLst>
                    <a:ext uri="{9D8B030D-6E8A-4147-A177-3AD203B41FA5}">
                      <a16:colId xmlns:a16="http://schemas.microsoft.com/office/drawing/2014/main" val="20002"/>
                    </a:ext>
                  </a:extLst>
                </a:gridCol>
                <a:gridCol w="409015">
                  <a:extLst>
                    <a:ext uri="{9D8B030D-6E8A-4147-A177-3AD203B41FA5}">
                      <a16:colId xmlns:a16="http://schemas.microsoft.com/office/drawing/2014/main" val="20003"/>
                    </a:ext>
                  </a:extLst>
                </a:gridCol>
                <a:gridCol w="3130363">
                  <a:extLst>
                    <a:ext uri="{9D8B030D-6E8A-4147-A177-3AD203B41FA5}">
                      <a16:colId xmlns:a16="http://schemas.microsoft.com/office/drawing/2014/main" val="20004"/>
                    </a:ext>
                  </a:extLst>
                </a:gridCol>
              </a:tblGrid>
              <a:tr h="316566">
                <a:tc>
                  <a:txBody>
                    <a:bodyPr/>
                    <a:lstStyle/>
                    <a:p>
                      <a:pPr marL="167640">
                        <a:lnSpc>
                          <a:spcPts val="1295"/>
                        </a:lnSpc>
                      </a:pPr>
                      <a:r>
                        <a:rPr sz="1000" b="1" spc="-10" dirty="0">
                          <a:solidFill>
                            <a:srgbClr val="FFFFFF"/>
                          </a:solidFill>
                          <a:latin typeface="Times New Roman"/>
                          <a:cs typeface="Times New Roman"/>
                        </a:rPr>
                        <a:t>Category</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R="158115" algn="r">
                        <a:lnSpc>
                          <a:spcPts val="1295"/>
                        </a:lnSpc>
                      </a:pPr>
                      <a:r>
                        <a:rPr sz="1000" b="1" dirty="0">
                          <a:solidFill>
                            <a:srgbClr val="FFFFFF"/>
                          </a:solidFill>
                          <a:latin typeface="Times New Roman"/>
                          <a:cs typeface="Times New Roman"/>
                        </a:rPr>
                        <a:t>Specialty</a:t>
                      </a:r>
                      <a:r>
                        <a:rPr sz="1000" b="1" spc="-35" dirty="0">
                          <a:solidFill>
                            <a:srgbClr val="FFFFFF"/>
                          </a:solidFill>
                          <a:latin typeface="Times New Roman"/>
                          <a:cs typeface="Times New Roman"/>
                        </a:rPr>
                        <a:t> </a:t>
                      </a:r>
                      <a:r>
                        <a:rPr sz="1000" b="1" spc="-20" dirty="0">
                          <a:solidFill>
                            <a:srgbClr val="FFFFFF"/>
                          </a:solidFill>
                          <a:latin typeface="Times New Roman"/>
                          <a:cs typeface="Times New Roman"/>
                        </a:rPr>
                        <a:t>Area</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504825">
                        <a:lnSpc>
                          <a:spcPts val="1295"/>
                        </a:lnSpc>
                      </a:pPr>
                      <a:r>
                        <a:rPr sz="1000" b="1" dirty="0">
                          <a:solidFill>
                            <a:srgbClr val="FFFFFF"/>
                          </a:solidFill>
                          <a:latin typeface="Times New Roman"/>
                          <a:cs typeface="Times New Roman"/>
                        </a:rPr>
                        <a:t>Work</a:t>
                      </a:r>
                      <a:r>
                        <a:rPr sz="1000" b="1" spc="-15" dirty="0">
                          <a:solidFill>
                            <a:srgbClr val="FFFFFF"/>
                          </a:solidFill>
                          <a:latin typeface="Times New Roman"/>
                          <a:cs typeface="Times New Roman"/>
                        </a:rPr>
                        <a:t> </a:t>
                      </a:r>
                      <a:r>
                        <a:rPr sz="1000" b="1" spc="-20" dirty="0">
                          <a:solidFill>
                            <a:srgbClr val="FFFFFF"/>
                          </a:solidFill>
                          <a:latin typeface="Times New Roman"/>
                          <a:cs typeface="Times New Roman"/>
                        </a:rPr>
                        <a:t>Role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66675">
                        <a:lnSpc>
                          <a:spcPts val="1295"/>
                        </a:lnSpc>
                      </a:pPr>
                      <a:r>
                        <a:rPr sz="1000" b="1" spc="-25" dirty="0">
                          <a:solidFill>
                            <a:srgbClr val="FFFFFF"/>
                          </a:solidFill>
                          <a:latin typeface="Times New Roman"/>
                          <a:cs typeface="Times New Roman"/>
                        </a:rPr>
                        <a:t>OPM</a:t>
                      </a:r>
                      <a:endParaRPr sz="1000">
                        <a:latin typeface="Times New Roman"/>
                        <a:cs typeface="Times New Roman"/>
                      </a:endParaRPr>
                    </a:p>
                    <a:p>
                      <a:pPr marL="73025">
                        <a:lnSpc>
                          <a:spcPct val="100000"/>
                        </a:lnSpc>
                        <a:spcBef>
                          <a:spcPts val="55"/>
                        </a:spcBef>
                      </a:pPr>
                      <a:r>
                        <a:rPr sz="1000" b="1" spc="-20" dirty="0">
                          <a:solidFill>
                            <a:srgbClr val="FFFFFF"/>
                          </a:solidFill>
                          <a:latin typeface="Times New Roman"/>
                          <a:cs typeface="Times New Roman"/>
                        </a:rPr>
                        <a:t>Code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1079500">
                        <a:lnSpc>
                          <a:spcPts val="1295"/>
                        </a:lnSpc>
                      </a:pPr>
                      <a:r>
                        <a:rPr sz="1000" b="1" dirty="0">
                          <a:solidFill>
                            <a:srgbClr val="FFFFFF"/>
                          </a:solidFill>
                          <a:latin typeface="Times New Roman"/>
                          <a:cs typeface="Times New Roman"/>
                        </a:rPr>
                        <a:t>Work</a:t>
                      </a:r>
                      <a:r>
                        <a:rPr sz="1000" b="1" spc="-25" dirty="0">
                          <a:solidFill>
                            <a:srgbClr val="FFFFFF"/>
                          </a:solidFill>
                          <a:latin typeface="Times New Roman"/>
                          <a:cs typeface="Times New Roman"/>
                        </a:rPr>
                        <a:t> </a:t>
                      </a:r>
                      <a:r>
                        <a:rPr sz="1000" b="1" dirty="0">
                          <a:solidFill>
                            <a:srgbClr val="FFFFFF"/>
                          </a:solidFill>
                          <a:latin typeface="Times New Roman"/>
                          <a:cs typeface="Times New Roman"/>
                        </a:rPr>
                        <a:t>Role</a:t>
                      </a:r>
                      <a:r>
                        <a:rPr sz="1000" b="1" spc="5" dirty="0">
                          <a:solidFill>
                            <a:srgbClr val="FFFFFF"/>
                          </a:solidFill>
                          <a:latin typeface="Times New Roman"/>
                          <a:cs typeface="Times New Roman"/>
                        </a:rPr>
                        <a:t> </a:t>
                      </a:r>
                      <a:r>
                        <a:rPr sz="1000" b="1" spc="-10" dirty="0">
                          <a:solidFill>
                            <a:srgbClr val="FFFFFF"/>
                          </a:solidFill>
                          <a:latin typeface="Times New Roman"/>
                          <a:cs typeface="Times New Roman"/>
                        </a:rPr>
                        <a:t>Description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extLst>
                  <a:ext uri="{0D108BD9-81ED-4DB2-BD59-A6C34878D82A}">
                    <a16:rowId xmlns:a16="http://schemas.microsoft.com/office/drawing/2014/main" val="10000"/>
                  </a:ext>
                </a:extLst>
              </a:tr>
              <a:tr h="767603">
                <a:tc rowSpan="5">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130175" algn="r">
                        <a:lnSpc>
                          <a:spcPts val="1245"/>
                        </a:lnSpc>
                      </a:pPr>
                      <a:r>
                        <a:rPr sz="1000" dirty="0">
                          <a:latin typeface="Times New Roman"/>
                          <a:cs typeface="Times New Roman"/>
                        </a:rPr>
                        <a:t>Technology</a:t>
                      </a:r>
                      <a:r>
                        <a:rPr sz="1000" spc="-30" dirty="0">
                          <a:latin typeface="Times New Roman"/>
                          <a:cs typeface="Times New Roman"/>
                        </a:rPr>
                        <a:t> </a:t>
                      </a:r>
                      <a:r>
                        <a:rPr sz="1000" spc="-25" dirty="0">
                          <a:latin typeface="Times New Roman"/>
                          <a:cs typeface="Times New Roman"/>
                        </a:rPr>
                        <a:t>R&amp;D</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45"/>
                        </a:lnSpc>
                      </a:pPr>
                      <a:r>
                        <a:rPr sz="1000" dirty="0">
                          <a:latin typeface="Times New Roman"/>
                          <a:cs typeface="Times New Roman"/>
                        </a:rPr>
                        <a:t>Research</a:t>
                      </a:r>
                      <a:r>
                        <a:rPr sz="1000" spc="-45" dirty="0">
                          <a:latin typeface="Times New Roman"/>
                          <a:cs typeface="Times New Roman"/>
                        </a:rPr>
                        <a:t> </a:t>
                      </a:r>
                      <a:r>
                        <a:rPr sz="1000" dirty="0">
                          <a:latin typeface="Times New Roman"/>
                          <a:cs typeface="Times New Roman"/>
                        </a:rPr>
                        <a:t>&amp;</a:t>
                      </a:r>
                      <a:r>
                        <a:rPr sz="1000" spc="-20" dirty="0">
                          <a:latin typeface="Times New Roman"/>
                          <a:cs typeface="Times New Roman"/>
                        </a:rPr>
                        <a:t> </a:t>
                      </a:r>
                      <a:r>
                        <a:rPr sz="1000" spc="-10" dirty="0">
                          <a:latin typeface="Times New Roman"/>
                          <a:cs typeface="Times New Roman"/>
                        </a:rPr>
                        <a:t>Development</a:t>
                      </a:r>
                      <a:endParaRPr sz="1000">
                        <a:latin typeface="Times New Roman"/>
                        <a:cs typeface="Times New Roman"/>
                      </a:endParaRPr>
                    </a:p>
                    <a:p>
                      <a:pPr marL="69215">
                        <a:lnSpc>
                          <a:spcPct val="100000"/>
                        </a:lnSpc>
                        <a:spcBef>
                          <a:spcPts val="55"/>
                        </a:spcBef>
                      </a:pPr>
                      <a:r>
                        <a:rPr sz="1000" spc="-10" dirty="0">
                          <a:latin typeface="Times New Roman"/>
                          <a:cs typeface="Times New Roman"/>
                        </a:rPr>
                        <a:t>Specialist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45"/>
                        </a:lnSpc>
                      </a:pPr>
                      <a:r>
                        <a:rPr sz="1000" spc="-25" dirty="0">
                          <a:latin typeface="Times New Roman"/>
                          <a:cs typeface="Times New Roman"/>
                        </a:rPr>
                        <a:t>661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45"/>
                        </a:lnSpc>
                      </a:pPr>
                      <a:r>
                        <a:rPr sz="1000" dirty="0">
                          <a:latin typeface="Times New Roman"/>
                          <a:cs typeface="Times New Roman"/>
                        </a:rPr>
                        <a:t>Conducts</a:t>
                      </a:r>
                      <a:r>
                        <a:rPr sz="1000" spc="-5" dirty="0">
                          <a:latin typeface="Times New Roman"/>
                          <a:cs typeface="Times New Roman"/>
                        </a:rPr>
                        <a:t> </a:t>
                      </a:r>
                      <a:r>
                        <a:rPr sz="1000" dirty="0">
                          <a:latin typeface="Times New Roman"/>
                          <a:cs typeface="Times New Roman"/>
                        </a:rPr>
                        <a:t>software</a:t>
                      </a:r>
                      <a:r>
                        <a:rPr sz="1000" spc="-20" dirty="0">
                          <a:latin typeface="Times New Roman"/>
                          <a:cs typeface="Times New Roman"/>
                        </a:rPr>
                        <a:t> </a:t>
                      </a:r>
                      <a:r>
                        <a:rPr sz="1000" dirty="0">
                          <a:latin typeface="Times New Roman"/>
                          <a:cs typeface="Times New Roman"/>
                        </a:rPr>
                        <a:t>and</a:t>
                      </a:r>
                      <a:r>
                        <a:rPr sz="1000" spc="-30" dirty="0">
                          <a:latin typeface="Times New Roman"/>
                          <a:cs typeface="Times New Roman"/>
                        </a:rPr>
                        <a:t> </a:t>
                      </a:r>
                      <a:r>
                        <a:rPr sz="1000" dirty="0">
                          <a:latin typeface="Times New Roman"/>
                          <a:cs typeface="Times New Roman"/>
                        </a:rPr>
                        <a:t>systems</a:t>
                      </a:r>
                      <a:r>
                        <a:rPr sz="1000" spc="15" dirty="0">
                          <a:latin typeface="Times New Roman"/>
                          <a:cs typeface="Times New Roman"/>
                        </a:rPr>
                        <a:t> </a:t>
                      </a:r>
                      <a:r>
                        <a:rPr sz="1000" dirty="0">
                          <a:latin typeface="Times New Roman"/>
                          <a:cs typeface="Times New Roman"/>
                        </a:rPr>
                        <a:t>engineering</a:t>
                      </a:r>
                      <a:r>
                        <a:rPr sz="1000" spc="-35" dirty="0">
                          <a:latin typeface="Times New Roman"/>
                          <a:cs typeface="Times New Roman"/>
                        </a:rPr>
                        <a:t> </a:t>
                      </a:r>
                      <a:r>
                        <a:rPr sz="1000" dirty="0">
                          <a:latin typeface="Times New Roman"/>
                          <a:cs typeface="Times New Roman"/>
                        </a:rPr>
                        <a:t>and</a:t>
                      </a:r>
                      <a:r>
                        <a:rPr sz="1000" spc="-30" dirty="0">
                          <a:latin typeface="Times New Roman"/>
                          <a:cs typeface="Times New Roman"/>
                        </a:rPr>
                        <a:t> </a:t>
                      </a:r>
                      <a:r>
                        <a:rPr sz="1000" spc="-10" dirty="0">
                          <a:latin typeface="Times New Roman"/>
                          <a:cs typeface="Times New Roman"/>
                        </a:rPr>
                        <a:t>software</a:t>
                      </a:r>
                      <a:endParaRPr sz="1000">
                        <a:latin typeface="Times New Roman"/>
                        <a:cs typeface="Times New Roman"/>
                      </a:endParaRPr>
                    </a:p>
                    <a:p>
                      <a:pPr marL="66675" marR="306705">
                        <a:lnSpc>
                          <a:spcPct val="103000"/>
                        </a:lnSpc>
                        <a:spcBef>
                          <a:spcPts val="15"/>
                        </a:spcBef>
                      </a:pPr>
                      <a:r>
                        <a:rPr sz="1000" dirty="0">
                          <a:latin typeface="Times New Roman"/>
                          <a:cs typeface="Times New Roman"/>
                        </a:rPr>
                        <a:t>systems</a:t>
                      </a:r>
                      <a:r>
                        <a:rPr sz="1000" spc="-5" dirty="0">
                          <a:latin typeface="Times New Roman"/>
                          <a:cs typeface="Times New Roman"/>
                        </a:rPr>
                        <a:t> </a:t>
                      </a:r>
                      <a:r>
                        <a:rPr sz="1000" dirty="0">
                          <a:latin typeface="Times New Roman"/>
                          <a:cs typeface="Times New Roman"/>
                        </a:rPr>
                        <a:t>research</a:t>
                      </a:r>
                      <a:r>
                        <a:rPr sz="1000" spc="-35" dirty="0">
                          <a:latin typeface="Times New Roman"/>
                          <a:cs typeface="Times New Roman"/>
                        </a:rPr>
                        <a:t> </a:t>
                      </a:r>
                      <a:r>
                        <a:rPr sz="1000" dirty="0">
                          <a:latin typeface="Times New Roman"/>
                          <a:cs typeface="Times New Roman"/>
                        </a:rPr>
                        <a:t>in</a:t>
                      </a:r>
                      <a:r>
                        <a:rPr sz="1000" spc="-10" dirty="0">
                          <a:latin typeface="Times New Roman"/>
                          <a:cs typeface="Times New Roman"/>
                        </a:rPr>
                        <a:t> </a:t>
                      </a:r>
                      <a:r>
                        <a:rPr sz="1000" dirty="0">
                          <a:latin typeface="Times New Roman"/>
                          <a:cs typeface="Times New Roman"/>
                        </a:rPr>
                        <a:t>order to</a:t>
                      </a:r>
                      <a:r>
                        <a:rPr sz="1000" spc="-10" dirty="0">
                          <a:latin typeface="Times New Roman"/>
                          <a:cs typeface="Times New Roman"/>
                        </a:rPr>
                        <a:t> </a:t>
                      </a:r>
                      <a:r>
                        <a:rPr sz="1000" dirty="0">
                          <a:latin typeface="Times New Roman"/>
                          <a:cs typeface="Times New Roman"/>
                        </a:rPr>
                        <a:t>develop</a:t>
                      </a:r>
                      <a:r>
                        <a:rPr sz="1000" spc="-10" dirty="0">
                          <a:latin typeface="Times New Roman"/>
                          <a:cs typeface="Times New Roman"/>
                        </a:rPr>
                        <a:t> </a:t>
                      </a:r>
                      <a:r>
                        <a:rPr sz="1000" dirty="0">
                          <a:latin typeface="Times New Roman"/>
                          <a:cs typeface="Times New Roman"/>
                        </a:rPr>
                        <a:t>new</a:t>
                      </a:r>
                      <a:r>
                        <a:rPr sz="1000" spc="-25" dirty="0">
                          <a:latin typeface="Times New Roman"/>
                          <a:cs typeface="Times New Roman"/>
                        </a:rPr>
                        <a:t> </a:t>
                      </a:r>
                      <a:r>
                        <a:rPr sz="1000" spc="-10" dirty="0">
                          <a:latin typeface="Times New Roman"/>
                          <a:cs typeface="Times New Roman"/>
                        </a:rPr>
                        <a:t>capabilities, </a:t>
                      </a:r>
                      <a:r>
                        <a:rPr sz="1000" dirty="0">
                          <a:latin typeface="Times New Roman"/>
                          <a:cs typeface="Times New Roman"/>
                        </a:rPr>
                        <a:t>ensuring</a:t>
                      </a:r>
                      <a:r>
                        <a:rPr sz="1000" spc="-40" dirty="0">
                          <a:latin typeface="Times New Roman"/>
                          <a:cs typeface="Times New Roman"/>
                        </a:rPr>
                        <a:t> </a:t>
                      </a:r>
                      <a:r>
                        <a:rPr sz="1000" dirty="0">
                          <a:latin typeface="Times New Roman"/>
                          <a:cs typeface="Times New Roman"/>
                        </a:rPr>
                        <a:t>cybersecurity</a:t>
                      </a:r>
                      <a:r>
                        <a:rPr sz="1000" spc="-40" dirty="0">
                          <a:latin typeface="Times New Roman"/>
                          <a:cs typeface="Times New Roman"/>
                        </a:rPr>
                        <a:t> </a:t>
                      </a:r>
                      <a:r>
                        <a:rPr sz="1000" dirty="0">
                          <a:latin typeface="Times New Roman"/>
                          <a:cs typeface="Times New Roman"/>
                        </a:rPr>
                        <a:t>is</a:t>
                      </a:r>
                      <a:r>
                        <a:rPr sz="1000" spc="10" dirty="0">
                          <a:latin typeface="Times New Roman"/>
                          <a:cs typeface="Times New Roman"/>
                        </a:rPr>
                        <a:t> </a:t>
                      </a:r>
                      <a:r>
                        <a:rPr sz="1000" dirty="0">
                          <a:latin typeface="Times New Roman"/>
                          <a:cs typeface="Times New Roman"/>
                        </a:rPr>
                        <a:t>fully</a:t>
                      </a:r>
                      <a:r>
                        <a:rPr sz="1000" spc="-40" dirty="0">
                          <a:latin typeface="Times New Roman"/>
                          <a:cs typeface="Times New Roman"/>
                        </a:rPr>
                        <a:t> </a:t>
                      </a:r>
                      <a:r>
                        <a:rPr sz="1000" dirty="0">
                          <a:latin typeface="Times New Roman"/>
                          <a:cs typeface="Times New Roman"/>
                        </a:rPr>
                        <a:t>integrated.</a:t>
                      </a:r>
                      <a:r>
                        <a:rPr sz="1000" spc="-5" dirty="0">
                          <a:latin typeface="Times New Roman"/>
                          <a:cs typeface="Times New Roman"/>
                        </a:rPr>
                        <a:t> </a:t>
                      </a:r>
                      <a:r>
                        <a:rPr sz="1000" spc="-10" dirty="0">
                          <a:latin typeface="Times New Roman"/>
                          <a:cs typeface="Times New Roman"/>
                        </a:rPr>
                        <a:t>Conducts </a:t>
                      </a:r>
                      <a:r>
                        <a:rPr sz="1000" dirty="0">
                          <a:latin typeface="Times New Roman"/>
                          <a:cs typeface="Times New Roman"/>
                        </a:rPr>
                        <a:t>comprehensive technology</a:t>
                      </a:r>
                      <a:r>
                        <a:rPr sz="1000" spc="-40" dirty="0">
                          <a:latin typeface="Times New Roman"/>
                          <a:cs typeface="Times New Roman"/>
                        </a:rPr>
                        <a:t> </a:t>
                      </a:r>
                      <a:r>
                        <a:rPr sz="1000" dirty="0">
                          <a:latin typeface="Times New Roman"/>
                          <a:cs typeface="Times New Roman"/>
                        </a:rPr>
                        <a:t>research</a:t>
                      </a:r>
                      <a:r>
                        <a:rPr sz="1000" spc="-15" dirty="0">
                          <a:latin typeface="Times New Roman"/>
                          <a:cs typeface="Times New Roman"/>
                        </a:rPr>
                        <a:t> </a:t>
                      </a:r>
                      <a:r>
                        <a:rPr sz="1000" dirty="0">
                          <a:latin typeface="Times New Roman"/>
                          <a:cs typeface="Times New Roman"/>
                        </a:rPr>
                        <a:t>to</a:t>
                      </a:r>
                      <a:r>
                        <a:rPr sz="1000" spc="-35" dirty="0">
                          <a:latin typeface="Times New Roman"/>
                          <a:cs typeface="Times New Roman"/>
                        </a:rPr>
                        <a:t> </a:t>
                      </a:r>
                      <a:r>
                        <a:rPr sz="1000" dirty="0">
                          <a:latin typeface="Times New Roman"/>
                          <a:cs typeface="Times New Roman"/>
                        </a:rPr>
                        <a:t>evaluate </a:t>
                      </a:r>
                      <a:r>
                        <a:rPr sz="1000" spc="-10" dirty="0">
                          <a:latin typeface="Times New Roman"/>
                          <a:cs typeface="Times New Roman"/>
                        </a:rPr>
                        <a:t>potential </a:t>
                      </a:r>
                      <a:r>
                        <a:rPr sz="1000" dirty="0">
                          <a:latin typeface="Times New Roman"/>
                          <a:cs typeface="Times New Roman"/>
                        </a:rPr>
                        <a:t>vulnerabilities</a:t>
                      </a:r>
                      <a:r>
                        <a:rPr sz="1000" spc="-20" dirty="0">
                          <a:latin typeface="Times New Roman"/>
                          <a:cs typeface="Times New Roman"/>
                        </a:rPr>
                        <a:t> </a:t>
                      </a:r>
                      <a:r>
                        <a:rPr sz="1000" dirty="0">
                          <a:latin typeface="Times New Roman"/>
                          <a:cs typeface="Times New Roman"/>
                        </a:rPr>
                        <a:t>in</a:t>
                      </a:r>
                      <a:r>
                        <a:rPr sz="1000" spc="-25" dirty="0">
                          <a:latin typeface="Times New Roman"/>
                          <a:cs typeface="Times New Roman"/>
                        </a:rPr>
                        <a:t> </a:t>
                      </a:r>
                      <a:r>
                        <a:rPr sz="1000" dirty="0">
                          <a:latin typeface="Times New Roman"/>
                          <a:cs typeface="Times New Roman"/>
                        </a:rPr>
                        <a:t>cyberspace</a:t>
                      </a:r>
                      <a:r>
                        <a:rPr sz="1000" spc="-10" dirty="0">
                          <a:latin typeface="Times New Roman"/>
                          <a:cs typeface="Times New Roman"/>
                        </a:rPr>
                        <a:t> systems.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650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spc="-10" dirty="0">
                          <a:latin typeface="Times New Roman"/>
                          <a:cs typeface="Times New Roman"/>
                        </a:rPr>
                        <a:t>Systems</a:t>
                      </a:r>
                      <a:endParaRPr sz="1000">
                        <a:latin typeface="Times New Roman"/>
                        <a:cs typeface="Times New Roman"/>
                      </a:endParaRPr>
                    </a:p>
                    <a:p>
                      <a:pPr marL="66675" marR="360680">
                        <a:lnSpc>
                          <a:spcPts val="1380"/>
                        </a:lnSpc>
                        <a:spcBef>
                          <a:spcPts val="20"/>
                        </a:spcBef>
                      </a:pPr>
                      <a:r>
                        <a:rPr sz="1000" spc="-10" dirty="0">
                          <a:latin typeface="Times New Roman"/>
                          <a:cs typeface="Times New Roman"/>
                        </a:rPr>
                        <a:t>Requirements Planning</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Systems</a:t>
                      </a:r>
                      <a:r>
                        <a:rPr sz="1000" spc="-35" dirty="0">
                          <a:latin typeface="Times New Roman"/>
                          <a:cs typeface="Times New Roman"/>
                        </a:rPr>
                        <a:t> </a:t>
                      </a:r>
                      <a:r>
                        <a:rPr sz="1000" spc="-10" dirty="0">
                          <a:latin typeface="Times New Roman"/>
                          <a:cs typeface="Times New Roman"/>
                        </a:rPr>
                        <a:t>Requirements</a:t>
                      </a:r>
                      <a:endParaRPr sz="1000">
                        <a:latin typeface="Times New Roman"/>
                        <a:cs typeface="Times New Roman"/>
                      </a:endParaRPr>
                    </a:p>
                    <a:p>
                      <a:pPr marL="69215">
                        <a:lnSpc>
                          <a:spcPct val="100000"/>
                        </a:lnSpc>
                        <a:spcBef>
                          <a:spcPts val="30"/>
                        </a:spcBef>
                      </a:pPr>
                      <a:r>
                        <a:rPr sz="1000" spc="-10" dirty="0">
                          <a:latin typeface="Times New Roman"/>
                          <a:cs typeface="Times New Roman"/>
                        </a:rPr>
                        <a:t>Planner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641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Consults</a:t>
                      </a:r>
                      <a:r>
                        <a:rPr sz="1000" spc="5" dirty="0">
                          <a:latin typeface="Times New Roman"/>
                          <a:cs typeface="Times New Roman"/>
                        </a:rPr>
                        <a:t> </a:t>
                      </a:r>
                      <a:r>
                        <a:rPr sz="1000" dirty="0">
                          <a:latin typeface="Times New Roman"/>
                          <a:cs typeface="Times New Roman"/>
                        </a:rPr>
                        <a:t>with</a:t>
                      </a:r>
                      <a:r>
                        <a:rPr sz="1000" spc="-15" dirty="0">
                          <a:latin typeface="Times New Roman"/>
                          <a:cs typeface="Times New Roman"/>
                        </a:rPr>
                        <a:t> </a:t>
                      </a:r>
                      <a:r>
                        <a:rPr sz="1000" dirty="0">
                          <a:latin typeface="Times New Roman"/>
                          <a:cs typeface="Times New Roman"/>
                        </a:rPr>
                        <a:t>customers</a:t>
                      </a:r>
                      <a:r>
                        <a:rPr sz="1000" spc="-10" dirty="0">
                          <a:latin typeface="Times New Roman"/>
                          <a:cs typeface="Times New Roman"/>
                        </a:rPr>
                        <a:t> </a:t>
                      </a:r>
                      <a:r>
                        <a:rPr sz="1000" dirty="0">
                          <a:latin typeface="Times New Roman"/>
                          <a:cs typeface="Times New Roman"/>
                        </a:rPr>
                        <a:t>to</a:t>
                      </a:r>
                      <a:r>
                        <a:rPr sz="1000" spc="-40" dirty="0">
                          <a:latin typeface="Times New Roman"/>
                          <a:cs typeface="Times New Roman"/>
                        </a:rPr>
                        <a:t> </a:t>
                      </a:r>
                      <a:r>
                        <a:rPr sz="1000" dirty="0">
                          <a:latin typeface="Times New Roman"/>
                          <a:cs typeface="Times New Roman"/>
                        </a:rPr>
                        <a:t>evaluate</a:t>
                      </a:r>
                      <a:r>
                        <a:rPr sz="1000" spc="-25" dirty="0">
                          <a:latin typeface="Times New Roman"/>
                          <a:cs typeface="Times New Roman"/>
                        </a:rPr>
                        <a:t> </a:t>
                      </a:r>
                      <a:r>
                        <a:rPr sz="1000" dirty="0">
                          <a:latin typeface="Times New Roman"/>
                          <a:cs typeface="Times New Roman"/>
                        </a:rPr>
                        <a:t>functional</a:t>
                      </a:r>
                      <a:r>
                        <a:rPr sz="1000" spc="-20" dirty="0">
                          <a:latin typeface="Times New Roman"/>
                          <a:cs typeface="Times New Roman"/>
                        </a:rPr>
                        <a:t> </a:t>
                      </a:r>
                      <a:r>
                        <a:rPr sz="1000" spc="-10" dirty="0">
                          <a:latin typeface="Times New Roman"/>
                          <a:cs typeface="Times New Roman"/>
                        </a:rPr>
                        <a:t>requirements</a:t>
                      </a:r>
                      <a:endParaRPr sz="1000">
                        <a:latin typeface="Times New Roman"/>
                        <a:cs typeface="Times New Roman"/>
                      </a:endParaRPr>
                    </a:p>
                    <a:p>
                      <a:pPr marL="66675" marR="611505">
                        <a:lnSpc>
                          <a:spcPts val="1380"/>
                        </a:lnSpc>
                        <a:spcBef>
                          <a:spcPts val="20"/>
                        </a:spcBef>
                      </a:pPr>
                      <a:r>
                        <a:rPr sz="1000" dirty="0">
                          <a:latin typeface="Times New Roman"/>
                          <a:cs typeface="Times New Roman"/>
                        </a:rPr>
                        <a:t>and</a:t>
                      </a:r>
                      <a:r>
                        <a:rPr sz="1000" spc="-35" dirty="0">
                          <a:latin typeface="Times New Roman"/>
                          <a:cs typeface="Times New Roman"/>
                        </a:rPr>
                        <a:t> </a:t>
                      </a:r>
                      <a:r>
                        <a:rPr sz="1000" dirty="0">
                          <a:latin typeface="Times New Roman"/>
                          <a:cs typeface="Times New Roman"/>
                        </a:rPr>
                        <a:t>translate</a:t>
                      </a:r>
                      <a:r>
                        <a:rPr sz="1000" spc="-15" dirty="0">
                          <a:latin typeface="Times New Roman"/>
                          <a:cs typeface="Times New Roman"/>
                        </a:rPr>
                        <a:t> </a:t>
                      </a:r>
                      <a:r>
                        <a:rPr sz="1000" dirty="0">
                          <a:latin typeface="Times New Roman"/>
                          <a:cs typeface="Times New Roman"/>
                        </a:rPr>
                        <a:t>functional</a:t>
                      </a:r>
                      <a:r>
                        <a:rPr sz="1000" spc="-10" dirty="0">
                          <a:latin typeface="Times New Roman"/>
                          <a:cs typeface="Times New Roman"/>
                        </a:rPr>
                        <a:t> </a:t>
                      </a:r>
                      <a:r>
                        <a:rPr sz="1000" dirty="0">
                          <a:latin typeface="Times New Roman"/>
                          <a:cs typeface="Times New Roman"/>
                        </a:rPr>
                        <a:t>requirements into</a:t>
                      </a:r>
                      <a:r>
                        <a:rPr sz="1000" spc="-30" dirty="0">
                          <a:latin typeface="Times New Roman"/>
                          <a:cs typeface="Times New Roman"/>
                        </a:rPr>
                        <a:t> </a:t>
                      </a:r>
                      <a:r>
                        <a:rPr sz="1000" spc="-10" dirty="0">
                          <a:latin typeface="Times New Roman"/>
                          <a:cs typeface="Times New Roman"/>
                        </a:rPr>
                        <a:t>technical solutions.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622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Test</a:t>
                      </a:r>
                      <a:r>
                        <a:rPr sz="1000" spc="-25" dirty="0">
                          <a:latin typeface="Times New Roman"/>
                          <a:cs typeface="Times New Roman"/>
                        </a:rPr>
                        <a:t> and</a:t>
                      </a:r>
                      <a:endParaRPr sz="1000">
                        <a:latin typeface="Times New Roman"/>
                        <a:cs typeface="Times New Roman"/>
                      </a:endParaRPr>
                    </a:p>
                    <a:p>
                      <a:pPr marL="66675">
                        <a:lnSpc>
                          <a:spcPct val="100000"/>
                        </a:lnSpc>
                        <a:spcBef>
                          <a:spcPts val="30"/>
                        </a:spcBef>
                      </a:pPr>
                      <a:r>
                        <a:rPr sz="1000" spc="-10" dirty="0">
                          <a:latin typeface="Times New Roman"/>
                          <a:cs typeface="Times New Roman"/>
                        </a:rPr>
                        <a:t>Evaluation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System</a:t>
                      </a:r>
                      <a:r>
                        <a:rPr sz="1000" spc="-30" dirty="0">
                          <a:latin typeface="Times New Roman"/>
                          <a:cs typeface="Times New Roman"/>
                        </a:rPr>
                        <a:t> </a:t>
                      </a:r>
                      <a:r>
                        <a:rPr sz="1000" dirty="0">
                          <a:latin typeface="Times New Roman"/>
                          <a:cs typeface="Times New Roman"/>
                        </a:rPr>
                        <a:t>Testing</a:t>
                      </a:r>
                      <a:r>
                        <a:rPr sz="1000" spc="-20" dirty="0">
                          <a:latin typeface="Times New Roman"/>
                          <a:cs typeface="Times New Roman"/>
                        </a:rPr>
                        <a:t> </a:t>
                      </a:r>
                      <a:r>
                        <a:rPr sz="1000" spc="-25" dirty="0">
                          <a:latin typeface="Times New Roman"/>
                          <a:cs typeface="Times New Roman"/>
                        </a:rPr>
                        <a:t>and</a:t>
                      </a:r>
                      <a:endParaRPr sz="1000">
                        <a:latin typeface="Times New Roman"/>
                        <a:cs typeface="Times New Roman"/>
                      </a:endParaRPr>
                    </a:p>
                    <a:p>
                      <a:pPr marL="69215">
                        <a:lnSpc>
                          <a:spcPct val="100000"/>
                        </a:lnSpc>
                        <a:spcBef>
                          <a:spcPts val="30"/>
                        </a:spcBef>
                      </a:pPr>
                      <a:r>
                        <a:rPr sz="1000" dirty="0">
                          <a:latin typeface="Times New Roman"/>
                          <a:cs typeface="Times New Roman"/>
                        </a:rPr>
                        <a:t>Evaluation</a:t>
                      </a:r>
                      <a:r>
                        <a:rPr sz="1000" spc="-50" dirty="0">
                          <a:latin typeface="Times New Roman"/>
                          <a:cs typeface="Times New Roman"/>
                        </a:rPr>
                        <a:t> </a:t>
                      </a:r>
                      <a:r>
                        <a:rPr sz="1000" spc="-10" dirty="0">
                          <a:latin typeface="Times New Roman"/>
                          <a:cs typeface="Times New Roman"/>
                        </a:rPr>
                        <a:t>Specialist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671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Plans,</a:t>
                      </a:r>
                      <a:r>
                        <a:rPr sz="1000" spc="5" dirty="0">
                          <a:latin typeface="Times New Roman"/>
                          <a:cs typeface="Times New Roman"/>
                        </a:rPr>
                        <a:t> </a:t>
                      </a:r>
                      <a:r>
                        <a:rPr sz="1000" dirty="0">
                          <a:latin typeface="Times New Roman"/>
                          <a:cs typeface="Times New Roman"/>
                        </a:rPr>
                        <a:t>prepares,</a:t>
                      </a:r>
                      <a:r>
                        <a:rPr sz="1000" spc="-10"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executes</a:t>
                      </a:r>
                      <a:r>
                        <a:rPr sz="1000" spc="5" dirty="0">
                          <a:latin typeface="Times New Roman"/>
                          <a:cs typeface="Times New Roman"/>
                        </a:rPr>
                        <a:t> </a:t>
                      </a:r>
                      <a:r>
                        <a:rPr sz="1000" dirty="0">
                          <a:latin typeface="Times New Roman"/>
                          <a:cs typeface="Times New Roman"/>
                        </a:rPr>
                        <a:t>tests</a:t>
                      </a:r>
                      <a:r>
                        <a:rPr sz="1000" spc="10" dirty="0">
                          <a:latin typeface="Times New Roman"/>
                          <a:cs typeface="Times New Roman"/>
                        </a:rPr>
                        <a:t> </a:t>
                      </a:r>
                      <a:r>
                        <a:rPr sz="1000" dirty="0">
                          <a:latin typeface="Times New Roman"/>
                          <a:cs typeface="Times New Roman"/>
                        </a:rPr>
                        <a:t>of</a:t>
                      </a:r>
                      <a:r>
                        <a:rPr sz="1000" spc="-30" dirty="0">
                          <a:latin typeface="Times New Roman"/>
                          <a:cs typeface="Times New Roman"/>
                        </a:rPr>
                        <a:t> </a:t>
                      </a:r>
                      <a:r>
                        <a:rPr sz="1000" dirty="0">
                          <a:latin typeface="Times New Roman"/>
                          <a:cs typeface="Times New Roman"/>
                        </a:rPr>
                        <a:t>systems</a:t>
                      </a:r>
                      <a:r>
                        <a:rPr sz="1000" spc="-15" dirty="0">
                          <a:latin typeface="Times New Roman"/>
                          <a:cs typeface="Times New Roman"/>
                        </a:rPr>
                        <a:t> </a:t>
                      </a:r>
                      <a:r>
                        <a:rPr sz="1000" dirty="0">
                          <a:latin typeface="Times New Roman"/>
                          <a:cs typeface="Times New Roman"/>
                        </a:rPr>
                        <a:t>to</a:t>
                      </a:r>
                      <a:r>
                        <a:rPr sz="1000" spc="-40" dirty="0">
                          <a:latin typeface="Times New Roman"/>
                          <a:cs typeface="Times New Roman"/>
                        </a:rPr>
                        <a:t> </a:t>
                      </a:r>
                      <a:r>
                        <a:rPr sz="1000" spc="-10" dirty="0">
                          <a:latin typeface="Times New Roman"/>
                          <a:cs typeface="Times New Roman"/>
                        </a:rPr>
                        <a:t>evaluate</a:t>
                      </a:r>
                      <a:endParaRPr sz="1000">
                        <a:latin typeface="Times New Roman"/>
                        <a:cs typeface="Times New Roman"/>
                      </a:endParaRPr>
                    </a:p>
                    <a:p>
                      <a:pPr marL="66675" marR="300355">
                        <a:lnSpc>
                          <a:spcPts val="1380"/>
                        </a:lnSpc>
                      </a:pPr>
                      <a:r>
                        <a:rPr sz="1000" dirty="0">
                          <a:latin typeface="Times New Roman"/>
                          <a:cs typeface="Times New Roman"/>
                        </a:rPr>
                        <a:t>results</a:t>
                      </a:r>
                      <a:r>
                        <a:rPr sz="1000" spc="-15" dirty="0">
                          <a:latin typeface="Times New Roman"/>
                          <a:cs typeface="Times New Roman"/>
                        </a:rPr>
                        <a:t> </a:t>
                      </a:r>
                      <a:r>
                        <a:rPr sz="1000" dirty="0">
                          <a:latin typeface="Times New Roman"/>
                          <a:cs typeface="Times New Roman"/>
                        </a:rPr>
                        <a:t>against</a:t>
                      </a:r>
                      <a:r>
                        <a:rPr sz="1000" spc="-20" dirty="0">
                          <a:latin typeface="Times New Roman"/>
                          <a:cs typeface="Times New Roman"/>
                        </a:rPr>
                        <a:t> </a:t>
                      </a:r>
                      <a:r>
                        <a:rPr sz="1000" dirty="0">
                          <a:latin typeface="Times New Roman"/>
                          <a:cs typeface="Times New Roman"/>
                        </a:rPr>
                        <a:t>specifications</a:t>
                      </a:r>
                      <a:r>
                        <a:rPr sz="1000" spc="-15"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requirements</a:t>
                      </a:r>
                      <a:r>
                        <a:rPr sz="1000" spc="-10" dirty="0">
                          <a:latin typeface="Times New Roman"/>
                          <a:cs typeface="Times New Roman"/>
                        </a:rPr>
                        <a:t> </a:t>
                      </a:r>
                      <a:r>
                        <a:rPr sz="1000" dirty="0">
                          <a:latin typeface="Times New Roman"/>
                          <a:cs typeface="Times New Roman"/>
                        </a:rPr>
                        <a:t>as</a:t>
                      </a:r>
                      <a:r>
                        <a:rPr sz="1000" spc="-15" dirty="0">
                          <a:latin typeface="Times New Roman"/>
                          <a:cs typeface="Times New Roman"/>
                        </a:rPr>
                        <a:t> </a:t>
                      </a:r>
                      <a:r>
                        <a:rPr sz="1000" dirty="0">
                          <a:latin typeface="Times New Roman"/>
                          <a:cs typeface="Times New Roman"/>
                        </a:rPr>
                        <a:t>well</a:t>
                      </a:r>
                      <a:r>
                        <a:rPr sz="1000" spc="-20" dirty="0">
                          <a:latin typeface="Times New Roman"/>
                          <a:cs typeface="Times New Roman"/>
                        </a:rPr>
                        <a:t> </a:t>
                      </a:r>
                      <a:r>
                        <a:rPr sz="1000" spc="-25" dirty="0">
                          <a:latin typeface="Times New Roman"/>
                          <a:cs typeface="Times New Roman"/>
                        </a:rPr>
                        <a:t>as </a:t>
                      </a:r>
                      <a:r>
                        <a:rPr sz="1000" dirty="0">
                          <a:latin typeface="Times New Roman"/>
                          <a:cs typeface="Times New Roman"/>
                        </a:rPr>
                        <a:t>analyze/report</a:t>
                      </a:r>
                      <a:r>
                        <a:rPr sz="1000" spc="-25" dirty="0">
                          <a:latin typeface="Times New Roman"/>
                          <a:cs typeface="Times New Roman"/>
                        </a:rPr>
                        <a:t> </a:t>
                      </a:r>
                      <a:r>
                        <a:rPr sz="1000" dirty="0">
                          <a:latin typeface="Times New Roman"/>
                          <a:cs typeface="Times New Roman"/>
                        </a:rPr>
                        <a:t>test</a:t>
                      </a:r>
                      <a:r>
                        <a:rPr sz="1000" spc="-20" dirty="0">
                          <a:latin typeface="Times New Roman"/>
                          <a:cs typeface="Times New Roman"/>
                        </a:rPr>
                        <a:t> </a:t>
                      </a:r>
                      <a:r>
                        <a:rPr sz="1000" spc="-10" dirty="0">
                          <a:latin typeface="Times New Roman"/>
                          <a:cs typeface="Times New Roman"/>
                        </a:rPr>
                        <a:t>results.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1096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0"/>
                        </a:lnSpc>
                      </a:pPr>
                      <a:r>
                        <a:rPr sz="1000" spc="-10" dirty="0">
                          <a:latin typeface="Times New Roman"/>
                          <a:cs typeface="Times New Roman"/>
                        </a:rPr>
                        <a:t>Systems</a:t>
                      </a:r>
                      <a:endParaRPr sz="1000">
                        <a:latin typeface="Times New Roman"/>
                        <a:cs typeface="Times New Roman"/>
                      </a:endParaRPr>
                    </a:p>
                    <a:p>
                      <a:pPr marL="66675">
                        <a:lnSpc>
                          <a:spcPct val="100000"/>
                        </a:lnSpc>
                        <a:spcBef>
                          <a:spcPts val="55"/>
                        </a:spcBef>
                      </a:pPr>
                      <a:r>
                        <a:rPr sz="1000" spc="-10" dirty="0">
                          <a:latin typeface="Times New Roman"/>
                          <a:cs typeface="Times New Roman"/>
                        </a:rPr>
                        <a:t>Development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Information</a:t>
                      </a:r>
                      <a:r>
                        <a:rPr sz="1000" spc="-30" dirty="0">
                          <a:latin typeface="Times New Roman"/>
                          <a:cs typeface="Times New Roman"/>
                        </a:rPr>
                        <a:t> </a:t>
                      </a:r>
                      <a:r>
                        <a:rPr sz="1000" spc="-10" dirty="0">
                          <a:latin typeface="Times New Roman"/>
                          <a:cs typeface="Times New Roman"/>
                        </a:rPr>
                        <a:t>Systems</a:t>
                      </a:r>
                      <a:endParaRPr sz="1000">
                        <a:latin typeface="Times New Roman"/>
                        <a:cs typeface="Times New Roman"/>
                      </a:endParaRPr>
                    </a:p>
                    <a:p>
                      <a:pPr marL="69215">
                        <a:lnSpc>
                          <a:spcPct val="100000"/>
                        </a:lnSpc>
                        <a:spcBef>
                          <a:spcPts val="55"/>
                        </a:spcBef>
                      </a:pPr>
                      <a:r>
                        <a:rPr sz="1000" dirty="0">
                          <a:latin typeface="Times New Roman"/>
                          <a:cs typeface="Times New Roman"/>
                        </a:rPr>
                        <a:t>Security</a:t>
                      </a:r>
                      <a:r>
                        <a:rPr sz="1000" spc="-45" dirty="0">
                          <a:latin typeface="Times New Roman"/>
                          <a:cs typeface="Times New Roman"/>
                        </a:rPr>
                        <a:t> </a:t>
                      </a:r>
                      <a:r>
                        <a:rPr sz="1000" spc="-10" dirty="0">
                          <a:latin typeface="Times New Roman"/>
                          <a:cs typeface="Times New Roman"/>
                        </a:rPr>
                        <a:t>Developer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631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Designs,</a:t>
                      </a:r>
                      <a:r>
                        <a:rPr sz="1000" spc="5" dirty="0">
                          <a:latin typeface="Times New Roman"/>
                          <a:cs typeface="Times New Roman"/>
                        </a:rPr>
                        <a:t> </a:t>
                      </a:r>
                      <a:r>
                        <a:rPr sz="1000" dirty="0">
                          <a:latin typeface="Times New Roman"/>
                          <a:cs typeface="Times New Roman"/>
                        </a:rPr>
                        <a:t>develops,</a:t>
                      </a:r>
                      <a:r>
                        <a:rPr sz="1000" spc="-10" dirty="0">
                          <a:latin typeface="Times New Roman"/>
                          <a:cs typeface="Times New Roman"/>
                        </a:rPr>
                        <a:t> </a:t>
                      </a:r>
                      <a:r>
                        <a:rPr sz="1000" dirty="0">
                          <a:latin typeface="Times New Roman"/>
                          <a:cs typeface="Times New Roman"/>
                        </a:rPr>
                        <a:t>tests,</a:t>
                      </a:r>
                      <a:r>
                        <a:rPr sz="1000" spc="-15"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evaluates</a:t>
                      </a:r>
                      <a:r>
                        <a:rPr sz="1000" spc="5" dirty="0">
                          <a:latin typeface="Times New Roman"/>
                          <a:cs typeface="Times New Roman"/>
                        </a:rPr>
                        <a:t> </a:t>
                      </a:r>
                      <a:r>
                        <a:rPr sz="1000" dirty="0">
                          <a:latin typeface="Times New Roman"/>
                          <a:cs typeface="Times New Roman"/>
                        </a:rPr>
                        <a:t>information</a:t>
                      </a:r>
                      <a:r>
                        <a:rPr sz="1000" spc="-15" dirty="0">
                          <a:latin typeface="Times New Roman"/>
                          <a:cs typeface="Times New Roman"/>
                        </a:rPr>
                        <a:t> </a:t>
                      </a:r>
                      <a:r>
                        <a:rPr sz="1000" spc="-10" dirty="0">
                          <a:latin typeface="Times New Roman"/>
                          <a:cs typeface="Times New Roman"/>
                        </a:rPr>
                        <a:t>system</a:t>
                      </a:r>
                      <a:endParaRPr sz="1000">
                        <a:latin typeface="Times New Roman"/>
                        <a:cs typeface="Times New Roman"/>
                      </a:endParaRPr>
                    </a:p>
                    <a:p>
                      <a:pPr marL="66675">
                        <a:lnSpc>
                          <a:spcPct val="100000"/>
                        </a:lnSpc>
                        <a:spcBef>
                          <a:spcPts val="55"/>
                        </a:spcBef>
                      </a:pPr>
                      <a:r>
                        <a:rPr sz="1000" dirty="0">
                          <a:latin typeface="Times New Roman"/>
                          <a:cs typeface="Times New Roman"/>
                        </a:rPr>
                        <a:t>security</a:t>
                      </a:r>
                      <a:r>
                        <a:rPr sz="1000" spc="-30" dirty="0">
                          <a:latin typeface="Times New Roman"/>
                          <a:cs typeface="Times New Roman"/>
                        </a:rPr>
                        <a:t> </a:t>
                      </a:r>
                      <a:r>
                        <a:rPr sz="1000" dirty="0">
                          <a:latin typeface="Times New Roman"/>
                          <a:cs typeface="Times New Roman"/>
                        </a:rPr>
                        <a:t>throughout</a:t>
                      </a:r>
                      <a:r>
                        <a:rPr sz="1000" spc="-5" dirty="0">
                          <a:latin typeface="Times New Roman"/>
                          <a:cs typeface="Times New Roman"/>
                        </a:rPr>
                        <a:t> </a:t>
                      </a:r>
                      <a:r>
                        <a:rPr sz="1000" dirty="0">
                          <a:latin typeface="Times New Roman"/>
                          <a:cs typeface="Times New Roman"/>
                        </a:rPr>
                        <a:t>the</a:t>
                      </a:r>
                      <a:r>
                        <a:rPr sz="1000" spc="-35" dirty="0">
                          <a:latin typeface="Times New Roman"/>
                          <a:cs typeface="Times New Roman"/>
                        </a:rPr>
                        <a:t> </a:t>
                      </a:r>
                      <a:r>
                        <a:rPr sz="1000" dirty="0">
                          <a:latin typeface="Times New Roman"/>
                          <a:cs typeface="Times New Roman"/>
                        </a:rPr>
                        <a:t>systems</a:t>
                      </a:r>
                      <a:r>
                        <a:rPr sz="1000" spc="20" dirty="0">
                          <a:latin typeface="Times New Roman"/>
                          <a:cs typeface="Times New Roman"/>
                        </a:rPr>
                        <a:t> </a:t>
                      </a:r>
                      <a:r>
                        <a:rPr sz="1000" dirty="0">
                          <a:latin typeface="Times New Roman"/>
                          <a:cs typeface="Times New Roman"/>
                        </a:rPr>
                        <a:t>development</a:t>
                      </a:r>
                      <a:r>
                        <a:rPr sz="1000" spc="-30" dirty="0">
                          <a:latin typeface="Times New Roman"/>
                          <a:cs typeface="Times New Roman"/>
                        </a:rPr>
                        <a:t> </a:t>
                      </a:r>
                      <a:r>
                        <a:rPr sz="1000" dirty="0">
                          <a:latin typeface="Times New Roman"/>
                          <a:cs typeface="Times New Roman"/>
                        </a:rPr>
                        <a:t>life</a:t>
                      </a:r>
                      <a:r>
                        <a:rPr sz="1000" spc="-15" dirty="0">
                          <a:latin typeface="Times New Roman"/>
                          <a:cs typeface="Times New Roman"/>
                        </a:rPr>
                        <a:t> </a:t>
                      </a:r>
                      <a:r>
                        <a:rPr sz="1000" spc="-10" dirty="0">
                          <a:latin typeface="Times New Roman"/>
                          <a:cs typeface="Times New Roman"/>
                        </a:rPr>
                        <a:t>cycle.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1096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Systems</a:t>
                      </a:r>
                      <a:r>
                        <a:rPr sz="1000" spc="-35" dirty="0">
                          <a:latin typeface="Times New Roman"/>
                          <a:cs typeface="Times New Roman"/>
                        </a:rPr>
                        <a:t> </a:t>
                      </a:r>
                      <a:r>
                        <a:rPr sz="1000" spc="-10" dirty="0">
                          <a:latin typeface="Times New Roman"/>
                          <a:cs typeface="Times New Roman"/>
                        </a:rPr>
                        <a:t>Developer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632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Designs,</a:t>
                      </a:r>
                      <a:r>
                        <a:rPr sz="1000" spc="5" dirty="0">
                          <a:latin typeface="Times New Roman"/>
                          <a:cs typeface="Times New Roman"/>
                        </a:rPr>
                        <a:t> </a:t>
                      </a:r>
                      <a:r>
                        <a:rPr sz="1000" dirty="0">
                          <a:latin typeface="Times New Roman"/>
                          <a:cs typeface="Times New Roman"/>
                        </a:rPr>
                        <a:t>develops,</a:t>
                      </a:r>
                      <a:r>
                        <a:rPr sz="1000" spc="-10" dirty="0">
                          <a:latin typeface="Times New Roman"/>
                          <a:cs typeface="Times New Roman"/>
                        </a:rPr>
                        <a:t> </a:t>
                      </a:r>
                      <a:r>
                        <a:rPr sz="1000" dirty="0">
                          <a:latin typeface="Times New Roman"/>
                          <a:cs typeface="Times New Roman"/>
                        </a:rPr>
                        <a:t>tests,</a:t>
                      </a:r>
                      <a:r>
                        <a:rPr sz="1000" spc="-15"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evaluates</a:t>
                      </a:r>
                      <a:r>
                        <a:rPr sz="1000" spc="-10" dirty="0">
                          <a:latin typeface="Times New Roman"/>
                          <a:cs typeface="Times New Roman"/>
                        </a:rPr>
                        <a:t> </a:t>
                      </a:r>
                      <a:r>
                        <a:rPr sz="1000" dirty="0">
                          <a:latin typeface="Times New Roman"/>
                          <a:cs typeface="Times New Roman"/>
                        </a:rPr>
                        <a:t>information</a:t>
                      </a:r>
                      <a:r>
                        <a:rPr sz="1000" spc="-15" dirty="0">
                          <a:latin typeface="Times New Roman"/>
                          <a:cs typeface="Times New Roman"/>
                        </a:rPr>
                        <a:t> </a:t>
                      </a:r>
                      <a:r>
                        <a:rPr sz="1000" spc="-10" dirty="0">
                          <a:latin typeface="Times New Roman"/>
                          <a:cs typeface="Times New Roman"/>
                        </a:rPr>
                        <a:t>systems</a:t>
                      </a:r>
                      <a:endParaRPr sz="1000">
                        <a:latin typeface="Times New Roman"/>
                        <a:cs typeface="Times New Roman"/>
                      </a:endParaRPr>
                    </a:p>
                    <a:p>
                      <a:pPr marL="66675">
                        <a:lnSpc>
                          <a:spcPct val="100000"/>
                        </a:lnSpc>
                        <a:spcBef>
                          <a:spcPts val="55"/>
                        </a:spcBef>
                      </a:pPr>
                      <a:r>
                        <a:rPr sz="1000" dirty="0">
                          <a:latin typeface="Times New Roman"/>
                          <a:cs typeface="Times New Roman"/>
                        </a:rPr>
                        <a:t>throughout</a:t>
                      </a:r>
                      <a:r>
                        <a:rPr sz="1000" spc="-20"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dirty="0">
                          <a:latin typeface="Times New Roman"/>
                          <a:cs typeface="Times New Roman"/>
                        </a:rPr>
                        <a:t>systems</a:t>
                      </a:r>
                      <a:r>
                        <a:rPr sz="1000" spc="10" dirty="0">
                          <a:latin typeface="Times New Roman"/>
                          <a:cs typeface="Times New Roman"/>
                        </a:rPr>
                        <a:t> </a:t>
                      </a:r>
                      <a:r>
                        <a:rPr sz="1000" dirty="0">
                          <a:latin typeface="Times New Roman"/>
                          <a:cs typeface="Times New Roman"/>
                        </a:rPr>
                        <a:t>development</a:t>
                      </a:r>
                      <a:r>
                        <a:rPr sz="1000" spc="-20" dirty="0">
                          <a:latin typeface="Times New Roman"/>
                          <a:cs typeface="Times New Roman"/>
                        </a:rPr>
                        <a:t> </a:t>
                      </a:r>
                      <a:r>
                        <a:rPr sz="1000" dirty="0">
                          <a:latin typeface="Times New Roman"/>
                          <a:cs typeface="Times New Roman"/>
                        </a:rPr>
                        <a:t>life </a:t>
                      </a:r>
                      <a:r>
                        <a:rPr sz="1000" spc="-10" dirty="0">
                          <a:latin typeface="Times New Roman"/>
                          <a:cs typeface="Times New Roman"/>
                        </a:rPr>
                        <a:t>cycle.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313765">
                <a:tc rowSpan="4">
                  <a:txBody>
                    <a:bodyPr/>
                    <a:lstStyle/>
                    <a:p>
                      <a:pPr marL="69850">
                        <a:lnSpc>
                          <a:spcPts val="1270"/>
                        </a:lnSpc>
                      </a:pPr>
                      <a:r>
                        <a:rPr sz="1000" dirty="0">
                          <a:latin typeface="Times New Roman"/>
                          <a:cs typeface="Times New Roman"/>
                        </a:rPr>
                        <a:t>Operate</a:t>
                      </a:r>
                      <a:r>
                        <a:rPr sz="1000" spc="-60" dirty="0">
                          <a:latin typeface="Times New Roman"/>
                          <a:cs typeface="Times New Roman"/>
                        </a:rPr>
                        <a:t> </a:t>
                      </a:r>
                      <a:r>
                        <a:rPr sz="1000" spc="-25" dirty="0">
                          <a:latin typeface="Times New Roman"/>
                          <a:cs typeface="Times New Roman"/>
                        </a:rPr>
                        <a:t>and</a:t>
                      </a:r>
                      <a:endParaRPr sz="1000">
                        <a:latin typeface="Times New Roman"/>
                        <a:cs typeface="Times New Roman"/>
                      </a:endParaRPr>
                    </a:p>
                    <a:p>
                      <a:pPr marL="69850">
                        <a:lnSpc>
                          <a:spcPct val="100000"/>
                        </a:lnSpc>
                        <a:spcBef>
                          <a:spcPts val="55"/>
                        </a:spcBef>
                      </a:pPr>
                      <a:r>
                        <a:rPr sz="1000" spc="-10" dirty="0">
                          <a:latin typeface="Times New Roman"/>
                          <a:cs typeface="Times New Roman"/>
                        </a:rPr>
                        <a:t>Maintain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0"/>
                        </a:lnSpc>
                      </a:pPr>
                      <a:r>
                        <a:rPr sz="1000" spc="-20" dirty="0">
                          <a:latin typeface="Times New Roman"/>
                          <a:cs typeface="Times New Roman"/>
                        </a:rPr>
                        <a:t>Data</a:t>
                      </a:r>
                      <a:endParaRPr sz="1000">
                        <a:latin typeface="Times New Roman"/>
                        <a:cs typeface="Times New Roman"/>
                      </a:endParaRPr>
                    </a:p>
                    <a:p>
                      <a:pPr marL="66675">
                        <a:lnSpc>
                          <a:spcPct val="100000"/>
                        </a:lnSpc>
                        <a:spcBef>
                          <a:spcPts val="55"/>
                        </a:spcBef>
                      </a:pPr>
                      <a:r>
                        <a:rPr sz="1000" spc="-10" dirty="0">
                          <a:latin typeface="Times New Roman"/>
                          <a:cs typeface="Times New Roman"/>
                        </a:rPr>
                        <a:t>Administration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Database</a:t>
                      </a:r>
                      <a:r>
                        <a:rPr sz="1000" spc="-5" dirty="0">
                          <a:latin typeface="Times New Roman"/>
                          <a:cs typeface="Times New Roman"/>
                        </a:rPr>
                        <a:t> </a:t>
                      </a:r>
                      <a:r>
                        <a:rPr sz="1000" spc="-10" dirty="0">
                          <a:latin typeface="Times New Roman"/>
                          <a:cs typeface="Times New Roman"/>
                        </a:rPr>
                        <a:t>Administrator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421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Administers</a:t>
                      </a:r>
                      <a:r>
                        <a:rPr sz="1000" spc="-5" dirty="0">
                          <a:latin typeface="Times New Roman"/>
                          <a:cs typeface="Times New Roman"/>
                        </a:rPr>
                        <a:t> </a:t>
                      </a:r>
                      <a:r>
                        <a:rPr sz="1000" dirty="0">
                          <a:latin typeface="Times New Roman"/>
                          <a:cs typeface="Times New Roman"/>
                        </a:rPr>
                        <a:t>databases</a:t>
                      </a:r>
                      <a:r>
                        <a:rPr sz="1000" spc="-15" dirty="0">
                          <a:latin typeface="Times New Roman"/>
                          <a:cs typeface="Times New Roman"/>
                        </a:rPr>
                        <a:t> </a:t>
                      </a:r>
                      <a:r>
                        <a:rPr sz="1000" dirty="0">
                          <a:latin typeface="Times New Roman"/>
                          <a:cs typeface="Times New Roman"/>
                        </a:rPr>
                        <a:t>and/or</a:t>
                      </a:r>
                      <a:r>
                        <a:rPr sz="1000" spc="5" dirty="0">
                          <a:latin typeface="Times New Roman"/>
                          <a:cs typeface="Times New Roman"/>
                        </a:rPr>
                        <a:t> </a:t>
                      </a:r>
                      <a:r>
                        <a:rPr sz="1000" dirty="0">
                          <a:latin typeface="Times New Roman"/>
                          <a:cs typeface="Times New Roman"/>
                        </a:rPr>
                        <a:t>data</a:t>
                      </a:r>
                      <a:r>
                        <a:rPr sz="1000" spc="15" dirty="0">
                          <a:latin typeface="Times New Roman"/>
                          <a:cs typeface="Times New Roman"/>
                        </a:rPr>
                        <a:t> </a:t>
                      </a:r>
                      <a:r>
                        <a:rPr sz="1000" spc="-10" dirty="0">
                          <a:latin typeface="Times New Roman"/>
                          <a:cs typeface="Times New Roman"/>
                        </a:rPr>
                        <a:t>management</a:t>
                      </a:r>
                      <a:r>
                        <a:rPr sz="1000" spc="-30" dirty="0">
                          <a:latin typeface="Times New Roman"/>
                          <a:cs typeface="Times New Roman"/>
                        </a:rPr>
                        <a:t> </a:t>
                      </a:r>
                      <a:r>
                        <a:rPr sz="1000" dirty="0">
                          <a:latin typeface="Times New Roman"/>
                          <a:cs typeface="Times New Roman"/>
                        </a:rPr>
                        <a:t>systems </a:t>
                      </a:r>
                      <a:r>
                        <a:rPr sz="1000" spc="-20" dirty="0">
                          <a:latin typeface="Times New Roman"/>
                          <a:cs typeface="Times New Roman"/>
                        </a:rPr>
                        <a:t>that</a:t>
                      </a:r>
                      <a:endParaRPr sz="1000">
                        <a:latin typeface="Times New Roman"/>
                        <a:cs typeface="Times New Roman"/>
                      </a:endParaRPr>
                    </a:p>
                    <a:p>
                      <a:pPr marL="66675">
                        <a:lnSpc>
                          <a:spcPct val="100000"/>
                        </a:lnSpc>
                        <a:spcBef>
                          <a:spcPts val="55"/>
                        </a:spcBef>
                      </a:pPr>
                      <a:r>
                        <a:rPr sz="1000" dirty="0">
                          <a:latin typeface="Times New Roman"/>
                          <a:cs typeface="Times New Roman"/>
                        </a:rPr>
                        <a:t>allow</a:t>
                      </a:r>
                      <a:r>
                        <a:rPr sz="1000" spc="-25" dirty="0">
                          <a:latin typeface="Times New Roman"/>
                          <a:cs typeface="Times New Roman"/>
                        </a:rPr>
                        <a:t> </a:t>
                      </a:r>
                      <a:r>
                        <a:rPr sz="1000" dirty="0">
                          <a:latin typeface="Times New Roman"/>
                          <a:cs typeface="Times New Roman"/>
                        </a:rPr>
                        <a:t>for the</a:t>
                      </a:r>
                      <a:r>
                        <a:rPr sz="1000" spc="-20" dirty="0">
                          <a:latin typeface="Times New Roman"/>
                          <a:cs typeface="Times New Roman"/>
                        </a:rPr>
                        <a:t> </a:t>
                      </a:r>
                      <a:r>
                        <a:rPr sz="1000" dirty="0">
                          <a:latin typeface="Times New Roman"/>
                          <a:cs typeface="Times New Roman"/>
                        </a:rPr>
                        <a:t>storage,</a:t>
                      </a:r>
                      <a:r>
                        <a:rPr sz="1000" spc="-5" dirty="0">
                          <a:latin typeface="Times New Roman"/>
                          <a:cs typeface="Times New Roman"/>
                        </a:rPr>
                        <a:t> </a:t>
                      </a:r>
                      <a:r>
                        <a:rPr sz="1000" dirty="0">
                          <a:latin typeface="Times New Roman"/>
                          <a:cs typeface="Times New Roman"/>
                        </a:rPr>
                        <a:t>query,</a:t>
                      </a:r>
                      <a:r>
                        <a:rPr sz="1000" spc="-5" dirty="0">
                          <a:latin typeface="Times New Roman"/>
                          <a:cs typeface="Times New Roman"/>
                        </a:rPr>
                        <a:t> </a:t>
                      </a:r>
                      <a:r>
                        <a:rPr sz="1000" dirty="0">
                          <a:latin typeface="Times New Roman"/>
                          <a:cs typeface="Times New Roman"/>
                        </a:rPr>
                        <a:t>and</a:t>
                      </a:r>
                      <a:r>
                        <a:rPr sz="1000" spc="-10" dirty="0">
                          <a:latin typeface="Times New Roman"/>
                          <a:cs typeface="Times New Roman"/>
                        </a:rPr>
                        <a:t> </a:t>
                      </a:r>
                      <a:r>
                        <a:rPr sz="1000" dirty="0">
                          <a:latin typeface="Times New Roman"/>
                          <a:cs typeface="Times New Roman"/>
                        </a:rPr>
                        <a:t>utilization</a:t>
                      </a:r>
                      <a:r>
                        <a:rPr sz="1000" spc="-10" dirty="0">
                          <a:latin typeface="Times New Roman"/>
                          <a:cs typeface="Times New Roman"/>
                        </a:rPr>
                        <a:t> </a:t>
                      </a:r>
                      <a:r>
                        <a:rPr sz="1000" dirty="0">
                          <a:latin typeface="Times New Roman"/>
                          <a:cs typeface="Times New Roman"/>
                        </a:rPr>
                        <a:t>of</a:t>
                      </a:r>
                      <a:r>
                        <a:rPr sz="1000" spc="5" dirty="0">
                          <a:latin typeface="Times New Roman"/>
                          <a:cs typeface="Times New Roman"/>
                        </a:rPr>
                        <a:t> </a:t>
                      </a:r>
                      <a:r>
                        <a:rPr sz="1000" spc="-20" dirty="0">
                          <a:latin typeface="Times New Roman"/>
                          <a:cs typeface="Times New Roman"/>
                        </a:rPr>
                        <a:t>data.</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76816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5"/>
                        </a:lnSpc>
                      </a:pPr>
                      <a:r>
                        <a:rPr sz="1000" dirty="0">
                          <a:latin typeface="Times New Roman"/>
                          <a:cs typeface="Times New Roman"/>
                        </a:rPr>
                        <a:t>Data</a:t>
                      </a:r>
                      <a:r>
                        <a:rPr sz="1000" spc="5" dirty="0">
                          <a:latin typeface="Times New Roman"/>
                          <a:cs typeface="Times New Roman"/>
                        </a:rPr>
                        <a:t> </a:t>
                      </a:r>
                      <a:r>
                        <a:rPr sz="1000" spc="-10" dirty="0">
                          <a:latin typeface="Times New Roman"/>
                          <a:cs typeface="Times New Roman"/>
                        </a:rPr>
                        <a:t>Analyst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5"/>
                        </a:lnSpc>
                      </a:pPr>
                      <a:r>
                        <a:rPr sz="1000" spc="-25" dirty="0">
                          <a:latin typeface="Times New Roman"/>
                          <a:cs typeface="Times New Roman"/>
                        </a:rPr>
                        <a:t>422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5"/>
                        </a:lnSpc>
                      </a:pPr>
                      <a:r>
                        <a:rPr sz="1000" dirty="0">
                          <a:latin typeface="Times New Roman"/>
                          <a:cs typeface="Times New Roman"/>
                        </a:rPr>
                        <a:t>Examines</a:t>
                      </a:r>
                      <a:r>
                        <a:rPr sz="1000" spc="-5" dirty="0">
                          <a:latin typeface="Times New Roman"/>
                          <a:cs typeface="Times New Roman"/>
                        </a:rPr>
                        <a:t> </a:t>
                      </a:r>
                      <a:r>
                        <a:rPr sz="1000" dirty="0">
                          <a:latin typeface="Times New Roman"/>
                          <a:cs typeface="Times New Roman"/>
                        </a:rPr>
                        <a:t>data</a:t>
                      </a:r>
                      <a:r>
                        <a:rPr sz="1000" spc="-5" dirty="0">
                          <a:latin typeface="Times New Roman"/>
                          <a:cs typeface="Times New Roman"/>
                        </a:rPr>
                        <a:t> </a:t>
                      </a:r>
                      <a:r>
                        <a:rPr sz="1000" dirty="0">
                          <a:latin typeface="Times New Roman"/>
                          <a:cs typeface="Times New Roman"/>
                        </a:rPr>
                        <a:t>from</a:t>
                      </a:r>
                      <a:r>
                        <a:rPr sz="1000" spc="-5" dirty="0">
                          <a:latin typeface="Times New Roman"/>
                          <a:cs typeface="Times New Roman"/>
                        </a:rPr>
                        <a:t> </a:t>
                      </a:r>
                      <a:r>
                        <a:rPr sz="1000" dirty="0">
                          <a:latin typeface="Times New Roman"/>
                          <a:cs typeface="Times New Roman"/>
                        </a:rPr>
                        <a:t>multiple</a:t>
                      </a:r>
                      <a:r>
                        <a:rPr sz="1000" spc="-10" dirty="0">
                          <a:latin typeface="Times New Roman"/>
                          <a:cs typeface="Times New Roman"/>
                        </a:rPr>
                        <a:t> </a:t>
                      </a:r>
                      <a:r>
                        <a:rPr sz="1000" dirty="0">
                          <a:latin typeface="Times New Roman"/>
                          <a:cs typeface="Times New Roman"/>
                        </a:rPr>
                        <a:t>disparate</a:t>
                      </a:r>
                      <a:r>
                        <a:rPr sz="1000" spc="-35" dirty="0">
                          <a:latin typeface="Times New Roman"/>
                          <a:cs typeface="Times New Roman"/>
                        </a:rPr>
                        <a:t> </a:t>
                      </a:r>
                      <a:r>
                        <a:rPr sz="1000" dirty="0">
                          <a:latin typeface="Times New Roman"/>
                          <a:cs typeface="Times New Roman"/>
                        </a:rPr>
                        <a:t>sources with</a:t>
                      </a:r>
                      <a:r>
                        <a:rPr sz="1000" spc="-45" dirty="0">
                          <a:latin typeface="Times New Roman"/>
                          <a:cs typeface="Times New Roman"/>
                        </a:rPr>
                        <a:t> </a:t>
                      </a:r>
                      <a:r>
                        <a:rPr sz="1000" dirty="0">
                          <a:latin typeface="Times New Roman"/>
                          <a:cs typeface="Times New Roman"/>
                        </a:rPr>
                        <a:t>the</a:t>
                      </a:r>
                      <a:r>
                        <a:rPr sz="1000" spc="-10" dirty="0">
                          <a:latin typeface="Times New Roman"/>
                          <a:cs typeface="Times New Roman"/>
                        </a:rPr>
                        <a:t> </a:t>
                      </a:r>
                      <a:r>
                        <a:rPr sz="1000" spc="-20" dirty="0">
                          <a:latin typeface="Times New Roman"/>
                          <a:cs typeface="Times New Roman"/>
                        </a:rPr>
                        <a:t>goal</a:t>
                      </a:r>
                      <a:endParaRPr sz="1000">
                        <a:latin typeface="Times New Roman"/>
                        <a:cs typeface="Times New Roman"/>
                      </a:endParaRPr>
                    </a:p>
                    <a:p>
                      <a:pPr marL="66675">
                        <a:lnSpc>
                          <a:spcPct val="100000"/>
                        </a:lnSpc>
                        <a:spcBef>
                          <a:spcPts val="30"/>
                        </a:spcBef>
                      </a:pPr>
                      <a:r>
                        <a:rPr sz="1000" dirty="0">
                          <a:latin typeface="Times New Roman"/>
                          <a:cs typeface="Times New Roman"/>
                        </a:rPr>
                        <a:t>of</a:t>
                      </a:r>
                      <a:r>
                        <a:rPr sz="1000" spc="-5" dirty="0">
                          <a:latin typeface="Times New Roman"/>
                          <a:cs typeface="Times New Roman"/>
                        </a:rPr>
                        <a:t> </a:t>
                      </a:r>
                      <a:r>
                        <a:rPr sz="1000" dirty="0">
                          <a:latin typeface="Times New Roman"/>
                          <a:cs typeface="Times New Roman"/>
                        </a:rPr>
                        <a:t>providing</a:t>
                      </a:r>
                      <a:r>
                        <a:rPr sz="1000" spc="-15" dirty="0">
                          <a:latin typeface="Times New Roman"/>
                          <a:cs typeface="Times New Roman"/>
                        </a:rPr>
                        <a:t> </a:t>
                      </a:r>
                      <a:r>
                        <a:rPr sz="1000" dirty="0">
                          <a:latin typeface="Times New Roman"/>
                          <a:cs typeface="Times New Roman"/>
                        </a:rPr>
                        <a:t>new</a:t>
                      </a:r>
                      <a:r>
                        <a:rPr sz="1000" spc="-30" dirty="0">
                          <a:latin typeface="Times New Roman"/>
                          <a:cs typeface="Times New Roman"/>
                        </a:rPr>
                        <a:t> </a:t>
                      </a:r>
                      <a:r>
                        <a:rPr sz="1000" dirty="0">
                          <a:latin typeface="Times New Roman"/>
                          <a:cs typeface="Times New Roman"/>
                        </a:rPr>
                        <a:t>insight.</a:t>
                      </a:r>
                      <a:r>
                        <a:rPr sz="1000" spc="-10" dirty="0">
                          <a:latin typeface="Times New Roman"/>
                          <a:cs typeface="Times New Roman"/>
                        </a:rPr>
                        <a:t> </a:t>
                      </a:r>
                      <a:r>
                        <a:rPr sz="1000" dirty="0">
                          <a:latin typeface="Times New Roman"/>
                          <a:cs typeface="Times New Roman"/>
                        </a:rPr>
                        <a:t>Designs</a:t>
                      </a:r>
                      <a:r>
                        <a:rPr sz="1000" spc="5"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implements</a:t>
                      </a:r>
                      <a:r>
                        <a:rPr sz="1000" spc="-10" dirty="0">
                          <a:latin typeface="Times New Roman"/>
                          <a:cs typeface="Times New Roman"/>
                        </a:rPr>
                        <a:t> custom</a:t>
                      </a:r>
                      <a:endParaRPr sz="1000">
                        <a:latin typeface="Times New Roman"/>
                        <a:cs typeface="Times New Roman"/>
                      </a:endParaRPr>
                    </a:p>
                    <a:p>
                      <a:pPr marL="66675" marR="269240">
                        <a:lnSpc>
                          <a:spcPct val="103200"/>
                        </a:lnSpc>
                        <a:spcBef>
                          <a:spcPts val="10"/>
                        </a:spcBef>
                      </a:pPr>
                      <a:r>
                        <a:rPr sz="1000" dirty="0">
                          <a:latin typeface="Times New Roman"/>
                          <a:cs typeface="Times New Roman"/>
                        </a:rPr>
                        <a:t>algorithms, flow</a:t>
                      </a:r>
                      <a:r>
                        <a:rPr sz="1000" spc="-15" dirty="0">
                          <a:latin typeface="Times New Roman"/>
                          <a:cs typeface="Times New Roman"/>
                        </a:rPr>
                        <a:t> </a:t>
                      </a:r>
                      <a:r>
                        <a:rPr sz="1000" dirty="0">
                          <a:latin typeface="Times New Roman"/>
                          <a:cs typeface="Times New Roman"/>
                        </a:rPr>
                        <a:t>processes,</a:t>
                      </a:r>
                      <a:r>
                        <a:rPr sz="1000" spc="-15" dirty="0">
                          <a:latin typeface="Times New Roman"/>
                          <a:cs typeface="Times New Roman"/>
                        </a:rPr>
                        <a:t> </a:t>
                      </a:r>
                      <a:r>
                        <a:rPr sz="1000" dirty="0">
                          <a:latin typeface="Times New Roman"/>
                          <a:cs typeface="Times New Roman"/>
                        </a:rPr>
                        <a:t>and</a:t>
                      </a:r>
                      <a:r>
                        <a:rPr sz="1000" spc="-50" dirty="0">
                          <a:latin typeface="Times New Roman"/>
                          <a:cs typeface="Times New Roman"/>
                        </a:rPr>
                        <a:t> </a:t>
                      </a:r>
                      <a:r>
                        <a:rPr sz="1000" dirty="0">
                          <a:latin typeface="Times New Roman"/>
                          <a:cs typeface="Times New Roman"/>
                        </a:rPr>
                        <a:t>layouts</a:t>
                      </a:r>
                      <a:r>
                        <a:rPr sz="1000" spc="5" dirty="0">
                          <a:latin typeface="Times New Roman"/>
                          <a:cs typeface="Times New Roman"/>
                        </a:rPr>
                        <a:t> </a:t>
                      </a:r>
                      <a:r>
                        <a:rPr sz="1000" dirty="0">
                          <a:latin typeface="Times New Roman"/>
                          <a:cs typeface="Times New Roman"/>
                        </a:rPr>
                        <a:t>for</a:t>
                      </a:r>
                      <a:r>
                        <a:rPr sz="1000" spc="-15" dirty="0">
                          <a:latin typeface="Times New Roman"/>
                          <a:cs typeface="Times New Roman"/>
                        </a:rPr>
                        <a:t> </a:t>
                      </a:r>
                      <a:r>
                        <a:rPr sz="1000" spc="-10" dirty="0">
                          <a:latin typeface="Times New Roman"/>
                          <a:cs typeface="Times New Roman"/>
                        </a:rPr>
                        <a:t>complex, enterprise-</a:t>
                      </a:r>
                      <a:r>
                        <a:rPr sz="1000" dirty="0">
                          <a:latin typeface="Times New Roman"/>
                          <a:cs typeface="Times New Roman"/>
                        </a:rPr>
                        <a:t>scale data sets</a:t>
                      </a:r>
                      <a:r>
                        <a:rPr sz="1000" spc="10" dirty="0">
                          <a:latin typeface="Times New Roman"/>
                          <a:cs typeface="Times New Roman"/>
                        </a:rPr>
                        <a:t> </a:t>
                      </a:r>
                      <a:r>
                        <a:rPr sz="1000" dirty="0">
                          <a:latin typeface="Times New Roman"/>
                          <a:cs typeface="Times New Roman"/>
                        </a:rPr>
                        <a:t>used</a:t>
                      </a:r>
                      <a:r>
                        <a:rPr sz="1000" spc="-10" dirty="0">
                          <a:latin typeface="Times New Roman"/>
                          <a:cs typeface="Times New Roman"/>
                        </a:rPr>
                        <a:t> </a:t>
                      </a:r>
                      <a:r>
                        <a:rPr sz="1000" dirty="0">
                          <a:latin typeface="Times New Roman"/>
                          <a:cs typeface="Times New Roman"/>
                        </a:rPr>
                        <a:t>for</a:t>
                      </a:r>
                      <a:r>
                        <a:rPr sz="1000" spc="20" dirty="0">
                          <a:latin typeface="Times New Roman"/>
                          <a:cs typeface="Times New Roman"/>
                        </a:rPr>
                        <a:t> </a:t>
                      </a:r>
                      <a:r>
                        <a:rPr sz="1000" dirty="0">
                          <a:latin typeface="Times New Roman"/>
                          <a:cs typeface="Times New Roman"/>
                        </a:rPr>
                        <a:t>modeling,</a:t>
                      </a:r>
                      <a:r>
                        <a:rPr sz="1000" spc="10" dirty="0">
                          <a:latin typeface="Times New Roman"/>
                          <a:cs typeface="Times New Roman"/>
                        </a:rPr>
                        <a:t> </a:t>
                      </a:r>
                      <a:r>
                        <a:rPr sz="1000" dirty="0">
                          <a:latin typeface="Times New Roman"/>
                          <a:cs typeface="Times New Roman"/>
                        </a:rPr>
                        <a:t>data</a:t>
                      </a:r>
                      <a:r>
                        <a:rPr sz="1000" spc="25" dirty="0">
                          <a:latin typeface="Times New Roman"/>
                          <a:cs typeface="Times New Roman"/>
                        </a:rPr>
                        <a:t> </a:t>
                      </a:r>
                      <a:r>
                        <a:rPr sz="1000" spc="-10" dirty="0">
                          <a:latin typeface="Times New Roman"/>
                          <a:cs typeface="Times New Roman"/>
                        </a:rPr>
                        <a:t>mining, </a:t>
                      </a:r>
                      <a:r>
                        <a:rPr sz="1000" dirty="0">
                          <a:latin typeface="Times New Roman"/>
                          <a:cs typeface="Times New Roman"/>
                        </a:rPr>
                        <a:t>and</a:t>
                      </a:r>
                      <a:r>
                        <a:rPr sz="1000" spc="-25" dirty="0">
                          <a:latin typeface="Times New Roman"/>
                          <a:cs typeface="Times New Roman"/>
                        </a:rPr>
                        <a:t> </a:t>
                      </a:r>
                      <a:r>
                        <a:rPr sz="1000" dirty="0">
                          <a:latin typeface="Times New Roman"/>
                          <a:cs typeface="Times New Roman"/>
                        </a:rPr>
                        <a:t>research </a:t>
                      </a:r>
                      <a:r>
                        <a:rPr sz="1000" spc="-10" dirty="0">
                          <a:latin typeface="Times New Roman"/>
                          <a:cs typeface="Times New Roman"/>
                        </a:rPr>
                        <a:t>purposes.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619125">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spc="-10" dirty="0">
                          <a:latin typeface="Times New Roman"/>
                          <a:cs typeface="Times New Roman"/>
                        </a:rPr>
                        <a:t>Knowledge</a:t>
                      </a:r>
                      <a:endParaRPr sz="1000">
                        <a:latin typeface="Times New Roman"/>
                        <a:cs typeface="Times New Roman"/>
                      </a:endParaRPr>
                    </a:p>
                    <a:p>
                      <a:pPr marL="66675">
                        <a:lnSpc>
                          <a:spcPct val="100000"/>
                        </a:lnSpc>
                        <a:spcBef>
                          <a:spcPts val="55"/>
                        </a:spcBef>
                      </a:pPr>
                      <a:r>
                        <a:rPr sz="1000" spc="-10" dirty="0">
                          <a:latin typeface="Times New Roman"/>
                          <a:cs typeface="Times New Roman"/>
                        </a:rPr>
                        <a:t>Management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Knowledge</a:t>
                      </a:r>
                      <a:r>
                        <a:rPr sz="1000" spc="-60" dirty="0">
                          <a:latin typeface="Times New Roman"/>
                          <a:cs typeface="Times New Roman"/>
                        </a:rPr>
                        <a:t> </a:t>
                      </a:r>
                      <a:r>
                        <a:rPr sz="1000" spc="-10" dirty="0">
                          <a:latin typeface="Times New Roman"/>
                          <a:cs typeface="Times New Roman"/>
                        </a:rPr>
                        <a:t>Manager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431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Responsible for</a:t>
                      </a:r>
                      <a:r>
                        <a:rPr sz="1000" spc="-5" dirty="0">
                          <a:latin typeface="Times New Roman"/>
                          <a:cs typeface="Times New Roman"/>
                        </a:rPr>
                        <a:t> </a:t>
                      </a:r>
                      <a:r>
                        <a:rPr sz="1000" dirty="0">
                          <a:latin typeface="Times New Roman"/>
                          <a:cs typeface="Times New Roman"/>
                        </a:rPr>
                        <a:t>the management</a:t>
                      </a:r>
                      <a:r>
                        <a:rPr sz="1000" spc="-20" dirty="0">
                          <a:latin typeface="Times New Roman"/>
                          <a:cs typeface="Times New Roman"/>
                        </a:rPr>
                        <a:t> </a:t>
                      </a:r>
                      <a:r>
                        <a:rPr sz="1000" dirty="0">
                          <a:latin typeface="Times New Roman"/>
                          <a:cs typeface="Times New Roman"/>
                        </a:rPr>
                        <a:t>and</a:t>
                      </a:r>
                      <a:r>
                        <a:rPr sz="1000" spc="-35" dirty="0">
                          <a:latin typeface="Times New Roman"/>
                          <a:cs typeface="Times New Roman"/>
                        </a:rPr>
                        <a:t> </a:t>
                      </a:r>
                      <a:r>
                        <a:rPr sz="1000" dirty="0">
                          <a:latin typeface="Times New Roman"/>
                          <a:cs typeface="Times New Roman"/>
                        </a:rPr>
                        <a:t>administration</a:t>
                      </a:r>
                      <a:r>
                        <a:rPr sz="1000" spc="-15" dirty="0">
                          <a:latin typeface="Times New Roman"/>
                          <a:cs typeface="Times New Roman"/>
                        </a:rPr>
                        <a:t> </a:t>
                      </a:r>
                      <a:r>
                        <a:rPr sz="1000" spc="-25" dirty="0">
                          <a:latin typeface="Times New Roman"/>
                          <a:cs typeface="Times New Roman"/>
                        </a:rPr>
                        <a:t>of</a:t>
                      </a:r>
                      <a:endParaRPr sz="1000">
                        <a:latin typeface="Times New Roman"/>
                        <a:cs typeface="Times New Roman"/>
                      </a:endParaRPr>
                    </a:p>
                    <a:p>
                      <a:pPr marL="66675" marR="171450">
                        <a:lnSpc>
                          <a:spcPct val="103299"/>
                        </a:lnSpc>
                        <a:spcBef>
                          <a:spcPts val="10"/>
                        </a:spcBef>
                      </a:pPr>
                      <a:r>
                        <a:rPr sz="1000" dirty="0">
                          <a:latin typeface="Times New Roman"/>
                          <a:cs typeface="Times New Roman"/>
                        </a:rPr>
                        <a:t>processes</a:t>
                      </a:r>
                      <a:r>
                        <a:rPr sz="1000" spc="-5" dirty="0">
                          <a:latin typeface="Times New Roman"/>
                          <a:cs typeface="Times New Roman"/>
                        </a:rPr>
                        <a:t> </a:t>
                      </a:r>
                      <a:r>
                        <a:rPr sz="1000" dirty="0">
                          <a:latin typeface="Times New Roman"/>
                          <a:cs typeface="Times New Roman"/>
                        </a:rPr>
                        <a:t>and</a:t>
                      </a:r>
                      <a:r>
                        <a:rPr sz="1000" spc="-35" dirty="0">
                          <a:latin typeface="Times New Roman"/>
                          <a:cs typeface="Times New Roman"/>
                        </a:rPr>
                        <a:t> </a:t>
                      </a:r>
                      <a:r>
                        <a:rPr sz="1000" dirty="0">
                          <a:latin typeface="Times New Roman"/>
                          <a:cs typeface="Times New Roman"/>
                        </a:rPr>
                        <a:t>tools</a:t>
                      </a:r>
                      <a:r>
                        <a:rPr sz="1000" spc="-5" dirty="0">
                          <a:latin typeface="Times New Roman"/>
                          <a:cs typeface="Times New Roman"/>
                        </a:rPr>
                        <a:t> </a:t>
                      </a:r>
                      <a:r>
                        <a:rPr sz="1000" dirty="0">
                          <a:latin typeface="Times New Roman"/>
                          <a:cs typeface="Times New Roman"/>
                        </a:rPr>
                        <a:t>that</a:t>
                      </a:r>
                      <a:r>
                        <a:rPr sz="1000" spc="-10" dirty="0">
                          <a:latin typeface="Times New Roman"/>
                          <a:cs typeface="Times New Roman"/>
                        </a:rPr>
                        <a:t> </a:t>
                      </a:r>
                      <a:r>
                        <a:rPr sz="1000" dirty="0">
                          <a:latin typeface="Times New Roman"/>
                          <a:cs typeface="Times New Roman"/>
                        </a:rPr>
                        <a:t>enable</a:t>
                      </a:r>
                      <a:r>
                        <a:rPr sz="1000" spc="-20" dirty="0">
                          <a:latin typeface="Times New Roman"/>
                          <a:cs typeface="Times New Roman"/>
                        </a:rPr>
                        <a:t> </a:t>
                      </a:r>
                      <a:r>
                        <a:rPr sz="1000" dirty="0">
                          <a:latin typeface="Times New Roman"/>
                          <a:cs typeface="Times New Roman"/>
                        </a:rPr>
                        <a:t>the</a:t>
                      </a:r>
                      <a:r>
                        <a:rPr sz="1000" spc="5" dirty="0">
                          <a:latin typeface="Times New Roman"/>
                          <a:cs typeface="Times New Roman"/>
                        </a:rPr>
                        <a:t> </a:t>
                      </a:r>
                      <a:r>
                        <a:rPr sz="1000" dirty="0">
                          <a:latin typeface="Times New Roman"/>
                          <a:cs typeface="Times New Roman"/>
                        </a:rPr>
                        <a:t>organization</a:t>
                      </a:r>
                      <a:r>
                        <a:rPr sz="1000" spc="-10" dirty="0">
                          <a:latin typeface="Times New Roman"/>
                          <a:cs typeface="Times New Roman"/>
                        </a:rPr>
                        <a:t> </a:t>
                      </a:r>
                      <a:r>
                        <a:rPr sz="1000" dirty="0">
                          <a:latin typeface="Times New Roman"/>
                          <a:cs typeface="Times New Roman"/>
                        </a:rPr>
                        <a:t>to</a:t>
                      </a:r>
                      <a:r>
                        <a:rPr sz="1000" spc="-30" dirty="0">
                          <a:latin typeface="Times New Roman"/>
                          <a:cs typeface="Times New Roman"/>
                        </a:rPr>
                        <a:t> </a:t>
                      </a:r>
                      <a:r>
                        <a:rPr sz="1000" spc="-10" dirty="0">
                          <a:latin typeface="Times New Roman"/>
                          <a:cs typeface="Times New Roman"/>
                        </a:rPr>
                        <a:t>identify, </a:t>
                      </a:r>
                      <a:r>
                        <a:rPr sz="1000" dirty="0">
                          <a:latin typeface="Times New Roman"/>
                          <a:cs typeface="Times New Roman"/>
                        </a:rPr>
                        <a:t>document,</a:t>
                      </a:r>
                      <a:r>
                        <a:rPr sz="1000" spc="-10"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access</a:t>
                      </a:r>
                      <a:r>
                        <a:rPr sz="1000" spc="5" dirty="0">
                          <a:latin typeface="Times New Roman"/>
                          <a:cs typeface="Times New Roman"/>
                        </a:rPr>
                        <a:t> </a:t>
                      </a:r>
                      <a:r>
                        <a:rPr sz="1000" dirty="0">
                          <a:latin typeface="Times New Roman"/>
                          <a:cs typeface="Times New Roman"/>
                        </a:rPr>
                        <a:t>intellectual</a:t>
                      </a:r>
                      <a:r>
                        <a:rPr sz="1000" spc="5" dirty="0">
                          <a:latin typeface="Times New Roman"/>
                          <a:cs typeface="Times New Roman"/>
                        </a:rPr>
                        <a:t> </a:t>
                      </a:r>
                      <a:r>
                        <a:rPr sz="1000" dirty="0">
                          <a:latin typeface="Times New Roman"/>
                          <a:cs typeface="Times New Roman"/>
                        </a:rPr>
                        <a:t>capital</a:t>
                      </a:r>
                      <a:r>
                        <a:rPr sz="1000" spc="-15"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spc="-10" dirty="0">
                          <a:latin typeface="Times New Roman"/>
                          <a:cs typeface="Times New Roman"/>
                        </a:rPr>
                        <a:t>information content.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76760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Customer</a:t>
                      </a:r>
                      <a:r>
                        <a:rPr sz="1000" spc="-30" dirty="0">
                          <a:latin typeface="Times New Roman"/>
                          <a:cs typeface="Times New Roman"/>
                        </a:rPr>
                        <a:t> </a:t>
                      </a:r>
                      <a:r>
                        <a:rPr sz="1000" spc="-10" dirty="0">
                          <a:latin typeface="Times New Roman"/>
                          <a:cs typeface="Times New Roman"/>
                        </a:rPr>
                        <a:t>Service</a:t>
                      </a:r>
                      <a:endParaRPr sz="1000">
                        <a:latin typeface="Times New Roman"/>
                        <a:cs typeface="Times New Roman"/>
                      </a:endParaRPr>
                    </a:p>
                    <a:p>
                      <a:pPr marL="66675" marR="347980">
                        <a:lnSpc>
                          <a:spcPts val="1380"/>
                        </a:lnSpc>
                        <a:spcBef>
                          <a:spcPts val="25"/>
                        </a:spcBef>
                      </a:pPr>
                      <a:r>
                        <a:rPr sz="1000" dirty="0">
                          <a:latin typeface="Times New Roman"/>
                          <a:cs typeface="Times New Roman"/>
                        </a:rPr>
                        <a:t>and</a:t>
                      </a:r>
                      <a:r>
                        <a:rPr sz="1000" spc="-30" dirty="0">
                          <a:latin typeface="Times New Roman"/>
                          <a:cs typeface="Times New Roman"/>
                        </a:rPr>
                        <a:t> </a:t>
                      </a:r>
                      <a:r>
                        <a:rPr sz="1000" spc="-10" dirty="0">
                          <a:latin typeface="Times New Roman"/>
                          <a:cs typeface="Times New Roman"/>
                        </a:rPr>
                        <a:t>Technical Support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Technical</a:t>
                      </a:r>
                      <a:r>
                        <a:rPr sz="1000" spc="-40" dirty="0">
                          <a:latin typeface="Times New Roman"/>
                          <a:cs typeface="Times New Roman"/>
                        </a:rPr>
                        <a:t> </a:t>
                      </a:r>
                      <a:r>
                        <a:rPr sz="1000" spc="-10" dirty="0">
                          <a:latin typeface="Times New Roman"/>
                          <a:cs typeface="Times New Roman"/>
                        </a:rPr>
                        <a:t>Support</a:t>
                      </a:r>
                      <a:endParaRPr sz="1000">
                        <a:latin typeface="Times New Roman"/>
                        <a:cs typeface="Times New Roman"/>
                      </a:endParaRPr>
                    </a:p>
                    <a:p>
                      <a:pPr marL="69215">
                        <a:lnSpc>
                          <a:spcPct val="100000"/>
                        </a:lnSpc>
                        <a:spcBef>
                          <a:spcPts val="30"/>
                        </a:spcBef>
                      </a:pPr>
                      <a:r>
                        <a:rPr sz="1000" spc="-10" dirty="0">
                          <a:latin typeface="Times New Roman"/>
                          <a:cs typeface="Times New Roman"/>
                        </a:rPr>
                        <a:t>Specialist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411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Provides</a:t>
                      </a:r>
                      <a:r>
                        <a:rPr sz="1000" spc="-15" dirty="0">
                          <a:latin typeface="Times New Roman"/>
                          <a:cs typeface="Times New Roman"/>
                        </a:rPr>
                        <a:t> </a:t>
                      </a:r>
                      <a:r>
                        <a:rPr sz="1000" dirty="0">
                          <a:latin typeface="Times New Roman"/>
                          <a:cs typeface="Times New Roman"/>
                        </a:rPr>
                        <a:t>technical</a:t>
                      </a:r>
                      <a:r>
                        <a:rPr sz="1000" spc="-20" dirty="0">
                          <a:latin typeface="Times New Roman"/>
                          <a:cs typeface="Times New Roman"/>
                        </a:rPr>
                        <a:t> </a:t>
                      </a:r>
                      <a:r>
                        <a:rPr sz="1000" dirty="0">
                          <a:latin typeface="Times New Roman"/>
                          <a:cs typeface="Times New Roman"/>
                        </a:rPr>
                        <a:t>support</a:t>
                      </a:r>
                      <a:r>
                        <a:rPr sz="1000" spc="-15" dirty="0">
                          <a:latin typeface="Times New Roman"/>
                          <a:cs typeface="Times New Roman"/>
                        </a:rPr>
                        <a:t> </a:t>
                      </a:r>
                      <a:r>
                        <a:rPr sz="1000" dirty="0">
                          <a:latin typeface="Times New Roman"/>
                          <a:cs typeface="Times New Roman"/>
                        </a:rPr>
                        <a:t>to</a:t>
                      </a:r>
                      <a:r>
                        <a:rPr sz="1000" spc="-15" dirty="0">
                          <a:latin typeface="Times New Roman"/>
                          <a:cs typeface="Times New Roman"/>
                        </a:rPr>
                        <a:t> </a:t>
                      </a:r>
                      <a:r>
                        <a:rPr sz="1000" dirty="0">
                          <a:latin typeface="Times New Roman"/>
                          <a:cs typeface="Times New Roman"/>
                        </a:rPr>
                        <a:t>customers</a:t>
                      </a:r>
                      <a:r>
                        <a:rPr sz="1000" spc="5" dirty="0">
                          <a:latin typeface="Times New Roman"/>
                          <a:cs typeface="Times New Roman"/>
                        </a:rPr>
                        <a:t> </a:t>
                      </a:r>
                      <a:r>
                        <a:rPr sz="1000" dirty="0">
                          <a:latin typeface="Times New Roman"/>
                          <a:cs typeface="Times New Roman"/>
                        </a:rPr>
                        <a:t>who</a:t>
                      </a:r>
                      <a:r>
                        <a:rPr sz="1000" spc="-15" dirty="0">
                          <a:latin typeface="Times New Roman"/>
                          <a:cs typeface="Times New Roman"/>
                        </a:rPr>
                        <a:t> </a:t>
                      </a:r>
                      <a:r>
                        <a:rPr sz="1000" dirty="0">
                          <a:latin typeface="Times New Roman"/>
                          <a:cs typeface="Times New Roman"/>
                        </a:rPr>
                        <a:t>need</a:t>
                      </a:r>
                      <a:r>
                        <a:rPr sz="1000" spc="-15" dirty="0">
                          <a:latin typeface="Times New Roman"/>
                          <a:cs typeface="Times New Roman"/>
                        </a:rPr>
                        <a:t> </a:t>
                      </a:r>
                      <a:r>
                        <a:rPr sz="1000" spc="-10" dirty="0">
                          <a:latin typeface="Times New Roman"/>
                          <a:cs typeface="Times New Roman"/>
                        </a:rPr>
                        <a:t>assistance</a:t>
                      </a:r>
                      <a:endParaRPr sz="1000">
                        <a:latin typeface="Times New Roman"/>
                        <a:cs typeface="Times New Roman"/>
                      </a:endParaRPr>
                    </a:p>
                    <a:p>
                      <a:pPr marL="66675">
                        <a:lnSpc>
                          <a:spcPct val="100000"/>
                        </a:lnSpc>
                        <a:spcBef>
                          <a:spcPts val="30"/>
                        </a:spcBef>
                      </a:pPr>
                      <a:r>
                        <a:rPr sz="1000" dirty="0">
                          <a:latin typeface="Times New Roman"/>
                          <a:cs typeface="Times New Roman"/>
                        </a:rPr>
                        <a:t>utilizing</a:t>
                      </a:r>
                      <a:r>
                        <a:rPr sz="1000" spc="-20" dirty="0">
                          <a:latin typeface="Times New Roman"/>
                          <a:cs typeface="Times New Roman"/>
                        </a:rPr>
                        <a:t> </a:t>
                      </a:r>
                      <a:r>
                        <a:rPr sz="1000" spc="-10" dirty="0">
                          <a:latin typeface="Times New Roman"/>
                          <a:cs typeface="Times New Roman"/>
                        </a:rPr>
                        <a:t>client-</a:t>
                      </a:r>
                      <a:r>
                        <a:rPr sz="1000" dirty="0">
                          <a:latin typeface="Times New Roman"/>
                          <a:cs typeface="Times New Roman"/>
                        </a:rPr>
                        <a:t>level</a:t>
                      </a:r>
                      <a:r>
                        <a:rPr sz="1000" spc="30" dirty="0">
                          <a:latin typeface="Times New Roman"/>
                          <a:cs typeface="Times New Roman"/>
                        </a:rPr>
                        <a:t> </a:t>
                      </a:r>
                      <a:r>
                        <a:rPr sz="1000" dirty="0">
                          <a:latin typeface="Times New Roman"/>
                          <a:cs typeface="Times New Roman"/>
                        </a:rPr>
                        <a:t>hardware</a:t>
                      </a:r>
                      <a:r>
                        <a:rPr sz="1000" spc="-5" dirty="0">
                          <a:latin typeface="Times New Roman"/>
                          <a:cs typeface="Times New Roman"/>
                        </a:rPr>
                        <a:t> </a:t>
                      </a:r>
                      <a:r>
                        <a:rPr sz="1000" dirty="0">
                          <a:latin typeface="Times New Roman"/>
                          <a:cs typeface="Times New Roman"/>
                        </a:rPr>
                        <a:t>and</a:t>
                      </a:r>
                      <a:r>
                        <a:rPr sz="1000" spc="-20" dirty="0">
                          <a:latin typeface="Times New Roman"/>
                          <a:cs typeface="Times New Roman"/>
                        </a:rPr>
                        <a:t> </a:t>
                      </a:r>
                      <a:r>
                        <a:rPr sz="1000" dirty="0">
                          <a:latin typeface="Times New Roman"/>
                          <a:cs typeface="Times New Roman"/>
                        </a:rPr>
                        <a:t>software in</a:t>
                      </a:r>
                      <a:r>
                        <a:rPr sz="1000" spc="-20" dirty="0">
                          <a:latin typeface="Times New Roman"/>
                          <a:cs typeface="Times New Roman"/>
                        </a:rPr>
                        <a:t> </a:t>
                      </a:r>
                      <a:r>
                        <a:rPr sz="1000" spc="-10" dirty="0">
                          <a:latin typeface="Times New Roman"/>
                          <a:cs typeface="Times New Roman"/>
                        </a:rPr>
                        <a:t>accordance</a:t>
                      </a:r>
                      <a:endParaRPr sz="1000">
                        <a:latin typeface="Times New Roman"/>
                        <a:cs typeface="Times New Roman"/>
                      </a:endParaRPr>
                    </a:p>
                    <a:p>
                      <a:pPr marL="66675" marR="142240">
                        <a:lnSpc>
                          <a:spcPct val="103200"/>
                        </a:lnSpc>
                        <a:spcBef>
                          <a:spcPts val="10"/>
                        </a:spcBef>
                      </a:pPr>
                      <a:r>
                        <a:rPr sz="1000" dirty="0">
                          <a:latin typeface="Times New Roman"/>
                          <a:cs typeface="Times New Roman"/>
                        </a:rPr>
                        <a:t>with</a:t>
                      </a:r>
                      <a:r>
                        <a:rPr sz="1000" spc="-25" dirty="0">
                          <a:latin typeface="Times New Roman"/>
                          <a:cs typeface="Times New Roman"/>
                        </a:rPr>
                        <a:t> </a:t>
                      </a:r>
                      <a:r>
                        <a:rPr sz="1000" dirty="0">
                          <a:latin typeface="Times New Roman"/>
                          <a:cs typeface="Times New Roman"/>
                        </a:rPr>
                        <a:t>established</a:t>
                      </a:r>
                      <a:r>
                        <a:rPr sz="1000" spc="-20" dirty="0">
                          <a:latin typeface="Times New Roman"/>
                          <a:cs typeface="Times New Roman"/>
                        </a:rPr>
                        <a:t> </a:t>
                      </a:r>
                      <a:r>
                        <a:rPr sz="1000" dirty="0">
                          <a:latin typeface="Times New Roman"/>
                          <a:cs typeface="Times New Roman"/>
                        </a:rPr>
                        <a:t>or</a:t>
                      </a:r>
                      <a:r>
                        <a:rPr sz="1000" spc="-10" dirty="0">
                          <a:latin typeface="Times New Roman"/>
                          <a:cs typeface="Times New Roman"/>
                        </a:rPr>
                        <a:t> </a:t>
                      </a:r>
                      <a:r>
                        <a:rPr sz="1000" dirty="0">
                          <a:latin typeface="Times New Roman"/>
                          <a:cs typeface="Times New Roman"/>
                        </a:rPr>
                        <a:t>approved</a:t>
                      </a:r>
                      <a:r>
                        <a:rPr sz="1000" spc="-20" dirty="0">
                          <a:latin typeface="Times New Roman"/>
                          <a:cs typeface="Times New Roman"/>
                        </a:rPr>
                        <a:t> </a:t>
                      </a:r>
                      <a:r>
                        <a:rPr sz="1000" dirty="0">
                          <a:latin typeface="Times New Roman"/>
                          <a:cs typeface="Times New Roman"/>
                        </a:rPr>
                        <a:t>organizational</a:t>
                      </a:r>
                      <a:r>
                        <a:rPr sz="1000" spc="-5" dirty="0">
                          <a:latin typeface="Times New Roman"/>
                          <a:cs typeface="Times New Roman"/>
                        </a:rPr>
                        <a:t> </a:t>
                      </a:r>
                      <a:r>
                        <a:rPr sz="1000" spc="-10" dirty="0">
                          <a:latin typeface="Times New Roman"/>
                          <a:cs typeface="Times New Roman"/>
                        </a:rPr>
                        <a:t>process </a:t>
                      </a:r>
                      <a:r>
                        <a:rPr sz="1000" dirty="0">
                          <a:latin typeface="Times New Roman"/>
                          <a:cs typeface="Times New Roman"/>
                        </a:rPr>
                        <a:t>components.</a:t>
                      </a:r>
                      <a:r>
                        <a:rPr sz="1000" spc="-25" dirty="0">
                          <a:latin typeface="Times New Roman"/>
                          <a:cs typeface="Times New Roman"/>
                        </a:rPr>
                        <a:t> </a:t>
                      </a:r>
                      <a:r>
                        <a:rPr sz="1000" dirty="0">
                          <a:latin typeface="Times New Roman"/>
                          <a:cs typeface="Times New Roman"/>
                        </a:rPr>
                        <a:t>(i.e.,</a:t>
                      </a:r>
                      <a:r>
                        <a:rPr sz="1000" spc="-25" dirty="0">
                          <a:latin typeface="Times New Roman"/>
                          <a:cs typeface="Times New Roman"/>
                        </a:rPr>
                        <a:t> </a:t>
                      </a:r>
                      <a:r>
                        <a:rPr sz="1000" dirty="0">
                          <a:latin typeface="Times New Roman"/>
                          <a:cs typeface="Times New Roman"/>
                        </a:rPr>
                        <a:t>Master</a:t>
                      </a:r>
                      <a:r>
                        <a:rPr sz="1000" spc="-20" dirty="0">
                          <a:latin typeface="Times New Roman"/>
                          <a:cs typeface="Times New Roman"/>
                        </a:rPr>
                        <a:t> </a:t>
                      </a:r>
                      <a:r>
                        <a:rPr sz="1000" dirty="0">
                          <a:latin typeface="Times New Roman"/>
                          <a:cs typeface="Times New Roman"/>
                        </a:rPr>
                        <a:t>Incident</a:t>
                      </a:r>
                      <a:r>
                        <a:rPr sz="1000" spc="-10" dirty="0">
                          <a:latin typeface="Times New Roman"/>
                          <a:cs typeface="Times New Roman"/>
                        </a:rPr>
                        <a:t> </a:t>
                      </a:r>
                      <a:r>
                        <a:rPr sz="1000" dirty="0">
                          <a:latin typeface="Times New Roman"/>
                          <a:cs typeface="Times New Roman"/>
                        </a:rPr>
                        <a:t>Management</a:t>
                      </a:r>
                      <a:r>
                        <a:rPr sz="1000" spc="-10" dirty="0">
                          <a:latin typeface="Times New Roman"/>
                          <a:cs typeface="Times New Roman"/>
                        </a:rPr>
                        <a:t> </a:t>
                      </a:r>
                      <a:r>
                        <a:rPr sz="1000" dirty="0">
                          <a:latin typeface="Times New Roman"/>
                          <a:cs typeface="Times New Roman"/>
                        </a:rPr>
                        <a:t>Plan,</a:t>
                      </a:r>
                      <a:r>
                        <a:rPr sz="1000" spc="-10" dirty="0">
                          <a:latin typeface="Times New Roman"/>
                          <a:cs typeface="Times New Roman"/>
                        </a:rPr>
                        <a:t> </a:t>
                      </a:r>
                      <a:r>
                        <a:rPr sz="1000" spc="-20" dirty="0">
                          <a:latin typeface="Times New Roman"/>
                          <a:cs typeface="Times New Roman"/>
                        </a:rPr>
                        <a:t>when </a:t>
                      </a:r>
                      <a:r>
                        <a:rPr sz="1000" spc="-10" dirty="0">
                          <a:latin typeface="Times New Roman"/>
                          <a:cs typeface="Times New Roman"/>
                        </a:rPr>
                        <a:t>applicable).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97457" y="1434914"/>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3" name="object 3"/>
          <p:cNvSpPr/>
          <p:nvPr/>
        </p:nvSpPr>
        <p:spPr>
          <a:xfrm>
            <a:off x="6097457" y="1746213"/>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4" name="object 4"/>
          <p:cNvSpPr/>
          <p:nvPr/>
        </p:nvSpPr>
        <p:spPr>
          <a:xfrm>
            <a:off x="6097457" y="2211257"/>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5" name="object 5"/>
          <p:cNvSpPr/>
          <p:nvPr/>
        </p:nvSpPr>
        <p:spPr>
          <a:xfrm>
            <a:off x="6097457" y="2522445"/>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6" name="object 6"/>
          <p:cNvSpPr/>
          <p:nvPr/>
        </p:nvSpPr>
        <p:spPr>
          <a:xfrm>
            <a:off x="6097457" y="2987432"/>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sp>
        <p:nvSpPr>
          <p:cNvPr id="7" name="object 7"/>
          <p:cNvSpPr/>
          <p:nvPr/>
        </p:nvSpPr>
        <p:spPr>
          <a:xfrm>
            <a:off x="6097457" y="3449955"/>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8" name="object 8"/>
          <p:cNvSpPr/>
          <p:nvPr/>
        </p:nvSpPr>
        <p:spPr>
          <a:xfrm>
            <a:off x="6097457" y="3763775"/>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sp>
        <p:nvSpPr>
          <p:cNvPr id="9" name="object 9"/>
          <p:cNvSpPr/>
          <p:nvPr/>
        </p:nvSpPr>
        <p:spPr>
          <a:xfrm>
            <a:off x="6097457" y="4075019"/>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10" name="object 10"/>
          <p:cNvSpPr/>
          <p:nvPr/>
        </p:nvSpPr>
        <p:spPr>
          <a:xfrm>
            <a:off x="6097457" y="4386038"/>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sp>
        <p:nvSpPr>
          <p:cNvPr id="11" name="object 11"/>
          <p:cNvSpPr/>
          <p:nvPr/>
        </p:nvSpPr>
        <p:spPr>
          <a:xfrm>
            <a:off x="6097457" y="5156667"/>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graphicFrame>
        <p:nvGraphicFramePr>
          <p:cNvPr id="12" name="object 12"/>
          <p:cNvGraphicFramePr>
            <a:graphicFrameLocks noGrp="1"/>
          </p:cNvGraphicFramePr>
          <p:nvPr/>
        </p:nvGraphicFramePr>
        <p:xfrm>
          <a:off x="2664479" y="804357"/>
          <a:ext cx="6860801" cy="5155123"/>
        </p:xfrm>
        <a:graphic>
          <a:graphicData uri="http://schemas.openxmlformats.org/drawingml/2006/table">
            <a:tbl>
              <a:tblPr firstRow="1" bandRow="1">
                <a:tableStyleId>{2D5ABB26-0587-4C30-8999-92F81FD0307C}</a:tableStyleId>
              </a:tblPr>
              <a:tblGrid>
                <a:gridCol w="782171">
                  <a:extLst>
                    <a:ext uri="{9D8B030D-6E8A-4147-A177-3AD203B41FA5}">
                      <a16:colId xmlns:a16="http://schemas.microsoft.com/office/drawing/2014/main" val="20000"/>
                    </a:ext>
                  </a:extLst>
                </a:gridCol>
                <a:gridCol w="1065119">
                  <a:extLst>
                    <a:ext uri="{9D8B030D-6E8A-4147-A177-3AD203B41FA5}">
                      <a16:colId xmlns:a16="http://schemas.microsoft.com/office/drawing/2014/main" val="20001"/>
                    </a:ext>
                  </a:extLst>
                </a:gridCol>
                <a:gridCol w="1474133">
                  <a:extLst>
                    <a:ext uri="{9D8B030D-6E8A-4147-A177-3AD203B41FA5}">
                      <a16:colId xmlns:a16="http://schemas.microsoft.com/office/drawing/2014/main" val="20002"/>
                    </a:ext>
                  </a:extLst>
                </a:gridCol>
                <a:gridCol w="409015">
                  <a:extLst>
                    <a:ext uri="{9D8B030D-6E8A-4147-A177-3AD203B41FA5}">
                      <a16:colId xmlns:a16="http://schemas.microsoft.com/office/drawing/2014/main" val="20003"/>
                    </a:ext>
                  </a:extLst>
                </a:gridCol>
                <a:gridCol w="3130363">
                  <a:extLst>
                    <a:ext uri="{9D8B030D-6E8A-4147-A177-3AD203B41FA5}">
                      <a16:colId xmlns:a16="http://schemas.microsoft.com/office/drawing/2014/main" val="20004"/>
                    </a:ext>
                  </a:extLst>
                </a:gridCol>
              </a:tblGrid>
              <a:tr h="316566">
                <a:tc>
                  <a:txBody>
                    <a:bodyPr/>
                    <a:lstStyle/>
                    <a:p>
                      <a:pPr marL="167640">
                        <a:lnSpc>
                          <a:spcPts val="1295"/>
                        </a:lnSpc>
                      </a:pPr>
                      <a:r>
                        <a:rPr sz="1000" b="1" spc="-10" dirty="0">
                          <a:solidFill>
                            <a:srgbClr val="FFFFFF"/>
                          </a:solidFill>
                          <a:latin typeface="Times New Roman"/>
                          <a:cs typeface="Times New Roman"/>
                        </a:rPr>
                        <a:t>Category</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R="158115" algn="r">
                        <a:lnSpc>
                          <a:spcPts val="1295"/>
                        </a:lnSpc>
                      </a:pPr>
                      <a:r>
                        <a:rPr sz="1000" b="1" dirty="0">
                          <a:solidFill>
                            <a:srgbClr val="FFFFFF"/>
                          </a:solidFill>
                          <a:latin typeface="Times New Roman"/>
                          <a:cs typeface="Times New Roman"/>
                        </a:rPr>
                        <a:t>Specialty</a:t>
                      </a:r>
                      <a:r>
                        <a:rPr sz="1000" b="1" spc="-35" dirty="0">
                          <a:solidFill>
                            <a:srgbClr val="FFFFFF"/>
                          </a:solidFill>
                          <a:latin typeface="Times New Roman"/>
                          <a:cs typeface="Times New Roman"/>
                        </a:rPr>
                        <a:t> </a:t>
                      </a:r>
                      <a:r>
                        <a:rPr sz="1000" b="1" spc="-20" dirty="0">
                          <a:solidFill>
                            <a:srgbClr val="FFFFFF"/>
                          </a:solidFill>
                          <a:latin typeface="Times New Roman"/>
                          <a:cs typeface="Times New Roman"/>
                        </a:rPr>
                        <a:t>Area</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504825">
                        <a:lnSpc>
                          <a:spcPts val="1295"/>
                        </a:lnSpc>
                      </a:pPr>
                      <a:r>
                        <a:rPr sz="1000" b="1" dirty="0">
                          <a:solidFill>
                            <a:srgbClr val="FFFFFF"/>
                          </a:solidFill>
                          <a:latin typeface="Times New Roman"/>
                          <a:cs typeface="Times New Roman"/>
                        </a:rPr>
                        <a:t>Work</a:t>
                      </a:r>
                      <a:r>
                        <a:rPr sz="1000" b="1" spc="-15" dirty="0">
                          <a:solidFill>
                            <a:srgbClr val="FFFFFF"/>
                          </a:solidFill>
                          <a:latin typeface="Times New Roman"/>
                          <a:cs typeface="Times New Roman"/>
                        </a:rPr>
                        <a:t> </a:t>
                      </a:r>
                      <a:r>
                        <a:rPr sz="1000" b="1" spc="-20" dirty="0">
                          <a:solidFill>
                            <a:srgbClr val="FFFFFF"/>
                          </a:solidFill>
                          <a:latin typeface="Times New Roman"/>
                          <a:cs typeface="Times New Roman"/>
                        </a:rPr>
                        <a:t>Role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66675">
                        <a:lnSpc>
                          <a:spcPts val="1295"/>
                        </a:lnSpc>
                      </a:pPr>
                      <a:r>
                        <a:rPr sz="1000" b="1" spc="-25" dirty="0">
                          <a:solidFill>
                            <a:srgbClr val="FFFFFF"/>
                          </a:solidFill>
                          <a:latin typeface="Times New Roman"/>
                          <a:cs typeface="Times New Roman"/>
                        </a:rPr>
                        <a:t>OPM</a:t>
                      </a:r>
                      <a:endParaRPr sz="1000">
                        <a:latin typeface="Times New Roman"/>
                        <a:cs typeface="Times New Roman"/>
                      </a:endParaRPr>
                    </a:p>
                    <a:p>
                      <a:pPr marL="73025">
                        <a:lnSpc>
                          <a:spcPct val="100000"/>
                        </a:lnSpc>
                        <a:spcBef>
                          <a:spcPts val="55"/>
                        </a:spcBef>
                      </a:pPr>
                      <a:r>
                        <a:rPr sz="1000" b="1" spc="-20" dirty="0">
                          <a:solidFill>
                            <a:srgbClr val="FFFFFF"/>
                          </a:solidFill>
                          <a:latin typeface="Times New Roman"/>
                          <a:cs typeface="Times New Roman"/>
                        </a:rPr>
                        <a:t>Code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1079500">
                        <a:lnSpc>
                          <a:spcPts val="1295"/>
                        </a:lnSpc>
                      </a:pPr>
                      <a:r>
                        <a:rPr sz="1000" b="1" dirty="0">
                          <a:solidFill>
                            <a:srgbClr val="FFFFFF"/>
                          </a:solidFill>
                          <a:latin typeface="Times New Roman"/>
                          <a:cs typeface="Times New Roman"/>
                        </a:rPr>
                        <a:t>Work</a:t>
                      </a:r>
                      <a:r>
                        <a:rPr sz="1000" b="1" spc="-25" dirty="0">
                          <a:solidFill>
                            <a:srgbClr val="FFFFFF"/>
                          </a:solidFill>
                          <a:latin typeface="Times New Roman"/>
                          <a:cs typeface="Times New Roman"/>
                        </a:rPr>
                        <a:t> </a:t>
                      </a:r>
                      <a:r>
                        <a:rPr sz="1000" b="1" dirty="0">
                          <a:solidFill>
                            <a:srgbClr val="FFFFFF"/>
                          </a:solidFill>
                          <a:latin typeface="Times New Roman"/>
                          <a:cs typeface="Times New Roman"/>
                        </a:rPr>
                        <a:t>Role</a:t>
                      </a:r>
                      <a:r>
                        <a:rPr sz="1000" b="1" spc="5" dirty="0">
                          <a:solidFill>
                            <a:srgbClr val="FFFFFF"/>
                          </a:solidFill>
                          <a:latin typeface="Times New Roman"/>
                          <a:cs typeface="Times New Roman"/>
                        </a:rPr>
                        <a:t> </a:t>
                      </a:r>
                      <a:r>
                        <a:rPr sz="1000" b="1" spc="-10" dirty="0">
                          <a:solidFill>
                            <a:srgbClr val="FFFFFF"/>
                          </a:solidFill>
                          <a:latin typeface="Times New Roman"/>
                          <a:cs typeface="Times New Roman"/>
                        </a:rPr>
                        <a:t>Description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extLst>
                  <a:ext uri="{0D108BD9-81ED-4DB2-BD59-A6C34878D82A}">
                    <a16:rowId xmlns:a16="http://schemas.microsoft.com/office/drawing/2014/main" val="10000"/>
                  </a:ext>
                </a:extLst>
              </a:tr>
              <a:tr h="308162">
                <a:tc rowSpan="3">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139065" algn="r">
                        <a:lnSpc>
                          <a:spcPts val="1245"/>
                        </a:lnSpc>
                      </a:pPr>
                      <a:r>
                        <a:rPr sz="1000" dirty="0">
                          <a:latin typeface="Times New Roman"/>
                          <a:cs typeface="Times New Roman"/>
                        </a:rPr>
                        <a:t>Network</a:t>
                      </a:r>
                      <a:r>
                        <a:rPr sz="1000" spc="-65" dirty="0">
                          <a:latin typeface="Times New Roman"/>
                          <a:cs typeface="Times New Roman"/>
                        </a:rPr>
                        <a:t> </a:t>
                      </a:r>
                      <a:r>
                        <a:rPr sz="1000" spc="-10" dirty="0">
                          <a:latin typeface="Times New Roman"/>
                          <a:cs typeface="Times New Roman"/>
                        </a:rPr>
                        <a:t>Services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45"/>
                        </a:lnSpc>
                      </a:pPr>
                      <a:r>
                        <a:rPr sz="1000" dirty="0">
                          <a:latin typeface="Times New Roman"/>
                          <a:cs typeface="Times New Roman"/>
                        </a:rPr>
                        <a:t>Network</a:t>
                      </a:r>
                      <a:r>
                        <a:rPr sz="1000" spc="-65" dirty="0">
                          <a:latin typeface="Times New Roman"/>
                          <a:cs typeface="Times New Roman"/>
                        </a:rPr>
                        <a:t> </a:t>
                      </a:r>
                      <a:r>
                        <a:rPr sz="1000" spc="-10" dirty="0">
                          <a:latin typeface="Times New Roman"/>
                          <a:cs typeface="Times New Roman"/>
                        </a:rPr>
                        <a:t>Operations</a:t>
                      </a:r>
                      <a:endParaRPr sz="1000">
                        <a:latin typeface="Times New Roman"/>
                        <a:cs typeface="Times New Roman"/>
                      </a:endParaRPr>
                    </a:p>
                    <a:p>
                      <a:pPr marL="69215">
                        <a:lnSpc>
                          <a:spcPct val="100000"/>
                        </a:lnSpc>
                        <a:spcBef>
                          <a:spcPts val="55"/>
                        </a:spcBef>
                      </a:pPr>
                      <a:r>
                        <a:rPr sz="1000" spc="-10" dirty="0">
                          <a:latin typeface="Times New Roman"/>
                          <a:cs typeface="Times New Roman"/>
                        </a:rPr>
                        <a:t>Specialist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45"/>
                        </a:lnSpc>
                      </a:pPr>
                      <a:r>
                        <a:rPr sz="1000" spc="-25" dirty="0">
                          <a:latin typeface="Times New Roman"/>
                          <a:cs typeface="Times New Roman"/>
                        </a:rPr>
                        <a:t>441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45"/>
                        </a:lnSpc>
                      </a:pPr>
                      <a:r>
                        <a:rPr sz="1000" dirty="0">
                          <a:latin typeface="Times New Roman"/>
                          <a:cs typeface="Times New Roman"/>
                        </a:rPr>
                        <a:t>Plans,</a:t>
                      </a:r>
                      <a:r>
                        <a:rPr sz="1000" spc="-5" dirty="0">
                          <a:latin typeface="Times New Roman"/>
                          <a:cs typeface="Times New Roman"/>
                        </a:rPr>
                        <a:t> </a:t>
                      </a:r>
                      <a:r>
                        <a:rPr sz="1000" dirty="0">
                          <a:latin typeface="Times New Roman"/>
                          <a:cs typeface="Times New Roman"/>
                        </a:rPr>
                        <a:t>implements,</a:t>
                      </a:r>
                      <a:r>
                        <a:rPr sz="1000" spc="-25" dirty="0">
                          <a:latin typeface="Times New Roman"/>
                          <a:cs typeface="Times New Roman"/>
                        </a:rPr>
                        <a:t> </a:t>
                      </a:r>
                      <a:r>
                        <a:rPr sz="1000" dirty="0">
                          <a:latin typeface="Times New Roman"/>
                          <a:cs typeface="Times New Roman"/>
                        </a:rPr>
                        <a:t>and</a:t>
                      </a:r>
                      <a:r>
                        <a:rPr sz="1000" spc="-25" dirty="0">
                          <a:latin typeface="Times New Roman"/>
                          <a:cs typeface="Times New Roman"/>
                        </a:rPr>
                        <a:t> </a:t>
                      </a:r>
                      <a:r>
                        <a:rPr sz="1000" dirty="0">
                          <a:latin typeface="Times New Roman"/>
                          <a:cs typeface="Times New Roman"/>
                        </a:rPr>
                        <a:t>operates</a:t>
                      </a:r>
                      <a:r>
                        <a:rPr sz="1000" spc="-5" dirty="0">
                          <a:latin typeface="Times New Roman"/>
                          <a:cs typeface="Times New Roman"/>
                        </a:rPr>
                        <a:t> </a:t>
                      </a:r>
                      <a:r>
                        <a:rPr sz="1000" dirty="0">
                          <a:latin typeface="Times New Roman"/>
                          <a:cs typeface="Times New Roman"/>
                        </a:rPr>
                        <a:t>network</a:t>
                      </a:r>
                      <a:r>
                        <a:rPr sz="1000" spc="-45" dirty="0">
                          <a:latin typeface="Times New Roman"/>
                          <a:cs typeface="Times New Roman"/>
                        </a:rPr>
                        <a:t> </a:t>
                      </a:r>
                      <a:r>
                        <a:rPr sz="1000" spc="-10" dirty="0">
                          <a:latin typeface="Times New Roman"/>
                          <a:cs typeface="Times New Roman"/>
                        </a:rPr>
                        <a:t>services/systems,</a:t>
                      </a:r>
                      <a:endParaRPr sz="1000">
                        <a:latin typeface="Times New Roman"/>
                        <a:cs typeface="Times New Roman"/>
                      </a:endParaRPr>
                    </a:p>
                    <a:p>
                      <a:pPr marL="66675">
                        <a:lnSpc>
                          <a:spcPct val="100000"/>
                        </a:lnSpc>
                        <a:spcBef>
                          <a:spcPts val="55"/>
                        </a:spcBef>
                      </a:pPr>
                      <a:r>
                        <a:rPr sz="1000" dirty="0">
                          <a:latin typeface="Times New Roman"/>
                          <a:cs typeface="Times New Roman"/>
                        </a:rPr>
                        <a:t>to</a:t>
                      </a:r>
                      <a:r>
                        <a:rPr sz="1000" spc="-40" dirty="0">
                          <a:latin typeface="Times New Roman"/>
                          <a:cs typeface="Times New Roman"/>
                        </a:rPr>
                        <a:t> </a:t>
                      </a:r>
                      <a:r>
                        <a:rPr sz="1000" dirty="0">
                          <a:latin typeface="Times New Roman"/>
                          <a:cs typeface="Times New Roman"/>
                        </a:rPr>
                        <a:t>include</a:t>
                      </a:r>
                      <a:r>
                        <a:rPr sz="1000" spc="5" dirty="0">
                          <a:latin typeface="Times New Roman"/>
                          <a:cs typeface="Times New Roman"/>
                        </a:rPr>
                        <a:t> </a:t>
                      </a:r>
                      <a:r>
                        <a:rPr sz="1000" dirty="0">
                          <a:latin typeface="Times New Roman"/>
                          <a:cs typeface="Times New Roman"/>
                        </a:rPr>
                        <a:t>hardware</a:t>
                      </a:r>
                      <a:r>
                        <a:rPr sz="1000" spc="-20" dirty="0">
                          <a:latin typeface="Times New Roman"/>
                          <a:cs typeface="Times New Roman"/>
                        </a:rPr>
                        <a:t> </a:t>
                      </a:r>
                      <a:r>
                        <a:rPr sz="1000" dirty="0">
                          <a:latin typeface="Times New Roman"/>
                          <a:cs typeface="Times New Roman"/>
                        </a:rPr>
                        <a:t>and</a:t>
                      </a:r>
                      <a:r>
                        <a:rPr sz="1000" spc="-10" dirty="0">
                          <a:latin typeface="Times New Roman"/>
                          <a:cs typeface="Times New Roman"/>
                        </a:rPr>
                        <a:t> </a:t>
                      </a:r>
                      <a:r>
                        <a:rPr sz="1000" dirty="0">
                          <a:latin typeface="Times New Roman"/>
                          <a:cs typeface="Times New Roman"/>
                        </a:rPr>
                        <a:t>virtual</a:t>
                      </a:r>
                      <a:r>
                        <a:rPr sz="1000" spc="-15" dirty="0">
                          <a:latin typeface="Times New Roman"/>
                          <a:cs typeface="Times New Roman"/>
                        </a:rPr>
                        <a:t> </a:t>
                      </a:r>
                      <a:r>
                        <a:rPr sz="1000" spc="-10" dirty="0">
                          <a:latin typeface="Times New Roman"/>
                          <a:cs typeface="Times New Roman"/>
                        </a:rPr>
                        <a:t>environments.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1096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spc="-10" dirty="0">
                          <a:latin typeface="Times New Roman"/>
                          <a:cs typeface="Times New Roman"/>
                        </a:rPr>
                        <a:t>Systems</a:t>
                      </a:r>
                      <a:endParaRPr sz="1000">
                        <a:latin typeface="Times New Roman"/>
                        <a:cs typeface="Times New Roman"/>
                      </a:endParaRPr>
                    </a:p>
                    <a:p>
                      <a:pPr marL="66675">
                        <a:lnSpc>
                          <a:spcPct val="100000"/>
                        </a:lnSpc>
                        <a:spcBef>
                          <a:spcPts val="55"/>
                        </a:spcBef>
                      </a:pPr>
                      <a:r>
                        <a:rPr sz="1000" spc="-10" dirty="0">
                          <a:latin typeface="Times New Roman"/>
                          <a:cs typeface="Times New Roman"/>
                        </a:rPr>
                        <a:t>Administration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System</a:t>
                      </a:r>
                      <a:r>
                        <a:rPr sz="1000" spc="-35" dirty="0">
                          <a:latin typeface="Times New Roman"/>
                          <a:cs typeface="Times New Roman"/>
                        </a:rPr>
                        <a:t> </a:t>
                      </a:r>
                      <a:r>
                        <a:rPr sz="1000" spc="-10" dirty="0">
                          <a:latin typeface="Times New Roman"/>
                          <a:cs typeface="Times New Roman"/>
                        </a:rPr>
                        <a:t>Administrator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451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Installs,</a:t>
                      </a:r>
                      <a:r>
                        <a:rPr sz="1000" spc="-5" dirty="0">
                          <a:latin typeface="Times New Roman"/>
                          <a:cs typeface="Times New Roman"/>
                        </a:rPr>
                        <a:t> </a:t>
                      </a:r>
                      <a:r>
                        <a:rPr sz="1000" dirty="0">
                          <a:latin typeface="Times New Roman"/>
                          <a:cs typeface="Times New Roman"/>
                        </a:rPr>
                        <a:t>configures,</a:t>
                      </a:r>
                      <a:r>
                        <a:rPr sz="1000" spc="-20" dirty="0">
                          <a:latin typeface="Times New Roman"/>
                          <a:cs typeface="Times New Roman"/>
                        </a:rPr>
                        <a:t> </a:t>
                      </a:r>
                      <a:r>
                        <a:rPr sz="1000" dirty="0">
                          <a:latin typeface="Times New Roman"/>
                          <a:cs typeface="Times New Roman"/>
                        </a:rPr>
                        <a:t>troubleshoots,</a:t>
                      </a:r>
                      <a:r>
                        <a:rPr sz="1000" spc="-25" dirty="0">
                          <a:latin typeface="Times New Roman"/>
                          <a:cs typeface="Times New Roman"/>
                        </a:rPr>
                        <a:t> </a:t>
                      </a:r>
                      <a:r>
                        <a:rPr sz="1000" dirty="0">
                          <a:latin typeface="Times New Roman"/>
                          <a:cs typeface="Times New Roman"/>
                        </a:rPr>
                        <a:t>and maintains</a:t>
                      </a:r>
                      <a:r>
                        <a:rPr sz="1000" spc="-5" dirty="0">
                          <a:latin typeface="Times New Roman"/>
                          <a:cs typeface="Times New Roman"/>
                        </a:rPr>
                        <a:t> </a:t>
                      </a:r>
                      <a:r>
                        <a:rPr sz="1000" spc="-10" dirty="0">
                          <a:latin typeface="Times New Roman"/>
                          <a:cs typeface="Times New Roman"/>
                        </a:rPr>
                        <a:t>hardware</a:t>
                      </a:r>
                      <a:endParaRPr sz="1000">
                        <a:latin typeface="Times New Roman"/>
                        <a:cs typeface="Times New Roman"/>
                      </a:endParaRPr>
                    </a:p>
                    <a:p>
                      <a:pPr marL="66675">
                        <a:lnSpc>
                          <a:spcPct val="100000"/>
                        </a:lnSpc>
                        <a:spcBef>
                          <a:spcPts val="55"/>
                        </a:spcBef>
                      </a:pPr>
                      <a:r>
                        <a:rPr sz="1000" dirty="0">
                          <a:latin typeface="Times New Roman"/>
                          <a:cs typeface="Times New Roman"/>
                        </a:rPr>
                        <a:t>and</a:t>
                      </a:r>
                      <a:r>
                        <a:rPr sz="1000" spc="-25" dirty="0">
                          <a:latin typeface="Times New Roman"/>
                          <a:cs typeface="Times New Roman"/>
                        </a:rPr>
                        <a:t> </a:t>
                      </a:r>
                      <a:r>
                        <a:rPr sz="1000" dirty="0">
                          <a:latin typeface="Times New Roman"/>
                          <a:cs typeface="Times New Roman"/>
                        </a:rPr>
                        <a:t>software,</a:t>
                      </a:r>
                      <a:r>
                        <a:rPr sz="1000" spc="5" dirty="0">
                          <a:latin typeface="Times New Roman"/>
                          <a:cs typeface="Times New Roman"/>
                        </a:rPr>
                        <a:t> </a:t>
                      </a:r>
                      <a:r>
                        <a:rPr sz="1000" dirty="0">
                          <a:latin typeface="Times New Roman"/>
                          <a:cs typeface="Times New Roman"/>
                        </a:rPr>
                        <a:t>and</a:t>
                      </a:r>
                      <a:r>
                        <a:rPr sz="1000" spc="-25" dirty="0">
                          <a:latin typeface="Times New Roman"/>
                          <a:cs typeface="Times New Roman"/>
                        </a:rPr>
                        <a:t> </a:t>
                      </a:r>
                      <a:r>
                        <a:rPr sz="1000" dirty="0">
                          <a:latin typeface="Times New Roman"/>
                          <a:cs typeface="Times New Roman"/>
                        </a:rPr>
                        <a:t>administers</a:t>
                      </a:r>
                      <a:r>
                        <a:rPr sz="1000" spc="5" dirty="0">
                          <a:latin typeface="Times New Roman"/>
                          <a:cs typeface="Times New Roman"/>
                        </a:rPr>
                        <a:t> </a:t>
                      </a:r>
                      <a:r>
                        <a:rPr sz="1000" dirty="0">
                          <a:latin typeface="Times New Roman"/>
                          <a:cs typeface="Times New Roman"/>
                        </a:rPr>
                        <a:t>system</a:t>
                      </a:r>
                      <a:r>
                        <a:rPr sz="1000" spc="-30" dirty="0">
                          <a:latin typeface="Times New Roman"/>
                          <a:cs typeface="Times New Roman"/>
                        </a:rPr>
                        <a:t> </a:t>
                      </a:r>
                      <a:r>
                        <a:rPr sz="1000" spc="-10" dirty="0">
                          <a:latin typeface="Times New Roman"/>
                          <a:cs typeface="Times New Roman"/>
                        </a:rPr>
                        <a:t>accounts.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650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145415" algn="r">
                        <a:lnSpc>
                          <a:spcPts val="1270"/>
                        </a:lnSpc>
                      </a:pPr>
                      <a:r>
                        <a:rPr sz="1000" dirty="0">
                          <a:latin typeface="Times New Roman"/>
                          <a:cs typeface="Times New Roman"/>
                        </a:rPr>
                        <a:t>Systems</a:t>
                      </a:r>
                      <a:r>
                        <a:rPr sz="1000" spc="-35" dirty="0">
                          <a:latin typeface="Times New Roman"/>
                          <a:cs typeface="Times New Roman"/>
                        </a:rPr>
                        <a:t> </a:t>
                      </a:r>
                      <a:r>
                        <a:rPr sz="1000" spc="-10" dirty="0">
                          <a:latin typeface="Times New Roman"/>
                          <a:cs typeface="Times New Roman"/>
                        </a:rPr>
                        <a:t>Analysis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Systems</a:t>
                      </a:r>
                      <a:r>
                        <a:rPr sz="1000" spc="-25" dirty="0">
                          <a:latin typeface="Times New Roman"/>
                          <a:cs typeface="Times New Roman"/>
                        </a:rPr>
                        <a:t> </a:t>
                      </a:r>
                      <a:r>
                        <a:rPr sz="1000" dirty="0">
                          <a:latin typeface="Times New Roman"/>
                          <a:cs typeface="Times New Roman"/>
                        </a:rPr>
                        <a:t>Security</a:t>
                      </a:r>
                      <a:r>
                        <a:rPr sz="1000" spc="-30" dirty="0">
                          <a:latin typeface="Times New Roman"/>
                          <a:cs typeface="Times New Roman"/>
                        </a:rPr>
                        <a:t> </a:t>
                      </a:r>
                      <a:r>
                        <a:rPr sz="1000" spc="-10" dirty="0">
                          <a:latin typeface="Times New Roman"/>
                          <a:cs typeface="Times New Roman"/>
                        </a:rPr>
                        <a:t>Analyst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461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Responsible</a:t>
                      </a:r>
                      <a:r>
                        <a:rPr sz="1000" spc="-5" dirty="0">
                          <a:latin typeface="Times New Roman"/>
                          <a:cs typeface="Times New Roman"/>
                        </a:rPr>
                        <a:t> </a:t>
                      </a:r>
                      <a:r>
                        <a:rPr sz="1000" dirty="0">
                          <a:latin typeface="Times New Roman"/>
                          <a:cs typeface="Times New Roman"/>
                        </a:rPr>
                        <a:t>for</a:t>
                      </a:r>
                      <a:r>
                        <a:rPr sz="1000" spc="-10" dirty="0">
                          <a:latin typeface="Times New Roman"/>
                          <a:cs typeface="Times New Roman"/>
                        </a:rPr>
                        <a:t> </a:t>
                      </a:r>
                      <a:r>
                        <a:rPr sz="1000" dirty="0">
                          <a:latin typeface="Times New Roman"/>
                          <a:cs typeface="Times New Roman"/>
                        </a:rPr>
                        <a:t>the</a:t>
                      </a:r>
                      <a:r>
                        <a:rPr sz="1000" spc="-30" dirty="0">
                          <a:latin typeface="Times New Roman"/>
                          <a:cs typeface="Times New Roman"/>
                        </a:rPr>
                        <a:t> </a:t>
                      </a:r>
                      <a:r>
                        <a:rPr sz="1000" dirty="0">
                          <a:latin typeface="Times New Roman"/>
                          <a:cs typeface="Times New Roman"/>
                        </a:rPr>
                        <a:t>analysis</a:t>
                      </a:r>
                      <a:r>
                        <a:rPr sz="1000" spc="-15" dirty="0">
                          <a:latin typeface="Times New Roman"/>
                          <a:cs typeface="Times New Roman"/>
                        </a:rPr>
                        <a:t> </a:t>
                      </a:r>
                      <a:r>
                        <a:rPr sz="1000" dirty="0">
                          <a:latin typeface="Times New Roman"/>
                          <a:cs typeface="Times New Roman"/>
                        </a:rPr>
                        <a:t>and</a:t>
                      </a:r>
                      <a:r>
                        <a:rPr sz="1000" spc="-15" dirty="0">
                          <a:latin typeface="Times New Roman"/>
                          <a:cs typeface="Times New Roman"/>
                        </a:rPr>
                        <a:t> </a:t>
                      </a:r>
                      <a:r>
                        <a:rPr sz="1000" dirty="0">
                          <a:latin typeface="Times New Roman"/>
                          <a:cs typeface="Times New Roman"/>
                        </a:rPr>
                        <a:t>development of</a:t>
                      </a:r>
                      <a:r>
                        <a:rPr sz="1000" spc="-10" dirty="0">
                          <a:latin typeface="Times New Roman"/>
                          <a:cs typeface="Times New Roman"/>
                        </a:rPr>
                        <a:t> </a:t>
                      </a:r>
                      <a:r>
                        <a:rPr sz="1000" spc="-25" dirty="0">
                          <a:latin typeface="Times New Roman"/>
                          <a:cs typeface="Times New Roman"/>
                        </a:rPr>
                        <a:t>the</a:t>
                      </a:r>
                      <a:endParaRPr sz="1000">
                        <a:latin typeface="Times New Roman"/>
                        <a:cs typeface="Times New Roman"/>
                      </a:endParaRPr>
                    </a:p>
                    <a:p>
                      <a:pPr marL="66675" marR="139065">
                        <a:lnSpc>
                          <a:spcPct val="102299"/>
                        </a:lnSpc>
                        <a:spcBef>
                          <a:spcPts val="25"/>
                        </a:spcBef>
                      </a:pPr>
                      <a:r>
                        <a:rPr sz="1000" dirty="0">
                          <a:latin typeface="Times New Roman"/>
                          <a:cs typeface="Times New Roman"/>
                        </a:rPr>
                        <a:t>integration,</a:t>
                      </a:r>
                      <a:r>
                        <a:rPr sz="1000" spc="-20" dirty="0">
                          <a:latin typeface="Times New Roman"/>
                          <a:cs typeface="Times New Roman"/>
                        </a:rPr>
                        <a:t> </a:t>
                      </a:r>
                      <a:r>
                        <a:rPr sz="1000" dirty="0">
                          <a:latin typeface="Times New Roman"/>
                          <a:cs typeface="Times New Roman"/>
                        </a:rPr>
                        <a:t>testing, operations,</a:t>
                      </a:r>
                      <a:r>
                        <a:rPr sz="1000" spc="-15" dirty="0">
                          <a:latin typeface="Times New Roman"/>
                          <a:cs typeface="Times New Roman"/>
                        </a:rPr>
                        <a:t> </a:t>
                      </a:r>
                      <a:r>
                        <a:rPr sz="1000" dirty="0">
                          <a:latin typeface="Times New Roman"/>
                          <a:cs typeface="Times New Roman"/>
                        </a:rPr>
                        <a:t>and</a:t>
                      </a:r>
                      <a:r>
                        <a:rPr sz="1000" spc="-25" dirty="0">
                          <a:latin typeface="Times New Roman"/>
                          <a:cs typeface="Times New Roman"/>
                        </a:rPr>
                        <a:t> </a:t>
                      </a:r>
                      <a:r>
                        <a:rPr sz="1000" dirty="0">
                          <a:latin typeface="Times New Roman"/>
                          <a:cs typeface="Times New Roman"/>
                        </a:rPr>
                        <a:t>maintenance</a:t>
                      </a:r>
                      <a:r>
                        <a:rPr sz="1000" spc="-5" dirty="0">
                          <a:latin typeface="Times New Roman"/>
                          <a:cs typeface="Times New Roman"/>
                        </a:rPr>
                        <a:t> </a:t>
                      </a:r>
                      <a:r>
                        <a:rPr sz="1000" dirty="0">
                          <a:latin typeface="Times New Roman"/>
                          <a:cs typeface="Times New Roman"/>
                        </a:rPr>
                        <a:t>of</a:t>
                      </a:r>
                      <a:r>
                        <a:rPr sz="1000" spc="-40" dirty="0">
                          <a:latin typeface="Times New Roman"/>
                          <a:cs typeface="Times New Roman"/>
                        </a:rPr>
                        <a:t> </a:t>
                      </a:r>
                      <a:r>
                        <a:rPr sz="1000" spc="-10" dirty="0">
                          <a:latin typeface="Times New Roman"/>
                          <a:cs typeface="Times New Roman"/>
                        </a:rPr>
                        <a:t>systems security.</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10963">
                <a:tc rowSpan="8">
                  <a:txBody>
                    <a:bodyPr/>
                    <a:lstStyle/>
                    <a:p>
                      <a:pPr marL="69850">
                        <a:lnSpc>
                          <a:spcPts val="1270"/>
                        </a:lnSpc>
                      </a:pPr>
                      <a:r>
                        <a:rPr sz="1000" dirty="0">
                          <a:latin typeface="Times New Roman"/>
                          <a:cs typeface="Times New Roman"/>
                        </a:rPr>
                        <a:t>Oversee</a:t>
                      </a:r>
                      <a:r>
                        <a:rPr sz="1000" spc="-55" dirty="0">
                          <a:latin typeface="Times New Roman"/>
                          <a:cs typeface="Times New Roman"/>
                        </a:rPr>
                        <a:t> </a:t>
                      </a:r>
                      <a:r>
                        <a:rPr sz="1000" spc="-25" dirty="0">
                          <a:latin typeface="Times New Roman"/>
                          <a:cs typeface="Times New Roman"/>
                        </a:rPr>
                        <a:t>and</a:t>
                      </a:r>
                      <a:endParaRPr sz="1000">
                        <a:latin typeface="Times New Roman"/>
                        <a:cs typeface="Times New Roman"/>
                      </a:endParaRPr>
                    </a:p>
                    <a:p>
                      <a:pPr marL="69850">
                        <a:lnSpc>
                          <a:spcPct val="100000"/>
                        </a:lnSpc>
                        <a:spcBef>
                          <a:spcPts val="55"/>
                        </a:spcBef>
                      </a:pPr>
                      <a:r>
                        <a:rPr sz="1000" spc="-10" dirty="0">
                          <a:latin typeface="Times New Roman"/>
                          <a:cs typeface="Times New Roman"/>
                        </a:rPr>
                        <a:t>Govern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0"/>
                        </a:lnSpc>
                      </a:pPr>
                      <a:r>
                        <a:rPr sz="1000" dirty="0">
                          <a:latin typeface="Times New Roman"/>
                          <a:cs typeface="Times New Roman"/>
                        </a:rPr>
                        <a:t>Legal</a:t>
                      </a:r>
                      <a:r>
                        <a:rPr sz="1000" spc="-25" dirty="0">
                          <a:latin typeface="Times New Roman"/>
                          <a:cs typeface="Times New Roman"/>
                        </a:rPr>
                        <a:t> </a:t>
                      </a:r>
                      <a:r>
                        <a:rPr sz="1000" dirty="0">
                          <a:latin typeface="Times New Roman"/>
                          <a:cs typeface="Times New Roman"/>
                        </a:rPr>
                        <a:t>Advice</a:t>
                      </a:r>
                      <a:r>
                        <a:rPr sz="1000" spc="-50" dirty="0">
                          <a:latin typeface="Times New Roman"/>
                          <a:cs typeface="Times New Roman"/>
                        </a:rPr>
                        <a:t> </a:t>
                      </a:r>
                      <a:r>
                        <a:rPr sz="1000" spc="-25" dirty="0">
                          <a:latin typeface="Times New Roman"/>
                          <a:cs typeface="Times New Roman"/>
                        </a:rPr>
                        <a:t>and</a:t>
                      </a:r>
                      <a:endParaRPr sz="1000">
                        <a:latin typeface="Times New Roman"/>
                        <a:cs typeface="Times New Roman"/>
                      </a:endParaRPr>
                    </a:p>
                    <a:p>
                      <a:pPr marL="66675">
                        <a:lnSpc>
                          <a:spcPct val="100000"/>
                        </a:lnSpc>
                        <a:spcBef>
                          <a:spcPts val="55"/>
                        </a:spcBef>
                      </a:pPr>
                      <a:r>
                        <a:rPr sz="1000" spc="-10" dirty="0">
                          <a:latin typeface="Times New Roman"/>
                          <a:cs typeface="Times New Roman"/>
                        </a:rPr>
                        <a:t>Advocacy</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Cyber</a:t>
                      </a:r>
                      <a:r>
                        <a:rPr sz="1000" spc="-25" dirty="0">
                          <a:latin typeface="Times New Roman"/>
                          <a:cs typeface="Times New Roman"/>
                        </a:rPr>
                        <a:t> </a:t>
                      </a:r>
                      <a:r>
                        <a:rPr sz="1000" dirty="0">
                          <a:latin typeface="Times New Roman"/>
                          <a:cs typeface="Times New Roman"/>
                        </a:rPr>
                        <a:t>Legal</a:t>
                      </a:r>
                      <a:r>
                        <a:rPr sz="1000" spc="-40" dirty="0">
                          <a:latin typeface="Times New Roman"/>
                          <a:cs typeface="Times New Roman"/>
                        </a:rPr>
                        <a:t> </a:t>
                      </a:r>
                      <a:r>
                        <a:rPr sz="1000" spc="-10" dirty="0">
                          <a:latin typeface="Times New Roman"/>
                          <a:cs typeface="Times New Roman"/>
                        </a:rPr>
                        <a:t>Advisor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731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Provides</a:t>
                      </a:r>
                      <a:r>
                        <a:rPr sz="1000" spc="-5" dirty="0">
                          <a:latin typeface="Times New Roman"/>
                          <a:cs typeface="Times New Roman"/>
                        </a:rPr>
                        <a:t> </a:t>
                      </a:r>
                      <a:r>
                        <a:rPr sz="1000" dirty="0">
                          <a:latin typeface="Times New Roman"/>
                          <a:cs typeface="Times New Roman"/>
                        </a:rPr>
                        <a:t>legal</a:t>
                      </a:r>
                      <a:r>
                        <a:rPr sz="1000" spc="-15" dirty="0">
                          <a:latin typeface="Times New Roman"/>
                          <a:cs typeface="Times New Roman"/>
                        </a:rPr>
                        <a:t> </a:t>
                      </a:r>
                      <a:r>
                        <a:rPr sz="1000" dirty="0">
                          <a:latin typeface="Times New Roman"/>
                          <a:cs typeface="Times New Roman"/>
                        </a:rPr>
                        <a:t>advice</a:t>
                      </a:r>
                      <a:r>
                        <a:rPr sz="1000" spc="-20" dirty="0">
                          <a:latin typeface="Times New Roman"/>
                          <a:cs typeface="Times New Roman"/>
                        </a:rPr>
                        <a:t> </a:t>
                      </a:r>
                      <a:r>
                        <a:rPr sz="1000" dirty="0">
                          <a:latin typeface="Times New Roman"/>
                          <a:cs typeface="Times New Roman"/>
                        </a:rPr>
                        <a:t>and</a:t>
                      </a:r>
                      <a:r>
                        <a:rPr sz="1000" spc="-35" dirty="0">
                          <a:latin typeface="Times New Roman"/>
                          <a:cs typeface="Times New Roman"/>
                        </a:rPr>
                        <a:t> </a:t>
                      </a:r>
                      <a:r>
                        <a:rPr sz="1000" dirty="0">
                          <a:latin typeface="Times New Roman"/>
                          <a:cs typeface="Times New Roman"/>
                        </a:rPr>
                        <a:t>recommendations</a:t>
                      </a:r>
                      <a:r>
                        <a:rPr sz="1000" spc="15" dirty="0">
                          <a:latin typeface="Times New Roman"/>
                          <a:cs typeface="Times New Roman"/>
                        </a:rPr>
                        <a:t> </a:t>
                      </a:r>
                      <a:r>
                        <a:rPr sz="1000" dirty="0">
                          <a:latin typeface="Times New Roman"/>
                          <a:cs typeface="Times New Roman"/>
                        </a:rPr>
                        <a:t>on</a:t>
                      </a:r>
                      <a:r>
                        <a:rPr sz="1000" spc="-35" dirty="0">
                          <a:latin typeface="Times New Roman"/>
                          <a:cs typeface="Times New Roman"/>
                        </a:rPr>
                        <a:t> </a:t>
                      </a:r>
                      <a:r>
                        <a:rPr sz="1000" spc="-10" dirty="0">
                          <a:latin typeface="Times New Roman"/>
                          <a:cs typeface="Times New Roman"/>
                        </a:rPr>
                        <a:t>relevant</a:t>
                      </a:r>
                      <a:endParaRPr sz="1000">
                        <a:latin typeface="Times New Roman"/>
                        <a:cs typeface="Times New Roman"/>
                      </a:endParaRPr>
                    </a:p>
                    <a:p>
                      <a:pPr marL="66675">
                        <a:lnSpc>
                          <a:spcPct val="100000"/>
                        </a:lnSpc>
                        <a:spcBef>
                          <a:spcPts val="55"/>
                        </a:spcBef>
                      </a:pPr>
                      <a:r>
                        <a:rPr sz="1000" dirty="0">
                          <a:latin typeface="Times New Roman"/>
                          <a:cs typeface="Times New Roman"/>
                        </a:rPr>
                        <a:t>topics</a:t>
                      </a:r>
                      <a:r>
                        <a:rPr sz="1000" spc="-10" dirty="0">
                          <a:latin typeface="Times New Roman"/>
                          <a:cs typeface="Times New Roman"/>
                        </a:rPr>
                        <a:t> </a:t>
                      </a:r>
                      <a:r>
                        <a:rPr sz="1000" dirty="0">
                          <a:latin typeface="Times New Roman"/>
                          <a:cs typeface="Times New Roman"/>
                        </a:rPr>
                        <a:t>related</a:t>
                      </a:r>
                      <a:r>
                        <a:rPr sz="1000" spc="-35" dirty="0">
                          <a:latin typeface="Times New Roman"/>
                          <a:cs typeface="Times New Roman"/>
                        </a:rPr>
                        <a:t> </a:t>
                      </a:r>
                      <a:r>
                        <a:rPr sz="1000" dirty="0">
                          <a:latin typeface="Times New Roman"/>
                          <a:cs typeface="Times New Roman"/>
                        </a:rPr>
                        <a:t>to</a:t>
                      </a:r>
                      <a:r>
                        <a:rPr sz="1000" spc="-15" dirty="0">
                          <a:latin typeface="Times New Roman"/>
                          <a:cs typeface="Times New Roman"/>
                        </a:rPr>
                        <a:t> </a:t>
                      </a:r>
                      <a:r>
                        <a:rPr sz="1000" dirty="0">
                          <a:latin typeface="Times New Roman"/>
                          <a:cs typeface="Times New Roman"/>
                        </a:rPr>
                        <a:t>cyber </a:t>
                      </a:r>
                      <a:r>
                        <a:rPr sz="1000" spc="-20" dirty="0">
                          <a:latin typeface="Times New Roman"/>
                          <a:cs typeface="Times New Roman"/>
                        </a:rPr>
                        <a:t>law.</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650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Privacy</a:t>
                      </a:r>
                      <a:r>
                        <a:rPr sz="1000" spc="-35" dirty="0">
                          <a:latin typeface="Times New Roman"/>
                          <a:cs typeface="Times New Roman"/>
                        </a:rPr>
                        <a:t> </a:t>
                      </a:r>
                      <a:r>
                        <a:rPr sz="1000" spc="-10" dirty="0">
                          <a:latin typeface="Times New Roman"/>
                          <a:cs typeface="Times New Roman"/>
                        </a:rPr>
                        <a:t>Compliance</a:t>
                      </a:r>
                      <a:endParaRPr sz="1000">
                        <a:latin typeface="Times New Roman"/>
                        <a:cs typeface="Times New Roman"/>
                      </a:endParaRPr>
                    </a:p>
                    <a:p>
                      <a:pPr marL="69215">
                        <a:lnSpc>
                          <a:spcPct val="100000"/>
                        </a:lnSpc>
                        <a:spcBef>
                          <a:spcPts val="55"/>
                        </a:spcBef>
                      </a:pPr>
                      <a:r>
                        <a:rPr sz="1000" spc="-10" dirty="0">
                          <a:latin typeface="Times New Roman"/>
                          <a:cs typeface="Times New Roman"/>
                        </a:rPr>
                        <a:t>Manager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732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Develops</a:t>
                      </a:r>
                      <a:r>
                        <a:rPr sz="1000" spc="-20" dirty="0">
                          <a:latin typeface="Times New Roman"/>
                          <a:cs typeface="Times New Roman"/>
                        </a:rPr>
                        <a:t> </a:t>
                      </a:r>
                      <a:r>
                        <a:rPr sz="1000" dirty="0">
                          <a:latin typeface="Times New Roman"/>
                          <a:cs typeface="Times New Roman"/>
                        </a:rPr>
                        <a:t>and</a:t>
                      </a:r>
                      <a:r>
                        <a:rPr sz="1000" spc="-20" dirty="0">
                          <a:latin typeface="Times New Roman"/>
                          <a:cs typeface="Times New Roman"/>
                        </a:rPr>
                        <a:t> </a:t>
                      </a:r>
                      <a:r>
                        <a:rPr sz="1000" dirty="0">
                          <a:latin typeface="Times New Roman"/>
                          <a:cs typeface="Times New Roman"/>
                        </a:rPr>
                        <a:t>oversees</a:t>
                      </a:r>
                      <a:r>
                        <a:rPr sz="1000" spc="5" dirty="0">
                          <a:latin typeface="Times New Roman"/>
                          <a:cs typeface="Times New Roman"/>
                        </a:rPr>
                        <a:t> </a:t>
                      </a:r>
                      <a:r>
                        <a:rPr sz="1000" dirty="0">
                          <a:latin typeface="Times New Roman"/>
                          <a:cs typeface="Times New Roman"/>
                        </a:rPr>
                        <a:t>privacy</a:t>
                      </a:r>
                      <a:r>
                        <a:rPr sz="1000" spc="-20" dirty="0">
                          <a:latin typeface="Times New Roman"/>
                          <a:cs typeface="Times New Roman"/>
                        </a:rPr>
                        <a:t> </a:t>
                      </a:r>
                      <a:r>
                        <a:rPr sz="1000" dirty="0">
                          <a:latin typeface="Times New Roman"/>
                          <a:cs typeface="Times New Roman"/>
                        </a:rPr>
                        <a:t>compliance</a:t>
                      </a:r>
                      <a:r>
                        <a:rPr sz="1000" spc="-10" dirty="0">
                          <a:latin typeface="Times New Roman"/>
                          <a:cs typeface="Times New Roman"/>
                        </a:rPr>
                        <a:t> </a:t>
                      </a:r>
                      <a:r>
                        <a:rPr sz="1000" dirty="0">
                          <a:latin typeface="Times New Roman"/>
                          <a:cs typeface="Times New Roman"/>
                        </a:rPr>
                        <a:t>program</a:t>
                      </a:r>
                      <a:r>
                        <a:rPr sz="1000" spc="-65" dirty="0">
                          <a:latin typeface="Times New Roman"/>
                          <a:cs typeface="Times New Roman"/>
                        </a:rPr>
                        <a:t> </a:t>
                      </a:r>
                      <a:r>
                        <a:rPr sz="1000" spc="-25" dirty="0">
                          <a:latin typeface="Times New Roman"/>
                          <a:cs typeface="Times New Roman"/>
                        </a:rPr>
                        <a:t>and</a:t>
                      </a:r>
                      <a:endParaRPr sz="1000">
                        <a:latin typeface="Times New Roman"/>
                        <a:cs typeface="Times New Roman"/>
                      </a:endParaRPr>
                    </a:p>
                    <a:p>
                      <a:pPr marL="66675" marR="117475">
                        <a:lnSpc>
                          <a:spcPct val="102299"/>
                        </a:lnSpc>
                        <a:spcBef>
                          <a:spcPts val="25"/>
                        </a:spcBef>
                      </a:pPr>
                      <a:r>
                        <a:rPr sz="1000" dirty="0">
                          <a:latin typeface="Times New Roman"/>
                          <a:cs typeface="Times New Roman"/>
                        </a:rPr>
                        <a:t>privacy</a:t>
                      </a:r>
                      <a:r>
                        <a:rPr sz="1000" spc="-10" dirty="0">
                          <a:latin typeface="Times New Roman"/>
                          <a:cs typeface="Times New Roman"/>
                        </a:rPr>
                        <a:t> </a:t>
                      </a:r>
                      <a:r>
                        <a:rPr sz="1000" dirty="0">
                          <a:latin typeface="Times New Roman"/>
                          <a:cs typeface="Times New Roman"/>
                        </a:rPr>
                        <a:t>program</a:t>
                      </a:r>
                      <a:r>
                        <a:rPr sz="1000" spc="-65" dirty="0">
                          <a:latin typeface="Times New Roman"/>
                          <a:cs typeface="Times New Roman"/>
                        </a:rPr>
                        <a:t> </a:t>
                      </a:r>
                      <a:r>
                        <a:rPr sz="1000" dirty="0">
                          <a:latin typeface="Times New Roman"/>
                          <a:cs typeface="Times New Roman"/>
                        </a:rPr>
                        <a:t>staff,</a:t>
                      </a:r>
                      <a:r>
                        <a:rPr sz="1000" spc="-5" dirty="0">
                          <a:latin typeface="Times New Roman"/>
                          <a:cs typeface="Times New Roman"/>
                        </a:rPr>
                        <a:t> </a:t>
                      </a:r>
                      <a:r>
                        <a:rPr sz="1000" dirty="0">
                          <a:latin typeface="Times New Roman"/>
                          <a:cs typeface="Times New Roman"/>
                        </a:rPr>
                        <a:t>supporting</a:t>
                      </a:r>
                      <a:r>
                        <a:rPr sz="1000" spc="-5" dirty="0">
                          <a:latin typeface="Times New Roman"/>
                          <a:cs typeface="Times New Roman"/>
                        </a:rPr>
                        <a:t> </a:t>
                      </a:r>
                      <a:r>
                        <a:rPr sz="1000" dirty="0">
                          <a:latin typeface="Times New Roman"/>
                          <a:cs typeface="Times New Roman"/>
                        </a:rPr>
                        <a:t>privacy</a:t>
                      </a:r>
                      <a:r>
                        <a:rPr sz="1000" spc="-10" dirty="0">
                          <a:latin typeface="Times New Roman"/>
                          <a:cs typeface="Times New Roman"/>
                        </a:rPr>
                        <a:t> </a:t>
                      </a:r>
                      <a:r>
                        <a:rPr sz="1000" dirty="0">
                          <a:latin typeface="Times New Roman"/>
                          <a:cs typeface="Times New Roman"/>
                        </a:rPr>
                        <a:t>compliance</a:t>
                      </a:r>
                      <a:r>
                        <a:rPr sz="1000" spc="5" dirty="0">
                          <a:latin typeface="Times New Roman"/>
                          <a:cs typeface="Times New Roman"/>
                        </a:rPr>
                        <a:t> </a:t>
                      </a:r>
                      <a:r>
                        <a:rPr sz="1000" spc="-10" dirty="0">
                          <a:latin typeface="Times New Roman"/>
                          <a:cs typeface="Times New Roman"/>
                        </a:rPr>
                        <a:t>needs </a:t>
                      </a:r>
                      <a:r>
                        <a:rPr sz="1000" dirty="0">
                          <a:latin typeface="Times New Roman"/>
                          <a:cs typeface="Times New Roman"/>
                        </a:rPr>
                        <a:t>of privacy</a:t>
                      </a:r>
                      <a:r>
                        <a:rPr sz="1000" spc="-30" dirty="0">
                          <a:latin typeface="Times New Roman"/>
                          <a:cs typeface="Times New Roman"/>
                        </a:rPr>
                        <a:t> </a:t>
                      </a:r>
                      <a:r>
                        <a:rPr sz="1000" dirty="0">
                          <a:latin typeface="Times New Roman"/>
                          <a:cs typeface="Times New Roman"/>
                        </a:rPr>
                        <a:t>and</a:t>
                      </a:r>
                      <a:r>
                        <a:rPr sz="1000" spc="-35" dirty="0">
                          <a:latin typeface="Times New Roman"/>
                          <a:cs typeface="Times New Roman"/>
                        </a:rPr>
                        <a:t> </a:t>
                      </a:r>
                      <a:r>
                        <a:rPr sz="1000" dirty="0">
                          <a:latin typeface="Times New Roman"/>
                          <a:cs typeface="Times New Roman"/>
                        </a:rPr>
                        <a:t>security</a:t>
                      </a:r>
                      <a:r>
                        <a:rPr sz="1000" spc="-5" dirty="0">
                          <a:latin typeface="Times New Roman"/>
                          <a:cs typeface="Times New Roman"/>
                        </a:rPr>
                        <a:t> </a:t>
                      </a:r>
                      <a:r>
                        <a:rPr sz="1000" dirty="0">
                          <a:latin typeface="Times New Roman"/>
                          <a:cs typeface="Times New Roman"/>
                        </a:rPr>
                        <a:t>executives and</a:t>
                      </a:r>
                      <a:r>
                        <a:rPr sz="1000" spc="-5" dirty="0">
                          <a:latin typeface="Times New Roman"/>
                          <a:cs typeface="Times New Roman"/>
                        </a:rPr>
                        <a:t> </a:t>
                      </a:r>
                      <a:r>
                        <a:rPr sz="1000" dirty="0">
                          <a:latin typeface="Times New Roman"/>
                          <a:cs typeface="Times New Roman"/>
                        </a:rPr>
                        <a:t>their</a:t>
                      </a:r>
                      <a:r>
                        <a:rPr sz="1000" spc="5" dirty="0">
                          <a:latin typeface="Times New Roman"/>
                          <a:cs typeface="Times New Roman"/>
                        </a:rPr>
                        <a:t> </a:t>
                      </a:r>
                      <a:r>
                        <a:rPr sz="1000" spc="-10" dirty="0">
                          <a:latin typeface="Times New Roman"/>
                          <a:cs typeface="Times New Roman"/>
                        </a:rPr>
                        <a:t>teams.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622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0"/>
                        </a:lnSpc>
                      </a:pPr>
                      <a:r>
                        <a:rPr sz="1000" spc="-10" dirty="0">
                          <a:latin typeface="Times New Roman"/>
                          <a:cs typeface="Times New Roman"/>
                        </a:rPr>
                        <a:t>Training,</a:t>
                      </a:r>
                      <a:endParaRPr sz="1000">
                        <a:latin typeface="Times New Roman"/>
                        <a:cs typeface="Times New Roman"/>
                      </a:endParaRPr>
                    </a:p>
                    <a:p>
                      <a:pPr marL="66675" marR="294640">
                        <a:lnSpc>
                          <a:spcPts val="1380"/>
                        </a:lnSpc>
                        <a:spcBef>
                          <a:spcPts val="25"/>
                        </a:spcBef>
                      </a:pPr>
                      <a:r>
                        <a:rPr sz="1000" dirty="0">
                          <a:latin typeface="Times New Roman"/>
                          <a:cs typeface="Times New Roman"/>
                        </a:rPr>
                        <a:t>Education,</a:t>
                      </a:r>
                      <a:r>
                        <a:rPr sz="1000" spc="-70" dirty="0">
                          <a:latin typeface="Times New Roman"/>
                          <a:cs typeface="Times New Roman"/>
                        </a:rPr>
                        <a:t> </a:t>
                      </a:r>
                      <a:r>
                        <a:rPr sz="1000" spc="-25" dirty="0">
                          <a:latin typeface="Times New Roman"/>
                          <a:cs typeface="Times New Roman"/>
                        </a:rPr>
                        <a:t>and </a:t>
                      </a:r>
                      <a:r>
                        <a:rPr sz="1000" spc="-10" dirty="0">
                          <a:latin typeface="Times New Roman"/>
                          <a:cs typeface="Times New Roman"/>
                        </a:rPr>
                        <a:t>Awareness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Cyber</a:t>
                      </a:r>
                      <a:r>
                        <a:rPr sz="1000" spc="-35" dirty="0">
                          <a:latin typeface="Times New Roman"/>
                          <a:cs typeface="Times New Roman"/>
                        </a:rPr>
                        <a:t> </a:t>
                      </a:r>
                      <a:r>
                        <a:rPr sz="1000" spc="-10" dirty="0">
                          <a:latin typeface="Times New Roman"/>
                          <a:cs typeface="Times New Roman"/>
                        </a:rPr>
                        <a:t>Instructional</a:t>
                      </a:r>
                      <a:endParaRPr sz="1000">
                        <a:latin typeface="Times New Roman"/>
                        <a:cs typeface="Times New Roman"/>
                      </a:endParaRPr>
                    </a:p>
                    <a:p>
                      <a:pPr marL="69215">
                        <a:lnSpc>
                          <a:spcPct val="100000"/>
                        </a:lnSpc>
                        <a:spcBef>
                          <a:spcPts val="30"/>
                        </a:spcBef>
                      </a:pPr>
                      <a:r>
                        <a:rPr sz="1000" dirty="0">
                          <a:latin typeface="Times New Roman"/>
                          <a:cs typeface="Times New Roman"/>
                        </a:rPr>
                        <a:t>Curriculum</a:t>
                      </a:r>
                      <a:r>
                        <a:rPr sz="1000" spc="-50" dirty="0">
                          <a:latin typeface="Times New Roman"/>
                          <a:cs typeface="Times New Roman"/>
                        </a:rPr>
                        <a:t> </a:t>
                      </a:r>
                      <a:r>
                        <a:rPr sz="1000" spc="-10" dirty="0">
                          <a:latin typeface="Times New Roman"/>
                          <a:cs typeface="Times New Roman"/>
                        </a:rPr>
                        <a:t>Developer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711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Develops,</a:t>
                      </a:r>
                      <a:r>
                        <a:rPr sz="1000" spc="-15" dirty="0">
                          <a:latin typeface="Times New Roman"/>
                          <a:cs typeface="Times New Roman"/>
                        </a:rPr>
                        <a:t> </a:t>
                      </a:r>
                      <a:r>
                        <a:rPr sz="1000" dirty="0">
                          <a:latin typeface="Times New Roman"/>
                          <a:cs typeface="Times New Roman"/>
                        </a:rPr>
                        <a:t>plans,</a:t>
                      </a:r>
                      <a:r>
                        <a:rPr sz="1000" spc="-10" dirty="0">
                          <a:latin typeface="Times New Roman"/>
                          <a:cs typeface="Times New Roman"/>
                        </a:rPr>
                        <a:t> </a:t>
                      </a:r>
                      <a:r>
                        <a:rPr sz="1000" dirty="0">
                          <a:latin typeface="Times New Roman"/>
                          <a:cs typeface="Times New Roman"/>
                        </a:rPr>
                        <a:t>coordinates,</a:t>
                      </a:r>
                      <a:r>
                        <a:rPr sz="1000" spc="-30" dirty="0">
                          <a:latin typeface="Times New Roman"/>
                          <a:cs typeface="Times New Roman"/>
                        </a:rPr>
                        <a:t> </a:t>
                      </a:r>
                      <a:r>
                        <a:rPr sz="1000" dirty="0">
                          <a:latin typeface="Times New Roman"/>
                          <a:cs typeface="Times New Roman"/>
                        </a:rPr>
                        <a:t>and</a:t>
                      </a:r>
                      <a:r>
                        <a:rPr sz="1000" spc="-35" dirty="0">
                          <a:latin typeface="Times New Roman"/>
                          <a:cs typeface="Times New Roman"/>
                        </a:rPr>
                        <a:t> </a:t>
                      </a:r>
                      <a:r>
                        <a:rPr sz="1000" dirty="0">
                          <a:latin typeface="Times New Roman"/>
                          <a:cs typeface="Times New Roman"/>
                        </a:rPr>
                        <a:t>evaluates</a:t>
                      </a:r>
                      <a:r>
                        <a:rPr sz="1000" spc="-10" dirty="0">
                          <a:latin typeface="Times New Roman"/>
                          <a:cs typeface="Times New Roman"/>
                        </a:rPr>
                        <a:t> </a:t>
                      </a:r>
                      <a:r>
                        <a:rPr sz="1000" spc="-20" dirty="0">
                          <a:latin typeface="Times New Roman"/>
                          <a:cs typeface="Times New Roman"/>
                        </a:rPr>
                        <a:t>cyber</a:t>
                      </a:r>
                      <a:endParaRPr sz="1000">
                        <a:latin typeface="Times New Roman"/>
                        <a:cs typeface="Times New Roman"/>
                      </a:endParaRPr>
                    </a:p>
                    <a:p>
                      <a:pPr marL="66675" marR="205740">
                        <a:lnSpc>
                          <a:spcPts val="1380"/>
                        </a:lnSpc>
                      </a:pPr>
                      <a:r>
                        <a:rPr sz="1000" dirty="0">
                          <a:latin typeface="Times New Roman"/>
                          <a:cs typeface="Times New Roman"/>
                        </a:rPr>
                        <a:t>training/education</a:t>
                      </a:r>
                      <a:r>
                        <a:rPr sz="1000" spc="-25" dirty="0">
                          <a:latin typeface="Times New Roman"/>
                          <a:cs typeface="Times New Roman"/>
                        </a:rPr>
                        <a:t> </a:t>
                      </a:r>
                      <a:r>
                        <a:rPr sz="1000" dirty="0">
                          <a:latin typeface="Times New Roman"/>
                          <a:cs typeface="Times New Roman"/>
                        </a:rPr>
                        <a:t>courses, methods,</a:t>
                      </a:r>
                      <a:r>
                        <a:rPr sz="1000" spc="-20" dirty="0">
                          <a:latin typeface="Times New Roman"/>
                          <a:cs typeface="Times New Roman"/>
                        </a:rPr>
                        <a:t> </a:t>
                      </a:r>
                      <a:r>
                        <a:rPr sz="1000" dirty="0">
                          <a:latin typeface="Times New Roman"/>
                          <a:cs typeface="Times New Roman"/>
                        </a:rPr>
                        <a:t>and</a:t>
                      </a:r>
                      <a:r>
                        <a:rPr sz="1000" spc="-45" dirty="0">
                          <a:latin typeface="Times New Roman"/>
                          <a:cs typeface="Times New Roman"/>
                        </a:rPr>
                        <a:t> </a:t>
                      </a:r>
                      <a:r>
                        <a:rPr sz="1000" dirty="0">
                          <a:latin typeface="Times New Roman"/>
                          <a:cs typeface="Times New Roman"/>
                        </a:rPr>
                        <a:t>techniques</a:t>
                      </a:r>
                      <a:r>
                        <a:rPr sz="1000" spc="-20" dirty="0">
                          <a:latin typeface="Times New Roman"/>
                          <a:cs typeface="Times New Roman"/>
                        </a:rPr>
                        <a:t> </a:t>
                      </a:r>
                      <a:r>
                        <a:rPr sz="1000" spc="-10" dirty="0">
                          <a:latin typeface="Times New Roman"/>
                          <a:cs typeface="Times New Roman"/>
                        </a:rPr>
                        <a:t>based </a:t>
                      </a:r>
                      <a:r>
                        <a:rPr sz="1000" dirty="0">
                          <a:latin typeface="Times New Roman"/>
                          <a:cs typeface="Times New Roman"/>
                        </a:rPr>
                        <a:t>on</a:t>
                      </a:r>
                      <a:r>
                        <a:rPr sz="1000" spc="-40" dirty="0">
                          <a:latin typeface="Times New Roman"/>
                          <a:cs typeface="Times New Roman"/>
                        </a:rPr>
                        <a:t> </a:t>
                      </a:r>
                      <a:r>
                        <a:rPr sz="1000" dirty="0">
                          <a:latin typeface="Times New Roman"/>
                          <a:cs typeface="Times New Roman"/>
                        </a:rPr>
                        <a:t>instructional</a:t>
                      </a:r>
                      <a:r>
                        <a:rPr sz="1000" spc="10" dirty="0">
                          <a:latin typeface="Times New Roman"/>
                          <a:cs typeface="Times New Roman"/>
                        </a:rPr>
                        <a:t> </a:t>
                      </a:r>
                      <a:r>
                        <a:rPr sz="1000" spc="-10" dirty="0">
                          <a:latin typeface="Times New Roman"/>
                          <a:cs typeface="Times New Roman"/>
                        </a:rPr>
                        <a:t>needs.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313765">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Cyber</a:t>
                      </a:r>
                      <a:r>
                        <a:rPr sz="1000" spc="-35" dirty="0">
                          <a:latin typeface="Times New Roman"/>
                          <a:cs typeface="Times New Roman"/>
                        </a:rPr>
                        <a:t> </a:t>
                      </a:r>
                      <a:r>
                        <a:rPr sz="1000" spc="-10" dirty="0">
                          <a:latin typeface="Times New Roman"/>
                          <a:cs typeface="Times New Roman"/>
                        </a:rPr>
                        <a:t>Instructor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712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Develops</a:t>
                      </a:r>
                      <a:r>
                        <a:rPr sz="1000" spc="-10" dirty="0">
                          <a:latin typeface="Times New Roman"/>
                          <a:cs typeface="Times New Roman"/>
                        </a:rPr>
                        <a:t> </a:t>
                      </a:r>
                      <a:r>
                        <a:rPr sz="1000" dirty="0">
                          <a:latin typeface="Times New Roman"/>
                          <a:cs typeface="Times New Roman"/>
                        </a:rPr>
                        <a:t>and</a:t>
                      </a:r>
                      <a:r>
                        <a:rPr sz="1000" spc="-35" dirty="0">
                          <a:latin typeface="Times New Roman"/>
                          <a:cs typeface="Times New Roman"/>
                        </a:rPr>
                        <a:t> </a:t>
                      </a:r>
                      <a:r>
                        <a:rPr sz="1000" dirty="0">
                          <a:latin typeface="Times New Roman"/>
                          <a:cs typeface="Times New Roman"/>
                        </a:rPr>
                        <a:t>conducts</a:t>
                      </a:r>
                      <a:r>
                        <a:rPr sz="1000" spc="-10" dirty="0">
                          <a:latin typeface="Times New Roman"/>
                          <a:cs typeface="Times New Roman"/>
                        </a:rPr>
                        <a:t> </a:t>
                      </a:r>
                      <a:r>
                        <a:rPr sz="1000" dirty="0">
                          <a:latin typeface="Times New Roman"/>
                          <a:cs typeface="Times New Roman"/>
                        </a:rPr>
                        <a:t>training</a:t>
                      </a:r>
                      <a:r>
                        <a:rPr sz="1000" spc="-10" dirty="0">
                          <a:latin typeface="Times New Roman"/>
                          <a:cs typeface="Times New Roman"/>
                        </a:rPr>
                        <a:t> </a:t>
                      </a:r>
                      <a:r>
                        <a:rPr sz="1000" dirty="0">
                          <a:latin typeface="Times New Roman"/>
                          <a:cs typeface="Times New Roman"/>
                        </a:rPr>
                        <a:t>or</a:t>
                      </a:r>
                      <a:r>
                        <a:rPr sz="1000" spc="-5" dirty="0">
                          <a:latin typeface="Times New Roman"/>
                          <a:cs typeface="Times New Roman"/>
                        </a:rPr>
                        <a:t> </a:t>
                      </a:r>
                      <a:r>
                        <a:rPr sz="1000" dirty="0">
                          <a:latin typeface="Times New Roman"/>
                          <a:cs typeface="Times New Roman"/>
                        </a:rPr>
                        <a:t>education</a:t>
                      </a:r>
                      <a:r>
                        <a:rPr sz="1000" spc="-10" dirty="0">
                          <a:latin typeface="Times New Roman"/>
                          <a:cs typeface="Times New Roman"/>
                        </a:rPr>
                        <a:t> </a:t>
                      </a:r>
                      <a:r>
                        <a:rPr sz="1000" dirty="0">
                          <a:latin typeface="Times New Roman"/>
                          <a:cs typeface="Times New Roman"/>
                        </a:rPr>
                        <a:t>of</a:t>
                      </a:r>
                      <a:r>
                        <a:rPr sz="1000" spc="-5" dirty="0">
                          <a:latin typeface="Times New Roman"/>
                          <a:cs typeface="Times New Roman"/>
                        </a:rPr>
                        <a:t> </a:t>
                      </a:r>
                      <a:r>
                        <a:rPr sz="1000" spc="-10" dirty="0">
                          <a:latin typeface="Times New Roman"/>
                          <a:cs typeface="Times New Roman"/>
                        </a:rPr>
                        <a:t>personnel</a:t>
                      </a:r>
                      <a:endParaRPr sz="1000">
                        <a:latin typeface="Times New Roman"/>
                        <a:cs typeface="Times New Roman"/>
                      </a:endParaRPr>
                    </a:p>
                    <a:p>
                      <a:pPr marL="66675">
                        <a:lnSpc>
                          <a:spcPct val="100000"/>
                        </a:lnSpc>
                        <a:spcBef>
                          <a:spcPts val="55"/>
                        </a:spcBef>
                      </a:pPr>
                      <a:r>
                        <a:rPr sz="1000" dirty="0">
                          <a:latin typeface="Times New Roman"/>
                          <a:cs typeface="Times New Roman"/>
                        </a:rPr>
                        <a:t>within</a:t>
                      </a:r>
                      <a:r>
                        <a:rPr sz="1000" spc="-25" dirty="0">
                          <a:latin typeface="Times New Roman"/>
                          <a:cs typeface="Times New Roman"/>
                        </a:rPr>
                        <a:t> </a:t>
                      </a:r>
                      <a:r>
                        <a:rPr sz="1000" dirty="0">
                          <a:latin typeface="Times New Roman"/>
                          <a:cs typeface="Times New Roman"/>
                        </a:rPr>
                        <a:t>cyber</a:t>
                      </a:r>
                      <a:r>
                        <a:rPr sz="1000" spc="-20" dirty="0">
                          <a:latin typeface="Times New Roman"/>
                          <a:cs typeface="Times New Roman"/>
                        </a:rPr>
                        <a:t> </a:t>
                      </a:r>
                      <a:r>
                        <a:rPr sz="1000" spc="-10" dirty="0">
                          <a:latin typeface="Times New Roman"/>
                          <a:cs typeface="Times New Roman"/>
                        </a:rPr>
                        <a:t>domain.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31096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5"/>
                        </a:lnSpc>
                      </a:pPr>
                      <a:r>
                        <a:rPr sz="1000" spc="-10" dirty="0">
                          <a:latin typeface="Times New Roman"/>
                          <a:cs typeface="Times New Roman"/>
                        </a:rPr>
                        <a:t>Cybersecurity</a:t>
                      </a:r>
                      <a:endParaRPr sz="1000">
                        <a:latin typeface="Times New Roman"/>
                        <a:cs typeface="Times New Roman"/>
                      </a:endParaRPr>
                    </a:p>
                    <a:p>
                      <a:pPr marL="66675">
                        <a:lnSpc>
                          <a:spcPct val="100000"/>
                        </a:lnSpc>
                        <a:spcBef>
                          <a:spcPts val="30"/>
                        </a:spcBef>
                      </a:pPr>
                      <a:r>
                        <a:rPr sz="1000" spc="-10" dirty="0">
                          <a:latin typeface="Times New Roman"/>
                          <a:cs typeface="Times New Roman"/>
                        </a:rPr>
                        <a:t>Management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5"/>
                        </a:lnSpc>
                      </a:pPr>
                      <a:r>
                        <a:rPr sz="1000" dirty="0">
                          <a:latin typeface="Times New Roman"/>
                          <a:cs typeface="Times New Roman"/>
                        </a:rPr>
                        <a:t>Information</a:t>
                      </a:r>
                      <a:r>
                        <a:rPr sz="1000" spc="-30" dirty="0">
                          <a:latin typeface="Times New Roman"/>
                          <a:cs typeface="Times New Roman"/>
                        </a:rPr>
                        <a:t> </a:t>
                      </a:r>
                      <a:r>
                        <a:rPr sz="1000" spc="-10" dirty="0">
                          <a:latin typeface="Times New Roman"/>
                          <a:cs typeface="Times New Roman"/>
                        </a:rPr>
                        <a:t>Systems</a:t>
                      </a:r>
                      <a:endParaRPr sz="1000">
                        <a:latin typeface="Times New Roman"/>
                        <a:cs typeface="Times New Roman"/>
                      </a:endParaRPr>
                    </a:p>
                    <a:p>
                      <a:pPr marL="69215">
                        <a:lnSpc>
                          <a:spcPct val="100000"/>
                        </a:lnSpc>
                        <a:spcBef>
                          <a:spcPts val="30"/>
                        </a:spcBef>
                      </a:pPr>
                      <a:r>
                        <a:rPr sz="1000" dirty="0">
                          <a:latin typeface="Times New Roman"/>
                          <a:cs typeface="Times New Roman"/>
                        </a:rPr>
                        <a:t>Security</a:t>
                      </a:r>
                      <a:r>
                        <a:rPr sz="1000" spc="-45" dirty="0">
                          <a:latin typeface="Times New Roman"/>
                          <a:cs typeface="Times New Roman"/>
                        </a:rPr>
                        <a:t> </a:t>
                      </a:r>
                      <a:r>
                        <a:rPr sz="1000" spc="-10" dirty="0">
                          <a:latin typeface="Times New Roman"/>
                          <a:cs typeface="Times New Roman"/>
                        </a:rPr>
                        <a:t>Manager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5"/>
                        </a:lnSpc>
                      </a:pPr>
                      <a:r>
                        <a:rPr sz="1000" spc="-25" dirty="0">
                          <a:latin typeface="Times New Roman"/>
                          <a:cs typeface="Times New Roman"/>
                        </a:rPr>
                        <a:t>722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5"/>
                        </a:lnSpc>
                      </a:pPr>
                      <a:r>
                        <a:rPr sz="1000" dirty="0">
                          <a:latin typeface="Times New Roman"/>
                          <a:cs typeface="Times New Roman"/>
                        </a:rPr>
                        <a:t>Responsible</a:t>
                      </a:r>
                      <a:r>
                        <a:rPr sz="1000" spc="-5" dirty="0">
                          <a:latin typeface="Times New Roman"/>
                          <a:cs typeface="Times New Roman"/>
                        </a:rPr>
                        <a:t> </a:t>
                      </a:r>
                      <a:r>
                        <a:rPr sz="1000" dirty="0">
                          <a:latin typeface="Times New Roman"/>
                          <a:cs typeface="Times New Roman"/>
                        </a:rPr>
                        <a:t>for</a:t>
                      </a:r>
                      <a:r>
                        <a:rPr sz="1000" spc="-10" dirty="0">
                          <a:latin typeface="Times New Roman"/>
                          <a:cs typeface="Times New Roman"/>
                        </a:rPr>
                        <a:t> </a:t>
                      </a:r>
                      <a:r>
                        <a:rPr sz="1000" dirty="0">
                          <a:latin typeface="Times New Roman"/>
                          <a:cs typeface="Times New Roman"/>
                        </a:rPr>
                        <a:t>the</a:t>
                      </a:r>
                      <a:r>
                        <a:rPr sz="1000" spc="-5" dirty="0">
                          <a:latin typeface="Times New Roman"/>
                          <a:cs typeface="Times New Roman"/>
                        </a:rPr>
                        <a:t> </a:t>
                      </a:r>
                      <a:r>
                        <a:rPr sz="1000" dirty="0">
                          <a:latin typeface="Times New Roman"/>
                          <a:cs typeface="Times New Roman"/>
                        </a:rPr>
                        <a:t>cybersecurity</a:t>
                      </a:r>
                      <a:r>
                        <a:rPr sz="1000" spc="-20" dirty="0">
                          <a:latin typeface="Times New Roman"/>
                          <a:cs typeface="Times New Roman"/>
                        </a:rPr>
                        <a:t> </a:t>
                      </a:r>
                      <a:r>
                        <a:rPr sz="1000" dirty="0">
                          <a:latin typeface="Times New Roman"/>
                          <a:cs typeface="Times New Roman"/>
                        </a:rPr>
                        <a:t>of</a:t>
                      </a:r>
                      <a:r>
                        <a:rPr sz="1000" spc="-30" dirty="0">
                          <a:latin typeface="Times New Roman"/>
                          <a:cs typeface="Times New Roman"/>
                        </a:rPr>
                        <a:t> </a:t>
                      </a:r>
                      <a:r>
                        <a:rPr sz="1000" dirty="0">
                          <a:latin typeface="Times New Roman"/>
                          <a:cs typeface="Times New Roman"/>
                        </a:rPr>
                        <a:t>a</a:t>
                      </a:r>
                      <a:r>
                        <a:rPr sz="1000" spc="-5" dirty="0">
                          <a:latin typeface="Times New Roman"/>
                          <a:cs typeface="Times New Roman"/>
                        </a:rPr>
                        <a:t> </a:t>
                      </a:r>
                      <a:r>
                        <a:rPr sz="1000" spc="-10" dirty="0">
                          <a:latin typeface="Times New Roman"/>
                          <a:cs typeface="Times New Roman"/>
                        </a:rPr>
                        <a:t>program,</a:t>
                      </a:r>
                      <a:endParaRPr sz="1000">
                        <a:latin typeface="Times New Roman"/>
                        <a:cs typeface="Times New Roman"/>
                      </a:endParaRPr>
                    </a:p>
                    <a:p>
                      <a:pPr marL="66675">
                        <a:lnSpc>
                          <a:spcPct val="100000"/>
                        </a:lnSpc>
                        <a:spcBef>
                          <a:spcPts val="30"/>
                        </a:spcBef>
                      </a:pPr>
                      <a:r>
                        <a:rPr sz="1000" dirty="0">
                          <a:latin typeface="Times New Roman"/>
                          <a:cs typeface="Times New Roman"/>
                        </a:rPr>
                        <a:t>organization,</a:t>
                      </a:r>
                      <a:r>
                        <a:rPr sz="1000" spc="-30" dirty="0">
                          <a:latin typeface="Times New Roman"/>
                          <a:cs typeface="Times New Roman"/>
                        </a:rPr>
                        <a:t> </a:t>
                      </a:r>
                      <a:r>
                        <a:rPr sz="1000" dirty="0">
                          <a:latin typeface="Times New Roman"/>
                          <a:cs typeface="Times New Roman"/>
                        </a:rPr>
                        <a:t>system,</a:t>
                      </a:r>
                      <a:r>
                        <a:rPr sz="1000" spc="-15" dirty="0">
                          <a:latin typeface="Times New Roman"/>
                          <a:cs typeface="Times New Roman"/>
                        </a:rPr>
                        <a:t> </a:t>
                      </a:r>
                      <a:r>
                        <a:rPr sz="1000" dirty="0">
                          <a:latin typeface="Times New Roman"/>
                          <a:cs typeface="Times New Roman"/>
                        </a:rPr>
                        <a:t>or</a:t>
                      </a:r>
                      <a:r>
                        <a:rPr sz="1000" spc="-25" dirty="0">
                          <a:latin typeface="Times New Roman"/>
                          <a:cs typeface="Times New Roman"/>
                        </a:rPr>
                        <a:t> </a:t>
                      </a:r>
                      <a:r>
                        <a:rPr sz="1000" spc="-10" dirty="0">
                          <a:latin typeface="Times New Roman"/>
                          <a:cs typeface="Times New Roman"/>
                        </a:rPr>
                        <a:t>enclave.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1096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COMSEC</a:t>
                      </a:r>
                      <a:r>
                        <a:rPr sz="1000" spc="-65" dirty="0">
                          <a:latin typeface="Times New Roman"/>
                          <a:cs typeface="Times New Roman"/>
                        </a:rPr>
                        <a:t> </a:t>
                      </a:r>
                      <a:r>
                        <a:rPr sz="1000" spc="-10" dirty="0">
                          <a:latin typeface="Times New Roman"/>
                          <a:cs typeface="Times New Roman"/>
                        </a:rPr>
                        <a:t>Manager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723</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Manages</a:t>
                      </a:r>
                      <a:r>
                        <a:rPr sz="1000" spc="-20" dirty="0">
                          <a:latin typeface="Times New Roman"/>
                          <a:cs typeface="Times New Roman"/>
                        </a:rPr>
                        <a:t> </a:t>
                      </a:r>
                      <a:r>
                        <a:rPr sz="1000" dirty="0">
                          <a:latin typeface="Times New Roman"/>
                          <a:cs typeface="Times New Roman"/>
                        </a:rPr>
                        <a:t>the</a:t>
                      </a:r>
                      <a:r>
                        <a:rPr sz="1000" spc="-30" dirty="0">
                          <a:latin typeface="Times New Roman"/>
                          <a:cs typeface="Times New Roman"/>
                        </a:rPr>
                        <a:t> </a:t>
                      </a:r>
                      <a:r>
                        <a:rPr sz="1000" dirty="0">
                          <a:latin typeface="Times New Roman"/>
                          <a:cs typeface="Times New Roman"/>
                        </a:rPr>
                        <a:t>Communications Security</a:t>
                      </a:r>
                      <a:r>
                        <a:rPr sz="1000" spc="-45" dirty="0">
                          <a:latin typeface="Times New Roman"/>
                          <a:cs typeface="Times New Roman"/>
                        </a:rPr>
                        <a:t> </a:t>
                      </a:r>
                      <a:r>
                        <a:rPr sz="1000" spc="-10" dirty="0">
                          <a:latin typeface="Times New Roman"/>
                          <a:cs typeface="Times New Roman"/>
                        </a:rPr>
                        <a:t>(COMSEC)</a:t>
                      </a:r>
                      <a:endParaRPr sz="1000">
                        <a:latin typeface="Times New Roman"/>
                        <a:cs typeface="Times New Roman"/>
                      </a:endParaRPr>
                    </a:p>
                    <a:p>
                      <a:pPr marL="66675">
                        <a:lnSpc>
                          <a:spcPct val="100000"/>
                        </a:lnSpc>
                        <a:spcBef>
                          <a:spcPts val="30"/>
                        </a:spcBef>
                      </a:pPr>
                      <a:r>
                        <a:rPr sz="1000" dirty="0">
                          <a:latin typeface="Times New Roman"/>
                          <a:cs typeface="Times New Roman"/>
                        </a:rPr>
                        <a:t>resources</a:t>
                      </a:r>
                      <a:r>
                        <a:rPr sz="1000" spc="5" dirty="0">
                          <a:latin typeface="Times New Roman"/>
                          <a:cs typeface="Times New Roman"/>
                        </a:rPr>
                        <a:t> </a:t>
                      </a:r>
                      <a:r>
                        <a:rPr sz="1000" dirty="0">
                          <a:latin typeface="Times New Roman"/>
                          <a:cs typeface="Times New Roman"/>
                        </a:rPr>
                        <a:t>of</a:t>
                      </a:r>
                      <a:r>
                        <a:rPr sz="1000" spc="-30" dirty="0">
                          <a:latin typeface="Times New Roman"/>
                          <a:cs typeface="Times New Roman"/>
                        </a:rPr>
                        <a:t> </a:t>
                      </a:r>
                      <a:r>
                        <a:rPr sz="1000" dirty="0">
                          <a:latin typeface="Times New Roman"/>
                          <a:cs typeface="Times New Roman"/>
                        </a:rPr>
                        <a:t>an</a:t>
                      </a:r>
                      <a:r>
                        <a:rPr sz="1000" spc="-15" dirty="0">
                          <a:latin typeface="Times New Roman"/>
                          <a:cs typeface="Times New Roman"/>
                        </a:rPr>
                        <a:t> </a:t>
                      </a:r>
                      <a:r>
                        <a:rPr sz="1000" dirty="0">
                          <a:latin typeface="Times New Roman"/>
                          <a:cs typeface="Times New Roman"/>
                        </a:rPr>
                        <a:t>organization</a:t>
                      </a:r>
                      <a:r>
                        <a:rPr sz="1000" spc="-40" dirty="0">
                          <a:latin typeface="Times New Roman"/>
                          <a:cs typeface="Times New Roman"/>
                        </a:rPr>
                        <a:t> </a:t>
                      </a:r>
                      <a:r>
                        <a:rPr sz="1000" dirty="0">
                          <a:latin typeface="Times New Roman"/>
                          <a:cs typeface="Times New Roman"/>
                        </a:rPr>
                        <a:t>(CNSSI</a:t>
                      </a:r>
                      <a:r>
                        <a:rPr sz="1000" spc="-30" dirty="0">
                          <a:latin typeface="Times New Roman"/>
                          <a:cs typeface="Times New Roman"/>
                        </a:rPr>
                        <a:t> </a:t>
                      </a:r>
                      <a:r>
                        <a:rPr sz="1000" spc="-10" dirty="0">
                          <a:latin typeface="Times New Roman"/>
                          <a:cs typeface="Times New Roman"/>
                        </a:rPr>
                        <a:t>4009).</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77040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0"/>
                        </a:lnSpc>
                      </a:pPr>
                      <a:r>
                        <a:rPr sz="1000" dirty="0">
                          <a:latin typeface="Times New Roman"/>
                          <a:cs typeface="Times New Roman"/>
                        </a:rPr>
                        <a:t>Strategic</a:t>
                      </a:r>
                      <a:r>
                        <a:rPr sz="1000" spc="-35" dirty="0">
                          <a:latin typeface="Times New Roman"/>
                          <a:cs typeface="Times New Roman"/>
                        </a:rPr>
                        <a:t> </a:t>
                      </a:r>
                      <a:r>
                        <a:rPr sz="1000" spc="-10" dirty="0">
                          <a:latin typeface="Times New Roman"/>
                          <a:cs typeface="Times New Roman"/>
                        </a:rPr>
                        <a:t>Planning</a:t>
                      </a:r>
                      <a:endParaRPr sz="1000">
                        <a:latin typeface="Times New Roman"/>
                        <a:cs typeface="Times New Roman"/>
                      </a:endParaRPr>
                    </a:p>
                    <a:p>
                      <a:pPr marL="66675">
                        <a:lnSpc>
                          <a:spcPct val="100000"/>
                        </a:lnSpc>
                        <a:spcBef>
                          <a:spcPts val="30"/>
                        </a:spcBef>
                      </a:pPr>
                      <a:r>
                        <a:rPr sz="1000" dirty="0">
                          <a:latin typeface="Times New Roman"/>
                          <a:cs typeface="Times New Roman"/>
                        </a:rPr>
                        <a:t>and</a:t>
                      </a:r>
                      <a:r>
                        <a:rPr sz="1000" spc="-30" dirty="0">
                          <a:latin typeface="Times New Roman"/>
                          <a:cs typeface="Times New Roman"/>
                        </a:rPr>
                        <a:t> </a:t>
                      </a:r>
                      <a:r>
                        <a:rPr sz="1000" spc="-10" dirty="0">
                          <a:latin typeface="Times New Roman"/>
                          <a:cs typeface="Times New Roman"/>
                        </a:rPr>
                        <a:t>Policy</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Cyber</a:t>
                      </a:r>
                      <a:r>
                        <a:rPr sz="1000" spc="-35" dirty="0">
                          <a:latin typeface="Times New Roman"/>
                          <a:cs typeface="Times New Roman"/>
                        </a:rPr>
                        <a:t> </a:t>
                      </a:r>
                      <a:r>
                        <a:rPr sz="1000" spc="-10" dirty="0">
                          <a:latin typeface="Times New Roman"/>
                          <a:cs typeface="Times New Roman"/>
                        </a:rPr>
                        <a:t>Workforce</a:t>
                      </a:r>
                      <a:endParaRPr sz="1000">
                        <a:latin typeface="Times New Roman"/>
                        <a:cs typeface="Times New Roman"/>
                      </a:endParaRPr>
                    </a:p>
                    <a:p>
                      <a:pPr marL="69215">
                        <a:lnSpc>
                          <a:spcPct val="100000"/>
                        </a:lnSpc>
                        <a:spcBef>
                          <a:spcPts val="30"/>
                        </a:spcBef>
                      </a:pPr>
                      <a:r>
                        <a:rPr sz="1000" dirty="0">
                          <a:latin typeface="Times New Roman"/>
                          <a:cs typeface="Times New Roman"/>
                        </a:rPr>
                        <a:t>Developer</a:t>
                      </a:r>
                      <a:r>
                        <a:rPr sz="1000" spc="-10"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spc="-10" dirty="0">
                          <a:latin typeface="Times New Roman"/>
                          <a:cs typeface="Times New Roman"/>
                        </a:rPr>
                        <a:t>Manager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751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Develops</a:t>
                      </a:r>
                      <a:r>
                        <a:rPr sz="1000" spc="-15" dirty="0">
                          <a:latin typeface="Times New Roman"/>
                          <a:cs typeface="Times New Roman"/>
                        </a:rPr>
                        <a:t> </a:t>
                      </a:r>
                      <a:r>
                        <a:rPr sz="1000" dirty="0">
                          <a:latin typeface="Times New Roman"/>
                          <a:cs typeface="Times New Roman"/>
                        </a:rPr>
                        <a:t>cyberspace</a:t>
                      </a:r>
                      <a:r>
                        <a:rPr sz="1000" spc="-45" dirty="0">
                          <a:latin typeface="Times New Roman"/>
                          <a:cs typeface="Times New Roman"/>
                        </a:rPr>
                        <a:t> </a:t>
                      </a:r>
                      <a:r>
                        <a:rPr sz="1000" dirty="0">
                          <a:latin typeface="Times New Roman"/>
                          <a:cs typeface="Times New Roman"/>
                        </a:rPr>
                        <a:t>workforce</a:t>
                      </a:r>
                      <a:r>
                        <a:rPr sz="1000" spc="-20" dirty="0">
                          <a:latin typeface="Times New Roman"/>
                          <a:cs typeface="Times New Roman"/>
                        </a:rPr>
                        <a:t> </a:t>
                      </a:r>
                      <a:r>
                        <a:rPr sz="1000" dirty="0">
                          <a:latin typeface="Times New Roman"/>
                          <a:cs typeface="Times New Roman"/>
                        </a:rPr>
                        <a:t>plans,</a:t>
                      </a:r>
                      <a:r>
                        <a:rPr sz="1000" spc="-30" dirty="0">
                          <a:latin typeface="Times New Roman"/>
                          <a:cs typeface="Times New Roman"/>
                        </a:rPr>
                        <a:t> </a:t>
                      </a:r>
                      <a:r>
                        <a:rPr sz="1000" dirty="0">
                          <a:latin typeface="Times New Roman"/>
                          <a:cs typeface="Times New Roman"/>
                        </a:rPr>
                        <a:t>strategies</a:t>
                      </a:r>
                      <a:r>
                        <a:rPr sz="1000" spc="-30" dirty="0">
                          <a:latin typeface="Times New Roman"/>
                          <a:cs typeface="Times New Roman"/>
                        </a:rPr>
                        <a:t> </a:t>
                      </a:r>
                      <a:r>
                        <a:rPr sz="1000" spc="-25" dirty="0">
                          <a:latin typeface="Times New Roman"/>
                          <a:cs typeface="Times New Roman"/>
                        </a:rPr>
                        <a:t>and</a:t>
                      </a:r>
                      <a:endParaRPr sz="1000">
                        <a:latin typeface="Times New Roman"/>
                        <a:cs typeface="Times New Roman"/>
                      </a:endParaRPr>
                    </a:p>
                    <a:p>
                      <a:pPr marL="66675">
                        <a:lnSpc>
                          <a:spcPct val="100000"/>
                        </a:lnSpc>
                        <a:spcBef>
                          <a:spcPts val="30"/>
                        </a:spcBef>
                      </a:pPr>
                      <a:r>
                        <a:rPr sz="1000" dirty="0">
                          <a:latin typeface="Times New Roman"/>
                          <a:cs typeface="Times New Roman"/>
                        </a:rPr>
                        <a:t>guidance</a:t>
                      </a:r>
                      <a:r>
                        <a:rPr sz="1000" spc="-30" dirty="0">
                          <a:latin typeface="Times New Roman"/>
                          <a:cs typeface="Times New Roman"/>
                        </a:rPr>
                        <a:t> </a:t>
                      </a:r>
                      <a:r>
                        <a:rPr sz="1000" dirty="0">
                          <a:latin typeface="Times New Roman"/>
                          <a:cs typeface="Times New Roman"/>
                        </a:rPr>
                        <a:t>to</a:t>
                      </a:r>
                      <a:r>
                        <a:rPr sz="1000" spc="-40" dirty="0">
                          <a:latin typeface="Times New Roman"/>
                          <a:cs typeface="Times New Roman"/>
                        </a:rPr>
                        <a:t> </a:t>
                      </a:r>
                      <a:r>
                        <a:rPr sz="1000" dirty="0">
                          <a:latin typeface="Times New Roman"/>
                          <a:cs typeface="Times New Roman"/>
                        </a:rPr>
                        <a:t>support</a:t>
                      </a:r>
                      <a:r>
                        <a:rPr sz="1000" spc="5" dirty="0">
                          <a:latin typeface="Times New Roman"/>
                          <a:cs typeface="Times New Roman"/>
                        </a:rPr>
                        <a:t> </a:t>
                      </a:r>
                      <a:r>
                        <a:rPr sz="1000" dirty="0">
                          <a:latin typeface="Times New Roman"/>
                          <a:cs typeface="Times New Roman"/>
                        </a:rPr>
                        <a:t>cyberspace</a:t>
                      </a:r>
                      <a:r>
                        <a:rPr sz="1000" spc="-30" dirty="0">
                          <a:latin typeface="Times New Roman"/>
                          <a:cs typeface="Times New Roman"/>
                        </a:rPr>
                        <a:t> </a:t>
                      </a:r>
                      <a:r>
                        <a:rPr sz="1000" dirty="0">
                          <a:latin typeface="Times New Roman"/>
                          <a:cs typeface="Times New Roman"/>
                        </a:rPr>
                        <a:t>workforce</a:t>
                      </a:r>
                      <a:r>
                        <a:rPr sz="1000" spc="25" dirty="0">
                          <a:latin typeface="Times New Roman"/>
                          <a:cs typeface="Times New Roman"/>
                        </a:rPr>
                        <a:t> </a:t>
                      </a:r>
                      <a:r>
                        <a:rPr sz="1000" spc="-10" dirty="0">
                          <a:latin typeface="Times New Roman"/>
                          <a:cs typeface="Times New Roman"/>
                        </a:rPr>
                        <a:t>manpower,</a:t>
                      </a:r>
                      <a:endParaRPr sz="1000">
                        <a:latin typeface="Times New Roman"/>
                        <a:cs typeface="Times New Roman"/>
                      </a:endParaRPr>
                    </a:p>
                    <a:p>
                      <a:pPr marL="66675" marR="300355">
                        <a:lnSpc>
                          <a:spcPct val="103200"/>
                        </a:lnSpc>
                        <a:spcBef>
                          <a:spcPts val="10"/>
                        </a:spcBef>
                      </a:pPr>
                      <a:r>
                        <a:rPr sz="1000" dirty="0">
                          <a:latin typeface="Times New Roman"/>
                          <a:cs typeface="Times New Roman"/>
                        </a:rPr>
                        <a:t>personnel, training</a:t>
                      </a:r>
                      <a:r>
                        <a:rPr sz="1000" spc="-30" dirty="0">
                          <a:latin typeface="Times New Roman"/>
                          <a:cs typeface="Times New Roman"/>
                        </a:rPr>
                        <a:t> </a:t>
                      </a:r>
                      <a:r>
                        <a:rPr sz="1000" dirty="0">
                          <a:latin typeface="Times New Roman"/>
                          <a:cs typeface="Times New Roman"/>
                        </a:rPr>
                        <a:t>and</a:t>
                      </a:r>
                      <a:r>
                        <a:rPr sz="1000" spc="-5" dirty="0">
                          <a:latin typeface="Times New Roman"/>
                          <a:cs typeface="Times New Roman"/>
                        </a:rPr>
                        <a:t> </a:t>
                      </a:r>
                      <a:r>
                        <a:rPr sz="1000" dirty="0">
                          <a:latin typeface="Times New Roman"/>
                          <a:cs typeface="Times New Roman"/>
                        </a:rPr>
                        <a:t>education</a:t>
                      </a:r>
                      <a:r>
                        <a:rPr sz="1000" spc="-30" dirty="0">
                          <a:latin typeface="Times New Roman"/>
                          <a:cs typeface="Times New Roman"/>
                        </a:rPr>
                        <a:t> </a:t>
                      </a:r>
                      <a:r>
                        <a:rPr sz="1000" dirty="0">
                          <a:latin typeface="Times New Roman"/>
                          <a:cs typeface="Times New Roman"/>
                        </a:rPr>
                        <a:t>requirements and</a:t>
                      </a:r>
                      <a:r>
                        <a:rPr sz="1000" spc="-30" dirty="0">
                          <a:latin typeface="Times New Roman"/>
                          <a:cs typeface="Times New Roman"/>
                        </a:rPr>
                        <a:t> </a:t>
                      </a:r>
                      <a:r>
                        <a:rPr sz="1000" spc="-25" dirty="0">
                          <a:latin typeface="Times New Roman"/>
                          <a:cs typeface="Times New Roman"/>
                        </a:rPr>
                        <a:t>to </a:t>
                      </a:r>
                      <a:r>
                        <a:rPr sz="1000" dirty="0">
                          <a:latin typeface="Times New Roman"/>
                          <a:cs typeface="Times New Roman"/>
                        </a:rPr>
                        <a:t>address</a:t>
                      </a:r>
                      <a:r>
                        <a:rPr sz="1000" spc="-25" dirty="0">
                          <a:latin typeface="Times New Roman"/>
                          <a:cs typeface="Times New Roman"/>
                        </a:rPr>
                        <a:t> </a:t>
                      </a:r>
                      <a:r>
                        <a:rPr sz="1000" dirty="0">
                          <a:latin typeface="Times New Roman"/>
                          <a:cs typeface="Times New Roman"/>
                        </a:rPr>
                        <a:t>changes</a:t>
                      </a:r>
                      <a:r>
                        <a:rPr sz="1000" spc="-15" dirty="0">
                          <a:latin typeface="Times New Roman"/>
                          <a:cs typeface="Times New Roman"/>
                        </a:rPr>
                        <a:t> </a:t>
                      </a:r>
                      <a:r>
                        <a:rPr sz="1000" dirty="0">
                          <a:latin typeface="Times New Roman"/>
                          <a:cs typeface="Times New Roman"/>
                        </a:rPr>
                        <a:t>to</a:t>
                      </a:r>
                      <a:r>
                        <a:rPr sz="1000" spc="-40" dirty="0">
                          <a:latin typeface="Times New Roman"/>
                          <a:cs typeface="Times New Roman"/>
                        </a:rPr>
                        <a:t> </a:t>
                      </a:r>
                      <a:r>
                        <a:rPr sz="1000" dirty="0">
                          <a:latin typeface="Times New Roman"/>
                          <a:cs typeface="Times New Roman"/>
                        </a:rPr>
                        <a:t>cyberspace policy,</a:t>
                      </a:r>
                      <a:r>
                        <a:rPr sz="1000" spc="5" dirty="0">
                          <a:latin typeface="Times New Roman"/>
                          <a:cs typeface="Times New Roman"/>
                        </a:rPr>
                        <a:t> </a:t>
                      </a:r>
                      <a:r>
                        <a:rPr sz="1000" dirty="0">
                          <a:latin typeface="Times New Roman"/>
                          <a:cs typeface="Times New Roman"/>
                        </a:rPr>
                        <a:t>doctrine,</a:t>
                      </a:r>
                      <a:r>
                        <a:rPr sz="1000" spc="5" dirty="0">
                          <a:latin typeface="Times New Roman"/>
                          <a:cs typeface="Times New Roman"/>
                        </a:rPr>
                        <a:t> </a:t>
                      </a:r>
                      <a:r>
                        <a:rPr sz="1000" spc="-10" dirty="0">
                          <a:latin typeface="Times New Roman"/>
                          <a:cs typeface="Times New Roman"/>
                        </a:rPr>
                        <a:t>materiel, </a:t>
                      </a:r>
                      <a:r>
                        <a:rPr sz="1000" dirty="0">
                          <a:latin typeface="Times New Roman"/>
                          <a:cs typeface="Times New Roman"/>
                        </a:rPr>
                        <a:t>force</a:t>
                      </a:r>
                      <a:r>
                        <a:rPr sz="1000" spc="-15" dirty="0">
                          <a:latin typeface="Times New Roman"/>
                          <a:cs typeface="Times New Roman"/>
                        </a:rPr>
                        <a:t> </a:t>
                      </a:r>
                      <a:r>
                        <a:rPr sz="1000" dirty="0">
                          <a:latin typeface="Times New Roman"/>
                          <a:cs typeface="Times New Roman"/>
                        </a:rPr>
                        <a:t>structure, and</a:t>
                      </a:r>
                      <a:r>
                        <a:rPr sz="1000" spc="-25" dirty="0">
                          <a:latin typeface="Times New Roman"/>
                          <a:cs typeface="Times New Roman"/>
                        </a:rPr>
                        <a:t> </a:t>
                      </a:r>
                      <a:r>
                        <a:rPr sz="1000" dirty="0">
                          <a:latin typeface="Times New Roman"/>
                          <a:cs typeface="Times New Roman"/>
                        </a:rPr>
                        <a:t>education</a:t>
                      </a:r>
                      <a:r>
                        <a:rPr sz="1000" spc="-30" dirty="0">
                          <a:latin typeface="Times New Roman"/>
                          <a:cs typeface="Times New Roman"/>
                        </a:rPr>
                        <a:t> </a:t>
                      </a:r>
                      <a:r>
                        <a:rPr sz="1000" dirty="0">
                          <a:latin typeface="Times New Roman"/>
                          <a:cs typeface="Times New Roman"/>
                        </a:rPr>
                        <a:t>and training</a:t>
                      </a:r>
                      <a:r>
                        <a:rPr sz="1000" spc="-30" dirty="0">
                          <a:latin typeface="Times New Roman"/>
                          <a:cs typeface="Times New Roman"/>
                        </a:rPr>
                        <a:t> </a:t>
                      </a:r>
                      <a:r>
                        <a:rPr sz="1000" spc="-10" dirty="0">
                          <a:latin typeface="Times New Roman"/>
                          <a:cs typeface="Times New Roman"/>
                        </a:rPr>
                        <a:t>requirements.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4622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Cyber Policy</a:t>
                      </a:r>
                      <a:r>
                        <a:rPr sz="1000" spc="-35" dirty="0">
                          <a:latin typeface="Times New Roman"/>
                          <a:cs typeface="Times New Roman"/>
                        </a:rPr>
                        <a:t> </a:t>
                      </a:r>
                      <a:r>
                        <a:rPr sz="1000" dirty="0">
                          <a:latin typeface="Times New Roman"/>
                          <a:cs typeface="Times New Roman"/>
                        </a:rPr>
                        <a:t>and</a:t>
                      </a:r>
                      <a:r>
                        <a:rPr sz="1000" spc="-30" dirty="0">
                          <a:latin typeface="Times New Roman"/>
                          <a:cs typeface="Times New Roman"/>
                        </a:rPr>
                        <a:t> </a:t>
                      </a:r>
                      <a:r>
                        <a:rPr sz="1000" spc="-10" dirty="0">
                          <a:latin typeface="Times New Roman"/>
                          <a:cs typeface="Times New Roman"/>
                        </a:rPr>
                        <a:t>Strategy</a:t>
                      </a:r>
                      <a:endParaRPr sz="1000">
                        <a:latin typeface="Times New Roman"/>
                        <a:cs typeface="Times New Roman"/>
                      </a:endParaRPr>
                    </a:p>
                    <a:p>
                      <a:pPr marL="69215">
                        <a:lnSpc>
                          <a:spcPct val="100000"/>
                        </a:lnSpc>
                        <a:spcBef>
                          <a:spcPts val="30"/>
                        </a:spcBef>
                      </a:pPr>
                      <a:r>
                        <a:rPr sz="1000" spc="-10" dirty="0">
                          <a:latin typeface="Times New Roman"/>
                          <a:cs typeface="Times New Roman"/>
                        </a:rPr>
                        <a:t>Planner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752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Develops</a:t>
                      </a:r>
                      <a:r>
                        <a:rPr sz="1000" spc="5" dirty="0">
                          <a:latin typeface="Times New Roman"/>
                          <a:cs typeface="Times New Roman"/>
                        </a:rPr>
                        <a:t> </a:t>
                      </a:r>
                      <a:r>
                        <a:rPr sz="1000" dirty="0">
                          <a:latin typeface="Times New Roman"/>
                          <a:cs typeface="Times New Roman"/>
                        </a:rPr>
                        <a:t>cyberspace plans,</a:t>
                      </a:r>
                      <a:r>
                        <a:rPr sz="1000" spc="-10" dirty="0">
                          <a:latin typeface="Times New Roman"/>
                          <a:cs typeface="Times New Roman"/>
                        </a:rPr>
                        <a:t> </a:t>
                      </a:r>
                      <a:r>
                        <a:rPr sz="1000" dirty="0">
                          <a:latin typeface="Times New Roman"/>
                          <a:cs typeface="Times New Roman"/>
                        </a:rPr>
                        <a:t>strategy</a:t>
                      </a:r>
                      <a:r>
                        <a:rPr sz="1000" spc="-35" dirty="0">
                          <a:latin typeface="Times New Roman"/>
                          <a:cs typeface="Times New Roman"/>
                        </a:rPr>
                        <a:t> </a:t>
                      </a:r>
                      <a:r>
                        <a:rPr sz="1000" dirty="0">
                          <a:latin typeface="Times New Roman"/>
                          <a:cs typeface="Times New Roman"/>
                        </a:rPr>
                        <a:t>and</a:t>
                      </a:r>
                      <a:r>
                        <a:rPr sz="1000" spc="-15" dirty="0">
                          <a:latin typeface="Times New Roman"/>
                          <a:cs typeface="Times New Roman"/>
                        </a:rPr>
                        <a:t> </a:t>
                      </a:r>
                      <a:r>
                        <a:rPr sz="1000" dirty="0">
                          <a:latin typeface="Times New Roman"/>
                          <a:cs typeface="Times New Roman"/>
                        </a:rPr>
                        <a:t>policy</a:t>
                      </a:r>
                      <a:r>
                        <a:rPr sz="1000" spc="-15" dirty="0">
                          <a:latin typeface="Times New Roman"/>
                          <a:cs typeface="Times New Roman"/>
                        </a:rPr>
                        <a:t> </a:t>
                      </a:r>
                      <a:r>
                        <a:rPr sz="1000" dirty="0">
                          <a:latin typeface="Times New Roman"/>
                          <a:cs typeface="Times New Roman"/>
                        </a:rPr>
                        <a:t>to</a:t>
                      </a:r>
                      <a:r>
                        <a:rPr sz="1000" spc="-40" dirty="0">
                          <a:latin typeface="Times New Roman"/>
                          <a:cs typeface="Times New Roman"/>
                        </a:rPr>
                        <a:t> </a:t>
                      </a:r>
                      <a:r>
                        <a:rPr sz="1000" spc="-10" dirty="0">
                          <a:latin typeface="Times New Roman"/>
                          <a:cs typeface="Times New Roman"/>
                        </a:rPr>
                        <a:t>support</a:t>
                      </a:r>
                      <a:endParaRPr sz="1000">
                        <a:latin typeface="Times New Roman"/>
                        <a:cs typeface="Times New Roman"/>
                      </a:endParaRPr>
                    </a:p>
                    <a:p>
                      <a:pPr marL="66675" marR="427990">
                        <a:lnSpc>
                          <a:spcPts val="1380"/>
                        </a:lnSpc>
                      </a:pP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align</a:t>
                      </a:r>
                      <a:r>
                        <a:rPr sz="1000" spc="-40" dirty="0">
                          <a:latin typeface="Times New Roman"/>
                          <a:cs typeface="Times New Roman"/>
                        </a:rPr>
                        <a:t> </a:t>
                      </a:r>
                      <a:r>
                        <a:rPr sz="1000" dirty="0">
                          <a:latin typeface="Times New Roman"/>
                          <a:cs typeface="Times New Roman"/>
                        </a:rPr>
                        <a:t>with</a:t>
                      </a:r>
                      <a:r>
                        <a:rPr sz="1000" spc="-15" dirty="0">
                          <a:latin typeface="Times New Roman"/>
                          <a:cs typeface="Times New Roman"/>
                        </a:rPr>
                        <a:t> </a:t>
                      </a:r>
                      <a:r>
                        <a:rPr sz="1000" dirty="0">
                          <a:latin typeface="Times New Roman"/>
                          <a:cs typeface="Times New Roman"/>
                        </a:rPr>
                        <a:t>organizational</a:t>
                      </a:r>
                      <a:r>
                        <a:rPr sz="1000" spc="-20" dirty="0">
                          <a:latin typeface="Times New Roman"/>
                          <a:cs typeface="Times New Roman"/>
                        </a:rPr>
                        <a:t> </a:t>
                      </a:r>
                      <a:r>
                        <a:rPr sz="1000" dirty="0">
                          <a:latin typeface="Times New Roman"/>
                          <a:cs typeface="Times New Roman"/>
                        </a:rPr>
                        <a:t>cyberspace</a:t>
                      </a:r>
                      <a:r>
                        <a:rPr sz="1000" spc="-5" dirty="0">
                          <a:latin typeface="Times New Roman"/>
                          <a:cs typeface="Times New Roman"/>
                        </a:rPr>
                        <a:t> </a:t>
                      </a:r>
                      <a:r>
                        <a:rPr sz="1000" dirty="0">
                          <a:latin typeface="Times New Roman"/>
                          <a:cs typeface="Times New Roman"/>
                        </a:rPr>
                        <a:t>missions</a:t>
                      </a:r>
                      <a:r>
                        <a:rPr sz="1000" spc="-10" dirty="0">
                          <a:latin typeface="Times New Roman"/>
                          <a:cs typeface="Times New Roman"/>
                        </a:rPr>
                        <a:t> </a:t>
                      </a:r>
                      <a:r>
                        <a:rPr sz="1000" spc="-25" dirty="0">
                          <a:latin typeface="Times New Roman"/>
                          <a:cs typeface="Times New Roman"/>
                        </a:rPr>
                        <a:t>and </a:t>
                      </a:r>
                      <a:r>
                        <a:rPr sz="1000" spc="-10" dirty="0">
                          <a:latin typeface="Times New Roman"/>
                          <a:cs typeface="Times New Roman"/>
                        </a:rPr>
                        <a:t>initiatives.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97457" y="1588938"/>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sp>
        <p:nvSpPr>
          <p:cNvPr id="3" name="object 3"/>
          <p:cNvSpPr/>
          <p:nvPr/>
        </p:nvSpPr>
        <p:spPr>
          <a:xfrm>
            <a:off x="6097457" y="2051573"/>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4" name="object 4"/>
          <p:cNvSpPr/>
          <p:nvPr/>
        </p:nvSpPr>
        <p:spPr>
          <a:xfrm>
            <a:off x="6097457" y="2365281"/>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sp>
        <p:nvSpPr>
          <p:cNvPr id="5" name="object 5"/>
          <p:cNvSpPr/>
          <p:nvPr/>
        </p:nvSpPr>
        <p:spPr>
          <a:xfrm>
            <a:off x="6097457" y="2827805"/>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6" name="object 6"/>
          <p:cNvSpPr/>
          <p:nvPr/>
        </p:nvSpPr>
        <p:spPr>
          <a:xfrm>
            <a:off x="6097457" y="3138991"/>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7" name="object 7"/>
          <p:cNvSpPr/>
          <p:nvPr/>
        </p:nvSpPr>
        <p:spPr>
          <a:xfrm>
            <a:off x="6097457" y="3604035"/>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8" name="object 8"/>
          <p:cNvSpPr/>
          <p:nvPr/>
        </p:nvSpPr>
        <p:spPr>
          <a:xfrm>
            <a:off x="6097457" y="4220695"/>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9" name="object 9"/>
          <p:cNvSpPr/>
          <p:nvPr/>
        </p:nvSpPr>
        <p:spPr>
          <a:xfrm>
            <a:off x="6097457" y="4686075"/>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10" name="object 10"/>
          <p:cNvSpPr/>
          <p:nvPr/>
        </p:nvSpPr>
        <p:spPr>
          <a:xfrm>
            <a:off x="6097457" y="4997039"/>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graphicFrame>
        <p:nvGraphicFramePr>
          <p:cNvPr id="11" name="object 11"/>
          <p:cNvGraphicFramePr>
            <a:graphicFrameLocks noGrp="1"/>
          </p:cNvGraphicFramePr>
          <p:nvPr/>
        </p:nvGraphicFramePr>
        <p:xfrm>
          <a:off x="2664479" y="804358"/>
          <a:ext cx="6860801" cy="5283293"/>
        </p:xfrm>
        <a:graphic>
          <a:graphicData uri="http://schemas.openxmlformats.org/drawingml/2006/table">
            <a:tbl>
              <a:tblPr firstRow="1" bandRow="1">
                <a:tableStyleId>{2D5ABB26-0587-4C30-8999-92F81FD0307C}</a:tableStyleId>
              </a:tblPr>
              <a:tblGrid>
                <a:gridCol w="782171">
                  <a:extLst>
                    <a:ext uri="{9D8B030D-6E8A-4147-A177-3AD203B41FA5}">
                      <a16:colId xmlns:a16="http://schemas.microsoft.com/office/drawing/2014/main" val="20000"/>
                    </a:ext>
                  </a:extLst>
                </a:gridCol>
                <a:gridCol w="1065119">
                  <a:extLst>
                    <a:ext uri="{9D8B030D-6E8A-4147-A177-3AD203B41FA5}">
                      <a16:colId xmlns:a16="http://schemas.microsoft.com/office/drawing/2014/main" val="20001"/>
                    </a:ext>
                  </a:extLst>
                </a:gridCol>
                <a:gridCol w="1474133">
                  <a:extLst>
                    <a:ext uri="{9D8B030D-6E8A-4147-A177-3AD203B41FA5}">
                      <a16:colId xmlns:a16="http://schemas.microsoft.com/office/drawing/2014/main" val="20002"/>
                    </a:ext>
                  </a:extLst>
                </a:gridCol>
                <a:gridCol w="409015">
                  <a:extLst>
                    <a:ext uri="{9D8B030D-6E8A-4147-A177-3AD203B41FA5}">
                      <a16:colId xmlns:a16="http://schemas.microsoft.com/office/drawing/2014/main" val="20003"/>
                    </a:ext>
                  </a:extLst>
                </a:gridCol>
                <a:gridCol w="3130363">
                  <a:extLst>
                    <a:ext uri="{9D8B030D-6E8A-4147-A177-3AD203B41FA5}">
                      <a16:colId xmlns:a16="http://schemas.microsoft.com/office/drawing/2014/main" val="20004"/>
                    </a:ext>
                  </a:extLst>
                </a:gridCol>
              </a:tblGrid>
              <a:tr h="316566">
                <a:tc>
                  <a:txBody>
                    <a:bodyPr/>
                    <a:lstStyle/>
                    <a:p>
                      <a:pPr marL="167640">
                        <a:lnSpc>
                          <a:spcPts val="1295"/>
                        </a:lnSpc>
                      </a:pPr>
                      <a:r>
                        <a:rPr sz="1000" b="1" spc="-10" dirty="0">
                          <a:solidFill>
                            <a:srgbClr val="FFFFFF"/>
                          </a:solidFill>
                          <a:latin typeface="Times New Roman"/>
                          <a:cs typeface="Times New Roman"/>
                        </a:rPr>
                        <a:t>Category</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algn="ctr">
                        <a:lnSpc>
                          <a:spcPts val="1295"/>
                        </a:lnSpc>
                      </a:pPr>
                      <a:r>
                        <a:rPr sz="1000" b="1" dirty="0">
                          <a:solidFill>
                            <a:srgbClr val="FFFFFF"/>
                          </a:solidFill>
                          <a:latin typeface="Times New Roman"/>
                          <a:cs typeface="Times New Roman"/>
                        </a:rPr>
                        <a:t>Specialty</a:t>
                      </a:r>
                      <a:r>
                        <a:rPr sz="1000" b="1" spc="-35" dirty="0">
                          <a:solidFill>
                            <a:srgbClr val="FFFFFF"/>
                          </a:solidFill>
                          <a:latin typeface="Times New Roman"/>
                          <a:cs typeface="Times New Roman"/>
                        </a:rPr>
                        <a:t> </a:t>
                      </a:r>
                      <a:r>
                        <a:rPr sz="1000" b="1" spc="-20" dirty="0">
                          <a:solidFill>
                            <a:srgbClr val="FFFFFF"/>
                          </a:solidFill>
                          <a:latin typeface="Times New Roman"/>
                          <a:cs typeface="Times New Roman"/>
                        </a:rPr>
                        <a:t>Area</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504825">
                        <a:lnSpc>
                          <a:spcPts val="1295"/>
                        </a:lnSpc>
                      </a:pPr>
                      <a:r>
                        <a:rPr sz="1000" b="1" dirty="0">
                          <a:solidFill>
                            <a:srgbClr val="FFFFFF"/>
                          </a:solidFill>
                          <a:latin typeface="Times New Roman"/>
                          <a:cs typeface="Times New Roman"/>
                        </a:rPr>
                        <a:t>Work</a:t>
                      </a:r>
                      <a:r>
                        <a:rPr sz="1000" b="1" spc="-15" dirty="0">
                          <a:solidFill>
                            <a:srgbClr val="FFFFFF"/>
                          </a:solidFill>
                          <a:latin typeface="Times New Roman"/>
                          <a:cs typeface="Times New Roman"/>
                        </a:rPr>
                        <a:t> </a:t>
                      </a:r>
                      <a:r>
                        <a:rPr sz="1000" b="1" spc="-20" dirty="0">
                          <a:solidFill>
                            <a:srgbClr val="FFFFFF"/>
                          </a:solidFill>
                          <a:latin typeface="Times New Roman"/>
                          <a:cs typeface="Times New Roman"/>
                        </a:rPr>
                        <a:t>Role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66675">
                        <a:lnSpc>
                          <a:spcPts val="1295"/>
                        </a:lnSpc>
                      </a:pPr>
                      <a:r>
                        <a:rPr sz="1000" b="1" spc="-25" dirty="0">
                          <a:solidFill>
                            <a:srgbClr val="FFFFFF"/>
                          </a:solidFill>
                          <a:latin typeface="Times New Roman"/>
                          <a:cs typeface="Times New Roman"/>
                        </a:rPr>
                        <a:t>OPM</a:t>
                      </a:r>
                      <a:endParaRPr sz="1000">
                        <a:latin typeface="Times New Roman"/>
                        <a:cs typeface="Times New Roman"/>
                      </a:endParaRPr>
                    </a:p>
                    <a:p>
                      <a:pPr marL="73025">
                        <a:lnSpc>
                          <a:spcPct val="100000"/>
                        </a:lnSpc>
                        <a:spcBef>
                          <a:spcPts val="55"/>
                        </a:spcBef>
                      </a:pPr>
                      <a:r>
                        <a:rPr sz="1000" b="1" spc="-20" dirty="0">
                          <a:solidFill>
                            <a:srgbClr val="FFFFFF"/>
                          </a:solidFill>
                          <a:latin typeface="Times New Roman"/>
                          <a:cs typeface="Times New Roman"/>
                        </a:rPr>
                        <a:t>Code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1079500">
                        <a:lnSpc>
                          <a:spcPts val="1295"/>
                        </a:lnSpc>
                      </a:pPr>
                      <a:r>
                        <a:rPr sz="1000" b="1" dirty="0">
                          <a:solidFill>
                            <a:srgbClr val="FFFFFF"/>
                          </a:solidFill>
                          <a:latin typeface="Times New Roman"/>
                          <a:cs typeface="Times New Roman"/>
                        </a:rPr>
                        <a:t>Work</a:t>
                      </a:r>
                      <a:r>
                        <a:rPr sz="1000" b="1" spc="-25" dirty="0">
                          <a:solidFill>
                            <a:srgbClr val="FFFFFF"/>
                          </a:solidFill>
                          <a:latin typeface="Times New Roman"/>
                          <a:cs typeface="Times New Roman"/>
                        </a:rPr>
                        <a:t> </a:t>
                      </a:r>
                      <a:r>
                        <a:rPr sz="1000" b="1" dirty="0">
                          <a:solidFill>
                            <a:srgbClr val="FFFFFF"/>
                          </a:solidFill>
                          <a:latin typeface="Times New Roman"/>
                          <a:cs typeface="Times New Roman"/>
                        </a:rPr>
                        <a:t>Role</a:t>
                      </a:r>
                      <a:r>
                        <a:rPr sz="1000" b="1" spc="5" dirty="0">
                          <a:solidFill>
                            <a:srgbClr val="FFFFFF"/>
                          </a:solidFill>
                          <a:latin typeface="Times New Roman"/>
                          <a:cs typeface="Times New Roman"/>
                        </a:rPr>
                        <a:t> </a:t>
                      </a:r>
                      <a:r>
                        <a:rPr sz="1000" b="1" spc="-10" dirty="0">
                          <a:solidFill>
                            <a:srgbClr val="FFFFFF"/>
                          </a:solidFill>
                          <a:latin typeface="Times New Roman"/>
                          <a:cs typeface="Times New Roman"/>
                        </a:rPr>
                        <a:t>Description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extLst>
                  <a:ext uri="{0D108BD9-81ED-4DB2-BD59-A6C34878D82A}">
                    <a16:rowId xmlns:a16="http://schemas.microsoft.com/office/drawing/2014/main" val="10000"/>
                  </a:ext>
                </a:extLst>
              </a:tr>
              <a:tr h="462243">
                <a:tc rowSpan="6">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45"/>
                        </a:lnSpc>
                      </a:pPr>
                      <a:r>
                        <a:rPr sz="1000" dirty="0">
                          <a:latin typeface="Times New Roman"/>
                          <a:cs typeface="Times New Roman"/>
                        </a:rPr>
                        <a:t>Executive</a:t>
                      </a:r>
                      <a:r>
                        <a:rPr sz="1000" spc="-60" dirty="0">
                          <a:latin typeface="Times New Roman"/>
                          <a:cs typeface="Times New Roman"/>
                        </a:rPr>
                        <a:t> </a:t>
                      </a:r>
                      <a:r>
                        <a:rPr sz="1000" spc="-20" dirty="0">
                          <a:latin typeface="Times New Roman"/>
                          <a:cs typeface="Times New Roman"/>
                        </a:rPr>
                        <a:t>Cyber</a:t>
                      </a:r>
                      <a:endParaRPr sz="1000">
                        <a:latin typeface="Times New Roman"/>
                        <a:cs typeface="Times New Roman"/>
                      </a:endParaRPr>
                    </a:p>
                    <a:p>
                      <a:pPr marL="66675">
                        <a:lnSpc>
                          <a:spcPct val="100000"/>
                        </a:lnSpc>
                        <a:spcBef>
                          <a:spcPts val="55"/>
                        </a:spcBef>
                      </a:pPr>
                      <a:r>
                        <a:rPr sz="1000" spc="-10" dirty="0">
                          <a:latin typeface="Times New Roman"/>
                          <a:cs typeface="Times New Roman"/>
                        </a:rPr>
                        <a:t>Leadership</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45"/>
                        </a:lnSpc>
                      </a:pPr>
                      <a:r>
                        <a:rPr sz="1000" dirty="0">
                          <a:latin typeface="Times New Roman"/>
                          <a:cs typeface="Times New Roman"/>
                        </a:rPr>
                        <a:t>Executive</a:t>
                      </a:r>
                      <a:r>
                        <a:rPr sz="1000" spc="-60" dirty="0">
                          <a:latin typeface="Times New Roman"/>
                          <a:cs typeface="Times New Roman"/>
                        </a:rPr>
                        <a:t> </a:t>
                      </a:r>
                      <a:r>
                        <a:rPr sz="1000" spc="-20" dirty="0">
                          <a:latin typeface="Times New Roman"/>
                          <a:cs typeface="Times New Roman"/>
                        </a:rPr>
                        <a:t>Cyber</a:t>
                      </a:r>
                      <a:endParaRPr sz="1000">
                        <a:latin typeface="Times New Roman"/>
                        <a:cs typeface="Times New Roman"/>
                      </a:endParaRPr>
                    </a:p>
                    <a:p>
                      <a:pPr marL="69215">
                        <a:lnSpc>
                          <a:spcPct val="100000"/>
                        </a:lnSpc>
                        <a:spcBef>
                          <a:spcPts val="55"/>
                        </a:spcBef>
                      </a:pPr>
                      <a:r>
                        <a:rPr sz="1000" spc="-10" dirty="0">
                          <a:latin typeface="Times New Roman"/>
                          <a:cs typeface="Times New Roman"/>
                        </a:rPr>
                        <a:t>Leadership</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45"/>
                        </a:lnSpc>
                      </a:pPr>
                      <a:r>
                        <a:rPr sz="1000" spc="-25" dirty="0">
                          <a:latin typeface="Times New Roman"/>
                          <a:cs typeface="Times New Roman"/>
                        </a:rPr>
                        <a:t>901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45"/>
                        </a:lnSpc>
                      </a:pPr>
                      <a:r>
                        <a:rPr sz="1000" dirty="0">
                          <a:latin typeface="Times New Roman"/>
                          <a:cs typeface="Times New Roman"/>
                        </a:rPr>
                        <a:t>Executes</a:t>
                      </a:r>
                      <a:r>
                        <a:rPr sz="1000" spc="15" dirty="0">
                          <a:latin typeface="Times New Roman"/>
                          <a:cs typeface="Times New Roman"/>
                        </a:rPr>
                        <a:t> </a:t>
                      </a:r>
                      <a:r>
                        <a:rPr sz="1000" spc="-10" dirty="0">
                          <a:latin typeface="Times New Roman"/>
                          <a:cs typeface="Times New Roman"/>
                        </a:rPr>
                        <a:t>decision-</a:t>
                      </a:r>
                      <a:r>
                        <a:rPr sz="1000" dirty="0">
                          <a:latin typeface="Times New Roman"/>
                          <a:cs typeface="Times New Roman"/>
                        </a:rPr>
                        <a:t>making</a:t>
                      </a:r>
                      <a:r>
                        <a:rPr sz="1000" spc="-30" dirty="0">
                          <a:latin typeface="Times New Roman"/>
                          <a:cs typeface="Times New Roman"/>
                        </a:rPr>
                        <a:t> </a:t>
                      </a:r>
                      <a:r>
                        <a:rPr sz="1000" dirty="0">
                          <a:latin typeface="Times New Roman"/>
                          <a:cs typeface="Times New Roman"/>
                        </a:rPr>
                        <a:t>authorities and</a:t>
                      </a:r>
                      <a:r>
                        <a:rPr sz="1000" spc="-5" dirty="0">
                          <a:latin typeface="Times New Roman"/>
                          <a:cs typeface="Times New Roman"/>
                        </a:rPr>
                        <a:t> </a:t>
                      </a:r>
                      <a:r>
                        <a:rPr sz="1000" dirty="0">
                          <a:latin typeface="Times New Roman"/>
                          <a:cs typeface="Times New Roman"/>
                        </a:rPr>
                        <a:t>establishes</a:t>
                      </a:r>
                      <a:r>
                        <a:rPr sz="1000" spc="20" dirty="0">
                          <a:latin typeface="Times New Roman"/>
                          <a:cs typeface="Times New Roman"/>
                        </a:rPr>
                        <a:t> </a:t>
                      </a:r>
                      <a:r>
                        <a:rPr sz="1000" spc="-10" dirty="0">
                          <a:latin typeface="Times New Roman"/>
                          <a:cs typeface="Times New Roman"/>
                        </a:rPr>
                        <a:t>vision</a:t>
                      </a:r>
                      <a:endParaRPr sz="1000">
                        <a:latin typeface="Times New Roman"/>
                        <a:cs typeface="Times New Roman"/>
                      </a:endParaRPr>
                    </a:p>
                    <a:p>
                      <a:pPr marL="66675" marR="208915">
                        <a:lnSpc>
                          <a:spcPct val="102299"/>
                        </a:lnSpc>
                        <a:spcBef>
                          <a:spcPts val="25"/>
                        </a:spcBef>
                      </a:pPr>
                      <a:r>
                        <a:rPr sz="1000" dirty="0">
                          <a:latin typeface="Times New Roman"/>
                          <a:cs typeface="Times New Roman"/>
                        </a:rPr>
                        <a:t>and</a:t>
                      </a:r>
                      <a:r>
                        <a:rPr sz="1000" spc="-15" dirty="0">
                          <a:latin typeface="Times New Roman"/>
                          <a:cs typeface="Times New Roman"/>
                        </a:rPr>
                        <a:t> </a:t>
                      </a:r>
                      <a:r>
                        <a:rPr sz="1000" dirty="0">
                          <a:latin typeface="Times New Roman"/>
                          <a:cs typeface="Times New Roman"/>
                        </a:rPr>
                        <a:t>direction</a:t>
                      </a:r>
                      <a:r>
                        <a:rPr sz="1000" spc="-15" dirty="0">
                          <a:latin typeface="Times New Roman"/>
                          <a:cs typeface="Times New Roman"/>
                        </a:rPr>
                        <a:t> </a:t>
                      </a:r>
                      <a:r>
                        <a:rPr sz="1000" dirty="0">
                          <a:latin typeface="Times New Roman"/>
                          <a:cs typeface="Times New Roman"/>
                        </a:rPr>
                        <a:t>for</a:t>
                      </a:r>
                      <a:r>
                        <a:rPr sz="1000" spc="-5" dirty="0">
                          <a:latin typeface="Times New Roman"/>
                          <a:cs typeface="Times New Roman"/>
                        </a:rPr>
                        <a:t> </a:t>
                      </a:r>
                      <a:r>
                        <a:rPr sz="1000" dirty="0">
                          <a:latin typeface="Times New Roman"/>
                          <a:cs typeface="Times New Roman"/>
                        </a:rPr>
                        <a:t>an</a:t>
                      </a:r>
                      <a:r>
                        <a:rPr sz="1000" spc="-15" dirty="0">
                          <a:latin typeface="Times New Roman"/>
                          <a:cs typeface="Times New Roman"/>
                        </a:rPr>
                        <a:t> </a:t>
                      </a:r>
                      <a:r>
                        <a:rPr sz="1000" dirty="0">
                          <a:latin typeface="Times New Roman"/>
                          <a:cs typeface="Times New Roman"/>
                        </a:rPr>
                        <a:t>organization's</a:t>
                      </a:r>
                      <a:r>
                        <a:rPr sz="1000" spc="-10" dirty="0">
                          <a:latin typeface="Times New Roman"/>
                          <a:cs typeface="Times New Roman"/>
                        </a:rPr>
                        <a:t> </a:t>
                      </a:r>
                      <a:r>
                        <a:rPr sz="1000" dirty="0">
                          <a:latin typeface="Times New Roman"/>
                          <a:cs typeface="Times New Roman"/>
                        </a:rPr>
                        <a:t>cyber</a:t>
                      </a:r>
                      <a:r>
                        <a:rPr sz="1000" spc="-5" dirty="0">
                          <a:latin typeface="Times New Roman"/>
                          <a:cs typeface="Times New Roman"/>
                        </a:rPr>
                        <a:t> </a:t>
                      </a:r>
                      <a:r>
                        <a:rPr sz="1000" dirty="0">
                          <a:latin typeface="Times New Roman"/>
                          <a:cs typeface="Times New Roman"/>
                        </a:rPr>
                        <a:t>and</a:t>
                      </a:r>
                      <a:r>
                        <a:rPr sz="1000" spc="-15" dirty="0">
                          <a:latin typeface="Times New Roman"/>
                          <a:cs typeface="Times New Roman"/>
                        </a:rPr>
                        <a:t> </a:t>
                      </a:r>
                      <a:r>
                        <a:rPr sz="1000" dirty="0">
                          <a:latin typeface="Times New Roman"/>
                          <a:cs typeface="Times New Roman"/>
                        </a:rPr>
                        <a:t>cyber-</a:t>
                      </a:r>
                      <a:r>
                        <a:rPr sz="1000" spc="-10" dirty="0">
                          <a:latin typeface="Times New Roman"/>
                          <a:cs typeface="Times New Roman"/>
                        </a:rPr>
                        <a:t>related </a:t>
                      </a:r>
                      <a:r>
                        <a:rPr sz="1000" dirty="0">
                          <a:latin typeface="Times New Roman"/>
                          <a:cs typeface="Times New Roman"/>
                        </a:rPr>
                        <a:t>resources</a:t>
                      </a:r>
                      <a:r>
                        <a:rPr sz="1000" spc="-20" dirty="0">
                          <a:latin typeface="Times New Roman"/>
                          <a:cs typeface="Times New Roman"/>
                        </a:rPr>
                        <a:t> </a:t>
                      </a:r>
                      <a:r>
                        <a:rPr sz="1000" dirty="0">
                          <a:latin typeface="Times New Roman"/>
                          <a:cs typeface="Times New Roman"/>
                        </a:rPr>
                        <a:t>and/or</a:t>
                      </a:r>
                      <a:r>
                        <a:rPr sz="1000" spc="5" dirty="0">
                          <a:latin typeface="Times New Roman"/>
                          <a:cs typeface="Times New Roman"/>
                        </a:rPr>
                        <a:t> </a:t>
                      </a:r>
                      <a:r>
                        <a:rPr sz="1000" spc="-10" dirty="0">
                          <a:latin typeface="Times New Roman"/>
                          <a:cs typeface="Times New Roman"/>
                        </a:rPr>
                        <a:t>operations.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622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5">
                  <a:txBody>
                    <a:bodyPr/>
                    <a:lstStyle/>
                    <a:p>
                      <a:pPr marL="66675">
                        <a:lnSpc>
                          <a:spcPts val="1270"/>
                        </a:lnSpc>
                      </a:pPr>
                      <a:r>
                        <a:rPr sz="1000" dirty="0">
                          <a:latin typeface="Times New Roman"/>
                          <a:cs typeface="Times New Roman"/>
                        </a:rPr>
                        <a:t>Acquisition</a:t>
                      </a:r>
                      <a:r>
                        <a:rPr sz="1000" spc="-55" dirty="0">
                          <a:latin typeface="Times New Roman"/>
                          <a:cs typeface="Times New Roman"/>
                        </a:rPr>
                        <a:t> </a:t>
                      </a:r>
                      <a:r>
                        <a:rPr sz="1000" spc="-25" dirty="0">
                          <a:latin typeface="Times New Roman"/>
                          <a:cs typeface="Times New Roman"/>
                        </a:rPr>
                        <a:t>and</a:t>
                      </a:r>
                      <a:endParaRPr sz="1000">
                        <a:latin typeface="Times New Roman"/>
                        <a:cs typeface="Times New Roman"/>
                      </a:endParaRPr>
                    </a:p>
                    <a:p>
                      <a:pPr marL="66675" marR="220979">
                        <a:lnSpc>
                          <a:spcPts val="1380"/>
                        </a:lnSpc>
                        <a:spcBef>
                          <a:spcPts val="25"/>
                        </a:spcBef>
                      </a:pPr>
                      <a:r>
                        <a:rPr sz="1000" spc="-10" dirty="0">
                          <a:latin typeface="Times New Roman"/>
                          <a:cs typeface="Times New Roman"/>
                        </a:rPr>
                        <a:t>Program/Project Management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Program</a:t>
                      </a:r>
                      <a:r>
                        <a:rPr sz="1000" spc="-35" dirty="0">
                          <a:latin typeface="Times New Roman"/>
                          <a:cs typeface="Times New Roman"/>
                        </a:rPr>
                        <a:t> </a:t>
                      </a:r>
                      <a:r>
                        <a:rPr sz="1000" spc="-10" dirty="0">
                          <a:latin typeface="Times New Roman"/>
                          <a:cs typeface="Times New Roman"/>
                        </a:rPr>
                        <a:t>Manager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801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Leads,</a:t>
                      </a:r>
                      <a:r>
                        <a:rPr sz="1000" spc="-5" dirty="0">
                          <a:latin typeface="Times New Roman"/>
                          <a:cs typeface="Times New Roman"/>
                        </a:rPr>
                        <a:t> </a:t>
                      </a:r>
                      <a:r>
                        <a:rPr sz="1000" dirty="0">
                          <a:latin typeface="Times New Roman"/>
                          <a:cs typeface="Times New Roman"/>
                        </a:rPr>
                        <a:t>coordinates,</a:t>
                      </a:r>
                      <a:r>
                        <a:rPr sz="1000" spc="-20" dirty="0">
                          <a:latin typeface="Times New Roman"/>
                          <a:cs typeface="Times New Roman"/>
                        </a:rPr>
                        <a:t> </a:t>
                      </a:r>
                      <a:r>
                        <a:rPr sz="1000" dirty="0">
                          <a:latin typeface="Times New Roman"/>
                          <a:cs typeface="Times New Roman"/>
                        </a:rPr>
                        <a:t>communicates,</a:t>
                      </a:r>
                      <a:r>
                        <a:rPr sz="1000" spc="-20" dirty="0">
                          <a:latin typeface="Times New Roman"/>
                          <a:cs typeface="Times New Roman"/>
                        </a:rPr>
                        <a:t> </a:t>
                      </a:r>
                      <a:r>
                        <a:rPr sz="1000" dirty="0">
                          <a:latin typeface="Times New Roman"/>
                          <a:cs typeface="Times New Roman"/>
                        </a:rPr>
                        <a:t>integrates</a:t>
                      </a:r>
                      <a:r>
                        <a:rPr sz="1000" spc="-20" dirty="0">
                          <a:latin typeface="Times New Roman"/>
                          <a:cs typeface="Times New Roman"/>
                        </a:rPr>
                        <a:t> </a:t>
                      </a:r>
                      <a:r>
                        <a:rPr sz="1000" dirty="0">
                          <a:latin typeface="Times New Roman"/>
                          <a:cs typeface="Times New Roman"/>
                        </a:rPr>
                        <a:t>and</a:t>
                      </a:r>
                      <a:r>
                        <a:rPr sz="1000" spc="-45" dirty="0">
                          <a:latin typeface="Times New Roman"/>
                          <a:cs typeface="Times New Roman"/>
                        </a:rPr>
                        <a:t> </a:t>
                      </a:r>
                      <a:r>
                        <a:rPr sz="1000" spc="-25" dirty="0">
                          <a:latin typeface="Times New Roman"/>
                          <a:cs typeface="Times New Roman"/>
                        </a:rPr>
                        <a:t>is</a:t>
                      </a:r>
                      <a:endParaRPr sz="1000">
                        <a:latin typeface="Times New Roman"/>
                        <a:cs typeface="Times New Roman"/>
                      </a:endParaRPr>
                    </a:p>
                    <a:p>
                      <a:pPr marL="66675" marR="110489">
                        <a:lnSpc>
                          <a:spcPts val="1380"/>
                        </a:lnSpc>
                      </a:pPr>
                      <a:r>
                        <a:rPr sz="1000" dirty="0">
                          <a:latin typeface="Times New Roman"/>
                          <a:cs typeface="Times New Roman"/>
                        </a:rPr>
                        <a:t>accountable</a:t>
                      </a:r>
                      <a:r>
                        <a:rPr sz="1000" spc="-5" dirty="0">
                          <a:latin typeface="Times New Roman"/>
                          <a:cs typeface="Times New Roman"/>
                        </a:rPr>
                        <a:t> </a:t>
                      </a:r>
                      <a:r>
                        <a:rPr sz="1000" dirty="0">
                          <a:latin typeface="Times New Roman"/>
                          <a:cs typeface="Times New Roman"/>
                        </a:rPr>
                        <a:t>for</a:t>
                      </a:r>
                      <a:r>
                        <a:rPr sz="1000" spc="-10" dirty="0">
                          <a:latin typeface="Times New Roman"/>
                          <a:cs typeface="Times New Roman"/>
                        </a:rPr>
                        <a:t> </a:t>
                      </a:r>
                      <a:r>
                        <a:rPr sz="1000" dirty="0">
                          <a:latin typeface="Times New Roman"/>
                          <a:cs typeface="Times New Roman"/>
                        </a:rPr>
                        <a:t>the</a:t>
                      </a:r>
                      <a:r>
                        <a:rPr sz="1000" spc="-5" dirty="0">
                          <a:latin typeface="Times New Roman"/>
                          <a:cs typeface="Times New Roman"/>
                        </a:rPr>
                        <a:t> </a:t>
                      </a:r>
                      <a:r>
                        <a:rPr sz="1000" dirty="0">
                          <a:latin typeface="Times New Roman"/>
                          <a:cs typeface="Times New Roman"/>
                        </a:rPr>
                        <a:t>overall</a:t>
                      </a:r>
                      <a:r>
                        <a:rPr sz="1000" spc="-25" dirty="0">
                          <a:latin typeface="Times New Roman"/>
                          <a:cs typeface="Times New Roman"/>
                        </a:rPr>
                        <a:t> </a:t>
                      </a:r>
                      <a:r>
                        <a:rPr sz="1000" dirty="0">
                          <a:latin typeface="Times New Roman"/>
                          <a:cs typeface="Times New Roman"/>
                        </a:rPr>
                        <a:t>success of</a:t>
                      </a:r>
                      <a:r>
                        <a:rPr sz="1000" spc="-35" dirty="0">
                          <a:latin typeface="Times New Roman"/>
                          <a:cs typeface="Times New Roman"/>
                        </a:rPr>
                        <a:t> </a:t>
                      </a:r>
                      <a:r>
                        <a:rPr sz="1000" dirty="0">
                          <a:latin typeface="Times New Roman"/>
                          <a:cs typeface="Times New Roman"/>
                        </a:rPr>
                        <a:t>the</a:t>
                      </a:r>
                      <a:r>
                        <a:rPr sz="1000" spc="-5" dirty="0">
                          <a:latin typeface="Times New Roman"/>
                          <a:cs typeface="Times New Roman"/>
                        </a:rPr>
                        <a:t> </a:t>
                      </a:r>
                      <a:r>
                        <a:rPr sz="1000" dirty="0">
                          <a:latin typeface="Times New Roman"/>
                          <a:cs typeface="Times New Roman"/>
                        </a:rPr>
                        <a:t>program,</a:t>
                      </a:r>
                      <a:r>
                        <a:rPr sz="1000" spc="-15" dirty="0">
                          <a:latin typeface="Times New Roman"/>
                          <a:cs typeface="Times New Roman"/>
                        </a:rPr>
                        <a:t> </a:t>
                      </a:r>
                      <a:r>
                        <a:rPr sz="1000" spc="-10" dirty="0">
                          <a:latin typeface="Times New Roman"/>
                          <a:cs typeface="Times New Roman"/>
                        </a:rPr>
                        <a:t>ensuring </a:t>
                      </a:r>
                      <a:r>
                        <a:rPr sz="1000" dirty="0">
                          <a:latin typeface="Times New Roman"/>
                          <a:cs typeface="Times New Roman"/>
                        </a:rPr>
                        <a:t>alignment with</a:t>
                      </a:r>
                      <a:r>
                        <a:rPr sz="1000" spc="-20" dirty="0">
                          <a:latin typeface="Times New Roman"/>
                          <a:cs typeface="Times New Roman"/>
                        </a:rPr>
                        <a:t> </a:t>
                      </a:r>
                      <a:r>
                        <a:rPr sz="1000" dirty="0">
                          <a:latin typeface="Times New Roman"/>
                          <a:cs typeface="Times New Roman"/>
                        </a:rPr>
                        <a:t>critical</a:t>
                      </a:r>
                      <a:r>
                        <a:rPr sz="1000" spc="-20" dirty="0">
                          <a:latin typeface="Times New Roman"/>
                          <a:cs typeface="Times New Roman"/>
                        </a:rPr>
                        <a:t> </a:t>
                      </a:r>
                      <a:r>
                        <a:rPr sz="1000" dirty="0">
                          <a:latin typeface="Times New Roman"/>
                          <a:cs typeface="Times New Roman"/>
                        </a:rPr>
                        <a:t>agency</a:t>
                      </a:r>
                      <a:r>
                        <a:rPr sz="1000" spc="-20" dirty="0">
                          <a:latin typeface="Times New Roman"/>
                          <a:cs typeface="Times New Roman"/>
                        </a:rPr>
                        <a:t> </a:t>
                      </a:r>
                      <a:r>
                        <a:rPr sz="1000" spc="-10" dirty="0">
                          <a:latin typeface="Times New Roman"/>
                          <a:cs typeface="Times New Roman"/>
                        </a:rPr>
                        <a:t>priorities.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13765">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IT</a:t>
                      </a:r>
                      <a:r>
                        <a:rPr sz="1000" spc="-40" dirty="0">
                          <a:latin typeface="Times New Roman"/>
                          <a:cs typeface="Times New Roman"/>
                        </a:rPr>
                        <a:t> </a:t>
                      </a:r>
                      <a:r>
                        <a:rPr sz="1000" dirty="0">
                          <a:latin typeface="Times New Roman"/>
                          <a:cs typeface="Times New Roman"/>
                        </a:rPr>
                        <a:t>Project</a:t>
                      </a:r>
                      <a:r>
                        <a:rPr sz="1000" spc="-20" dirty="0">
                          <a:latin typeface="Times New Roman"/>
                          <a:cs typeface="Times New Roman"/>
                        </a:rPr>
                        <a:t> </a:t>
                      </a:r>
                      <a:r>
                        <a:rPr sz="1000" spc="-10" dirty="0">
                          <a:latin typeface="Times New Roman"/>
                          <a:cs typeface="Times New Roman"/>
                        </a:rPr>
                        <a:t>Manager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802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Directly</a:t>
                      </a:r>
                      <a:r>
                        <a:rPr sz="1000" spc="-20" dirty="0">
                          <a:latin typeface="Times New Roman"/>
                          <a:cs typeface="Times New Roman"/>
                        </a:rPr>
                        <a:t> </a:t>
                      </a:r>
                      <a:r>
                        <a:rPr sz="1000" dirty="0">
                          <a:latin typeface="Times New Roman"/>
                          <a:cs typeface="Times New Roman"/>
                        </a:rPr>
                        <a:t>manages</a:t>
                      </a:r>
                      <a:r>
                        <a:rPr sz="1000" spc="-15" dirty="0">
                          <a:latin typeface="Times New Roman"/>
                          <a:cs typeface="Times New Roman"/>
                        </a:rPr>
                        <a:t> </a:t>
                      </a:r>
                      <a:r>
                        <a:rPr sz="1000" dirty="0">
                          <a:latin typeface="Times New Roman"/>
                          <a:cs typeface="Times New Roman"/>
                        </a:rPr>
                        <a:t>information</a:t>
                      </a:r>
                      <a:r>
                        <a:rPr sz="1000" spc="-40" dirty="0">
                          <a:latin typeface="Times New Roman"/>
                          <a:cs typeface="Times New Roman"/>
                        </a:rPr>
                        <a:t> </a:t>
                      </a:r>
                      <a:r>
                        <a:rPr sz="1000" dirty="0">
                          <a:latin typeface="Times New Roman"/>
                          <a:cs typeface="Times New Roman"/>
                        </a:rPr>
                        <a:t>technology</a:t>
                      </a:r>
                      <a:r>
                        <a:rPr sz="1000" spc="-20" dirty="0">
                          <a:latin typeface="Times New Roman"/>
                          <a:cs typeface="Times New Roman"/>
                        </a:rPr>
                        <a:t> </a:t>
                      </a:r>
                      <a:r>
                        <a:rPr sz="1000" dirty="0">
                          <a:latin typeface="Times New Roman"/>
                          <a:cs typeface="Times New Roman"/>
                        </a:rPr>
                        <a:t>projects</a:t>
                      </a:r>
                      <a:r>
                        <a:rPr sz="1000" spc="-15" dirty="0">
                          <a:latin typeface="Times New Roman"/>
                          <a:cs typeface="Times New Roman"/>
                        </a:rPr>
                        <a:t> </a:t>
                      </a:r>
                      <a:r>
                        <a:rPr sz="1000" spc="-25" dirty="0">
                          <a:latin typeface="Times New Roman"/>
                          <a:cs typeface="Times New Roman"/>
                        </a:rPr>
                        <a:t>to</a:t>
                      </a:r>
                      <a:endParaRPr sz="1000">
                        <a:latin typeface="Times New Roman"/>
                        <a:cs typeface="Times New Roman"/>
                      </a:endParaRPr>
                    </a:p>
                    <a:p>
                      <a:pPr marL="66675">
                        <a:lnSpc>
                          <a:spcPct val="100000"/>
                        </a:lnSpc>
                        <a:spcBef>
                          <a:spcPts val="55"/>
                        </a:spcBef>
                      </a:pPr>
                      <a:r>
                        <a:rPr sz="1000" dirty="0">
                          <a:latin typeface="Times New Roman"/>
                          <a:cs typeface="Times New Roman"/>
                        </a:rPr>
                        <a:t>provide</a:t>
                      </a:r>
                      <a:r>
                        <a:rPr sz="1000" spc="-35" dirty="0">
                          <a:latin typeface="Times New Roman"/>
                          <a:cs typeface="Times New Roman"/>
                        </a:rPr>
                        <a:t> </a:t>
                      </a:r>
                      <a:r>
                        <a:rPr sz="1000" dirty="0">
                          <a:latin typeface="Times New Roman"/>
                          <a:cs typeface="Times New Roman"/>
                        </a:rPr>
                        <a:t>a</a:t>
                      </a:r>
                      <a:r>
                        <a:rPr sz="1000" spc="15" dirty="0">
                          <a:latin typeface="Times New Roman"/>
                          <a:cs typeface="Times New Roman"/>
                        </a:rPr>
                        <a:t> </a:t>
                      </a:r>
                      <a:r>
                        <a:rPr sz="1000" dirty="0">
                          <a:latin typeface="Times New Roman"/>
                          <a:cs typeface="Times New Roman"/>
                        </a:rPr>
                        <a:t>unique</a:t>
                      </a:r>
                      <a:r>
                        <a:rPr sz="1000" spc="-35" dirty="0">
                          <a:latin typeface="Times New Roman"/>
                          <a:cs typeface="Times New Roman"/>
                        </a:rPr>
                        <a:t> </a:t>
                      </a:r>
                      <a:r>
                        <a:rPr sz="1000" dirty="0">
                          <a:latin typeface="Times New Roman"/>
                          <a:cs typeface="Times New Roman"/>
                        </a:rPr>
                        <a:t>service</a:t>
                      </a:r>
                      <a:r>
                        <a:rPr sz="1000" spc="-5" dirty="0">
                          <a:latin typeface="Times New Roman"/>
                          <a:cs typeface="Times New Roman"/>
                        </a:rPr>
                        <a:t> </a:t>
                      </a:r>
                      <a:r>
                        <a:rPr sz="1000" dirty="0">
                          <a:latin typeface="Times New Roman"/>
                          <a:cs typeface="Times New Roman"/>
                        </a:rPr>
                        <a:t>or</a:t>
                      </a:r>
                      <a:r>
                        <a:rPr sz="1000" spc="5" dirty="0">
                          <a:latin typeface="Times New Roman"/>
                          <a:cs typeface="Times New Roman"/>
                        </a:rPr>
                        <a:t> </a:t>
                      </a:r>
                      <a:r>
                        <a:rPr sz="1000" spc="-10" dirty="0">
                          <a:latin typeface="Times New Roman"/>
                          <a:cs typeface="Times New Roman"/>
                        </a:rPr>
                        <a:t>product.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6224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Product</a:t>
                      </a:r>
                      <a:r>
                        <a:rPr sz="1000" spc="-30" dirty="0">
                          <a:latin typeface="Times New Roman"/>
                          <a:cs typeface="Times New Roman"/>
                        </a:rPr>
                        <a:t> </a:t>
                      </a:r>
                      <a:r>
                        <a:rPr sz="1000" dirty="0">
                          <a:latin typeface="Times New Roman"/>
                          <a:cs typeface="Times New Roman"/>
                        </a:rPr>
                        <a:t>Support</a:t>
                      </a:r>
                      <a:r>
                        <a:rPr sz="1000" spc="-30" dirty="0">
                          <a:latin typeface="Times New Roman"/>
                          <a:cs typeface="Times New Roman"/>
                        </a:rPr>
                        <a:t> </a:t>
                      </a:r>
                      <a:r>
                        <a:rPr sz="1000" spc="-10" dirty="0">
                          <a:latin typeface="Times New Roman"/>
                          <a:cs typeface="Times New Roman"/>
                        </a:rPr>
                        <a:t>Manager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803</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Manages</a:t>
                      </a:r>
                      <a:r>
                        <a:rPr sz="1000" spc="-10" dirty="0">
                          <a:latin typeface="Times New Roman"/>
                          <a:cs typeface="Times New Roman"/>
                        </a:rPr>
                        <a:t> </a:t>
                      </a:r>
                      <a:r>
                        <a:rPr sz="1000" dirty="0">
                          <a:latin typeface="Times New Roman"/>
                          <a:cs typeface="Times New Roman"/>
                        </a:rPr>
                        <a:t>the</a:t>
                      </a:r>
                      <a:r>
                        <a:rPr sz="1000" spc="5" dirty="0">
                          <a:latin typeface="Times New Roman"/>
                          <a:cs typeface="Times New Roman"/>
                        </a:rPr>
                        <a:t> </a:t>
                      </a:r>
                      <a:r>
                        <a:rPr sz="1000" dirty="0">
                          <a:latin typeface="Times New Roman"/>
                          <a:cs typeface="Times New Roman"/>
                        </a:rPr>
                        <a:t>package of support</a:t>
                      </a:r>
                      <a:r>
                        <a:rPr sz="1000" spc="-20" dirty="0">
                          <a:latin typeface="Times New Roman"/>
                          <a:cs typeface="Times New Roman"/>
                        </a:rPr>
                        <a:t> </a:t>
                      </a:r>
                      <a:r>
                        <a:rPr sz="1000" dirty="0">
                          <a:latin typeface="Times New Roman"/>
                          <a:cs typeface="Times New Roman"/>
                        </a:rPr>
                        <a:t>functions</a:t>
                      </a:r>
                      <a:r>
                        <a:rPr sz="1000" spc="-5" dirty="0">
                          <a:latin typeface="Times New Roman"/>
                          <a:cs typeface="Times New Roman"/>
                        </a:rPr>
                        <a:t> </a:t>
                      </a:r>
                      <a:r>
                        <a:rPr sz="1000" dirty="0">
                          <a:latin typeface="Times New Roman"/>
                          <a:cs typeface="Times New Roman"/>
                        </a:rPr>
                        <a:t>required</a:t>
                      </a:r>
                      <a:r>
                        <a:rPr sz="1000" spc="-35" dirty="0">
                          <a:latin typeface="Times New Roman"/>
                          <a:cs typeface="Times New Roman"/>
                        </a:rPr>
                        <a:t> </a:t>
                      </a:r>
                      <a:r>
                        <a:rPr sz="1000" dirty="0">
                          <a:latin typeface="Times New Roman"/>
                          <a:cs typeface="Times New Roman"/>
                        </a:rPr>
                        <a:t>to</a:t>
                      </a:r>
                      <a:r>
                        <a:rPr sz="1000" spc="-15" dirty="0">
                          <a:latin typeface="Times New Roman"/>
                          <a:cs typeface="Times New Roman"/>
                        </a:rPr>
                        <a:t> </a:t>
                      </a:r>
                      <a:r>
                        <a:rPr sz="1000" spc="-10" dirty="0">
                          <a:latin typeface="Times New Roman"/>
                          <a:cs typeface="Times New Roman"/>
                        </a:rPr>
                        <a:t>field</a:t>
                      </a:r>
                      <a:endParaRPr sz="1000">
                        <a:latin typeface="Times New Roman"/>
                        <a:cs typeface="Times New Roman"/>
                      </a:endParaRPr>
                    </a:p>
                    <a:p>
                      <a:pPr marL="66675" marR="353695">
                        <a:lnSpc>
                          <a:spcPts val="1380"/>
                        </a:lnSpc>
                      </a:pPr>
                      <a:r>
                        <a:rPr sz="1000" dirty="0">
                          <a:latin typeface="Times New Roman"/>
                          <a:cs typeface="Times New Roman"/>
                        </a:rPr>
                        <a:t>and</a:t>
                      </a:r>
                      <a:r>
                        <a:rPr sz="1000" spc="-10" dirty="0">
                          <a:latin typeface="Times New Roman"/>
                          <a:cs typeface="Times New Roman"/>
                        </a:rPr>
                        <a:t> </a:t>
                      </a:r>
                      <a:r>
                        <a:rPr sz="1000" dirty="0">
                          <a:latin typeface="Times New Roman"/>
                          <a:cs typeface="Times New Roman"/>
                        </a:rPr>
                        <a:t>maintain</a:t>
                      </a:r>
                      <a:r>
                        <a:rPr sz="1000" spc="-35" dirty="0">
                          <a:latin typeface="Times New Roman"/>
                          <a:cs typeface="Times New Roman"/>
                        </a:rPr>
                        <a:t> </a:t>
                      </a:r>
                      <a:r>
                        <a:rPr sz="1000" dirty="0">
                          <a:latin typeface="Times New Roman"/>
                          <a:cs typeface="Times New Roman"/>
                        </a:rPr>
                        <a:t>the</a:t>
                      </a:r>
                      <a:r>
                        <a:rPr sz="1000" spc="-15" dirty="0">
                          <a:latin typeface="Times New Roman"/>
                          <a:cs typeface="Times New Roman"/>
                        </a:rPr>
                        <a:t> </a:t>
                      </a:r>
                      <a:r>
                        <a:rPr sz="1000" dirty="0">
                          <a:latin typeface="Times New Roman"/>
                          <a:cs typeface="Times New Roman"/>
                        </a:rPr>
                        <a:t>readiness</a:t>
                      </a:r>
                      <a:r>
                        <a:rPr sz="1000" spc="-15" dirty="0">
                          <a:latin typeface="Times New Roman"/>
                          <a:cs typeface="Times New Roman"/>
                        </a:rPr>
                        <a:t> </a:t>
                      </a:r>
                      <a:r>
                        <a:rPr sz="1000" dirty="0">
                          <a:latin typeface="Times New Roman"/>
                          <a:cs typeface="Times New Roman"/>
                        </a:rPr>
                        <a:t>and</a:t>
                      </a:r>
                      <a:r>
                        <a:rPr sz="1000" spc="-5" dirty="0">
                          <a:latin typeface="Times New Roman"/>
                          <a:cs typeface="Times New Roman"/>
                        </a:rPr>
                        <a:t> </a:t>
                      </a:r>
                      <a:r>
                        <a:rPr sz="1000" dirty="0">
                          <a:latin typeface="Times New Roman"/>
                          <a:cs typeface="Times New Roman"/>
                        </a:rPr>
                        <a:t>operational</a:t>
                      </a:r>
                      <a:r>
                        <a:rPr sz="1000" spc="-15" dirty="0">
                          <a:latin typeface="Times New Roman"/>
                          <a:cs typeface="Times New Roman"/>
                        </a:rPr>
                        <a:t> </a:t>
                      </a:r>
                      <a:r>
                        <a:rPr sz="1000" dirty="0">
                          <a:latin typeface="Times New Roman"/>
                          <a:cs typeface="Times New Roman"/>
                        </a:rPr>
                        <a:t>capability</a:t>
                      </a:r>
                      <a:r>
                        <a:rPr sz="1000" spc="-5" dirty="0">
                          <a:latin typeface="Times New Roman"/>
                          <a:cs typeface="Times New Roman"/>
                        </a:rPr>
                        <a:t> </a:t>
                      </a:r>
                      <a:r>
                        <a:rPr sz="1000" spc="-25" dirty="0">
                          <a:latin typeface="Times New Roman"/>
                          <a:cs typeface="Times New Roman"/>
                        </a:rPr>
                        <a:t>of </a:t>
                      </a:r>
                      <a:r>
                        <a:rPr sz="1000" dirty="0">
                          <a:latin typeface="Times New Roman"/>
                          <a:cs typeface="Times New Roman"/>
                        </a:rPr>
                        <a:t>systems</a:t>
                      </a:r>
                      <a:r>
                        <a:rPr sz="1000" spc="-5" dirty="0">
                          <a:latin typeface="Times New Roman"/>
                          <a:cs typeface="Times New Roman"/>
                        </a:rPr>
                        <a:t> </a:t>
                      </a:r>
                      <a:r>
                        <a:rPr sz="1000" dirty="0">
                          <a:latin typeface="Times New Roman"/>
                          <a:cs typeface="Times New Roman"/>
                        </a:rPr>
                        <a:t>and</a:t>
                      </a:r>
                      <a:r>
                        <a:rPr sz="1000" spc="-30" dirty="0">
                          <a:latin typeface="Times New Roman"/>
                          <a:cs typeface="Times New Roman"/>
                        </a:rPr>
                        <a:t> </a:t>
                      </a:r>
                      <a:r>
                        <a:rPr sz="1000" spc="-10" dirty="0">
                          <a:latin typeface="Times New Roman"/>
                          <a:cs typeface="Times New Roman"/>
                        </a:rPr>
                        <a:t>components.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1096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IT</a:t>
                      </a:r>
                      <a:r>
                        <a:rPr sz="1000" spc="-25" dirty="0">
                          <a:latin typeface="Times New Roman"/>
                          <a:cs typeface="Times New Roman"/>
                        </a:rPr>
                        <a:t> </a:t>
                      </a:r>
                      <a:r>
                        <a:rPr sz="1000" spc="-10" dirty="0">
                          <a:latin typeface="Times New Roman"/>
                          <a:cs typeface="Times New Roman"/>
                        </a:rPr>
                        <a:t>Investment/Portfolio</a:t>
                      </a:r>
                      <a:endParaRPr sz="1000">
                        <a:latin typeface="Times New Roman"/>
                        <a:cs typeface="Times New Roman"/>
                      </a:endParaRPr>
                    </a:p>
                    <a:p>
                      <a:pPr marL="69215">
                        <a:lnSpc>
                          <a:spcPct val="100000"/>
                        </a:lnSpc>
                        <a:spcBef>
                          <a:spcPts val="55"/>
                        </a:spcBef>
                      </a:pPr>
                      <a:r>
                        <a:rPr sz="1000" spc="-10" dirty="0">
                          <a:latin typeface="Times New Roman"/>
                          <a:cs typeface="Times New Roman"/>
                        </a:rPr>
                        <a:t>Manager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804</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Manages</a:t>
                      </a:r>
                      <a:r>
                        <a:rPr sz="1000" spc="-10" dirty="0">
                          <a:latin typeface="Times New Roman"/>
                          <a:cs typeface="Times New Roman"/>
                        </a:rPr>
                        <a:t> </a:t>
                      </a:r>
                      <a:r>
                        <a:rPr sz="1000" dirty="0">
                          <a:latin typeface="Times New Roman"/>
                          <a:cs typeface="Times New Roman"/>
                        </a:rPr>
                        <a:t>a portfolio</a:t>
                      </a:r>
                      <a:r>
                        <a:rPr sz="1000" spc="-15" dirty="0">
                          <a:latin typeface="Times New Roman"/>
                          <a:cs typeface="Times New Roman"/>
                        </a:rPr>
                        <a:t> </a:t>
                      </a:r>
                      <a:r>
                        <a:rPr sz="1000" dirty="0">
                          <a:latin typeface="Times New Roman"/>
                          <a:cs typeface="Times New Roman"/>
                        </a:rPr>
                        <a:t>of IT</a:t>
                      </a:r>
                      <a:r>
                        <a:rPr sz="1000" spc="-35" dirty="0">
                          <a:latin typeface="Times New Roman"/>
                          <a:cs typeface="Times New Roman"/>
                        </a:rPr>
                        <a:t> </a:t>
                      </a:r>
                      <a:r>
                        <a:rPr sz="1000" dirty="0">
                          <a:latin typeface="Times New Roman"/>
                          <a:cs typeface="Times New Roman"/>
                        </a:rPr>
                        <a:t>capabilities</a:t>
                      </a:r>
                      <a:r>
                        <a:rPr sz="1000" spc="-5" dirty="0">
                          <a:latin typeface="Times New Roman"/>
                          <a:cs typeface="Times New Roman"/>
                        </a:rPr>
                        <a:t> </a:t>
                      </a:r>
                      <a:r>
                        <a:rPr sz="1000" dirty="0">
                          <a:latin typeface="Times New Roman"/>
                          <a:cs typeface="Times New Roman"/>
                        </a:rPr>
                        <a:t>that</a:t>
                      </a:r>
                      <a:r>
                        <a:rPr sz="1000" spc="-20" dirty="0">
                          <a:latin typeface="Times New Roman"/>
                          <a:cs typeface="Times New Roman"/>
                        </a:rPr>
                        <a:t> </a:t>
                      </a:r>
                      <a:r>
                        <a:rPr sz="1000" dirty="0">
                          <a:latin typeface="Times New Roman"/>
                          <a:cs typeface="Times New Roman"/>
                        </a:rPr>
                        <a:t>align</a:t>
                      </a:r>
                      <a:r>
                        <a:rPr sz="1000" spc="-10" dirty="0">
                          <a:latin typeface="Times New Roman"/>
                          <a:cs typeface="Times New Roman"/>
                        </a:rPr>
                        <a:t> </a:t>
                      </a:r>
                      <a:r>
                        <a:rPr sz="1000" dirty="0">
                          <a:latin typeface="Times New Roman"/>
                          <a:cs typeface="Times New Roman"/>
                        </a:rPr>
                        <a:t>with</a:t>
                      </a:r>
                      <a:r>
                        <a:rPr sz="1000" spc="-35" dirty="0">
                          <a:latin typeface="Times New Roman"/>
                          <a:cs typeface="Times New Roman"/>
                        </a:rPr>
                        <a:t> </a:t>
                      </a:r>
                      <a:r>
                        <a:rPr sz="1000" spc="-25" dirty="0">
                          <a:latin typeface="Times New Roman"/>
                          <a:cs typeface="Times New Roman"/>
                        </a:rPr>
                        <a:t>the</a:t>
                      </a:r>
                      <a:endParaRPr sz="1000">
                        <a:latin typeface="Times New Roman"/>
                        <a:cs typeface="Times New Roman"/>
                      </a:endParaRPr>
                    </a:p>
                    <a:p>
                      <a:pPr marL="66675">
                        <a:lnSpc>
                          <a:spcPct val="100000"/>
                        </a:lnSpc>
                        <a:spcBef>
                          <a:spcPts val="55"/>
                        </a:spcBef>
                      </a:pPr>
                      <a:r>
                        <a:rPr sz="1000" dirty="0">
                          <a:latin typeface="Times New Roman"/>
                          <a:cs typeface="Times New Roman"/>
                        </a:rPr>
                        <a:t>overall</a:t>
                      </a:r>
                      <a:r>
                        <a:rPr sz="1000" spc="-20" dirty="0">
                          <a:latin typeface="Times New Roman"/>
                          <a:cs typeface="Times New Roman"/>
                        </a:rPr>
                        <a:t> </a:t>
                      </a:r>
                      <a:r>
                        <a:rPr sz="1000" dirty="0">
                          <a:latin typeface="Times New Roman"/>
                          <a:cs typeface="Times New Roman"/>
                        </a:rPr>
                        <a:t>needs</a:t>
                      </a:r>
                      <a:r>
                        <a:rPr sz="1000" spc="15" dirty="0">
                          <a:latin typeface="Times New Roman"/>
                          <a:cs typeface="Times New Roman"/>
                        </a:rPr>
                        <a:t> </a:t>
                      </a:r>
                      <a:r>
                        <a:rPr sz="1000" dirty="0">
                          <a:latin typeface="Times New Roman"/>
                          <a:cs typeface="Times New Roman"/>
                        </a:rPr>
                        <a:t>of</a:t>
                      </a:r>
                      <a:r>
                        <a:rPr sz="1000" spc="5" dirty="0">
                          <a:latin typeface="Times New Roman"/>
                          <a:cs typeface="Times New Roman"/>
                        </a:rPr>
                        <a:t> </a:t>
                      </a:r>
                      <a:r>
                        <a:rPr sz="1000" dirty="0">
                          <a:latin typeface="Times New Roman"/>
                          <a:cs typeface="Times New Roman"/>
                        </a:rPr>
                        <a:t>mission</a:t>
                      </a:r>
                      <a:r>
                        <a:rPr sz="1000" spc="-35" dirty="0">
                          <a:latin typeface="Times New Roman"/>
                          <a:cs typeface="Times New Roman"/>
                        </a:rPr>
                        <a:t> </a:t>
                      </a:r>
                      <a:r>
                        <a:rPr sz="1000" dirty="0">
                          <a:latin typeface="Times New Roman"/>
                          <a:cs typeface="Times New Roman"/>
                        </a:rPr>
                        <a:t>and</a:t>
                      </a:r>
                      <a:r>
                        <a:rPr sz="1000" spc="-35" dirty="0">
                          <a:latin typeface="Times New Roman"/>
                          <a:cs typeface="Times New Roman"/>
                        </a:rPr>
                        <a:t> </a:t>
                      </a:r>
                      <a:r>
                        <a:rPr sz="1000" dirty="0">
                          <a:latin typeface="Times New Roman"/>
                          <a:cs typeface="Times New Roman"/>
                        </a:rPr>
                        <a:t>business</a:t>
                      </a:r>
                      <a:r>
                        <a:rPr sz="1000" spc="-5" dirty="0">
                          <a:latin typeface="Times New Roman"/>
                          <a:cs typeface="Times New Roman"/>
                        </a:rPr>
                        <a:t> </a:t>
                      </a:r>
                      <a:r>
                        <a:rPr sz="1000" dirty="0">
                          <a:latin typeface="Times New Roman"/>
                          <a:cs typeface="Times New Roman"/>
                        </a:rPr>
                        <a:t>enterprise</a:t>
                      </a:r>
                      <a:r>
                        <a:rPr sz="1000" spc="-5" dirty="0">
                          <a:latin typeface="Times New Roman"/>
                          <a:cs typeface="Times New Roman"/>
                        </a:rPr>
                        <a:t> </a:t>
                      </a:r>
                      <a:r>
                        <a:rPr sz="1000" spc="-10" dirty="0">
                          <a:latin typeface="Times New Roman"/>
                          <a:cs typeface="Times New Roman"/>
                        </a:rPr>
                        <a:t>priorities.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650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IT</a:t>
                      </a:r>
                      <a:r>
                        <a:rPr sz="1000" spc="-15" dirty="0">
                          <a:latin typeface="Times New Roman"/>
                          <a:cs typeface="Times New Roman"/>
                        </a:rPr>
                        <a:t> </a:t>
                      </a:r>
                      <a:r>
                        <a:rPr sz="1000" dirty="0">
                          <a:latin typeface="Times New Roman"/>
                          <a:cs typeface="Times New Roman"/>
                        </a:rPr>
                        <a:t>Program</a:t>
                      </a:r>
                      <a:r>
                        <a:rPr sz="1000" spc="-20" dirty="0">
                          <a:latin typeface="Times New Roman"/>
                          <a:cs typeface="Times New Roman"/>
                        </a:rPr>
                        <a:t> </a:t>
                      </a:r>
                      <a:r>
                        <a:rPr sz="1000" spc="-10" dirty="0">
                          <a:latin typeface="Times New Roman"/>
                          <a:cs typeface="Times New Roman"/>
                        </a:rPr>
                        <a:t>Auditor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805</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Conducts</a:t>
                      </a:r>
                      <a:r>
                        <a:rPr sz="1000" spc="10" dirty="0">
                          <a:latin typeface="Times New Roman"/>
                          <a:cs typeface="Times New Roman"/>
                        </a:rPr>
                        <a:t> </a:t>
                      </a:r>
                      <a:r>
                        <a:rPr sz="1000" dirty="0">
                          <a:latin typeface="Times New Roman"/>
                          <a:cs typeface="Times New Roman"/>
                        </a:rPr>
                        <a:t>evaluations</a:t>
                      </a:r>
                      <a:r>
                        <a:rPr sz="1000" spc="10" dirty="0">
                          <a:latin typeface="Times New Roman"/>
                          <a:cs typeface="Times New Roman"/>
                        </a:rPr>
                        <a:t> </a:t>
                      </a:r>
                      <a:r>
                        <a:rPr sz="1000" dirty="0">
                          <a:latin typeface="Times New Roman"/>
                          <a:cs typeface="Times New Roman"/>
                        </a:rPr>
                        <a:t>of</a:t>
                      </a:r>
                      <a:r>
                        <a:rPr sz="1000" spc="-25" dirty="0">
                          <a:latin typeface="Times New Roman"/>
                          <a:cs typeface="Times New Roman"/>
                        </a:rPr>
                        <a:t> </a:t>
                      </a:r>
                      <a:r>
                        <a:rPr sz="1000" dirty="0">
                          <a:latin typeface="Times New Roman"/>
                          <a:cs typeface="Times New Roman"/>
                        </a:rPr>
                        <a:t>an</a:t>
                      </a:r>
                      <a:r>
                        <a:rPr sz="1000" spc="-35" dirty="0">
                          <a:latin typeface="Times New Roman"/>
                          <a:cs typeface="Times New Roman"/>
                        </a:rPr>
                        <a:t> </a:t>
                      </a:r>
                      <a:r>
                        <a:rPr sz="1000" dirty="0">
                          <a:latin typeface="Times New Roman"/>
                          <a:cs typeface="Times New Roman"/>
                        </a:rPr>
                        <a:t>IT</a:t>
                      </a:r>
                      <a:r>
                        <a:rPr sz="1000" spc="-10" dirty="0">
                          <a:latin typeface="Times New Roman"/>
                          <a:cs typeface="Times New Roman"/>
                        </a:rPr>
                        <a:t> </a:t>
                      </a:r>
                      <a:r>
                        <a:rPr sz="1000" dirty="0">
                          <a:latin typeface="Times New Roman"/>
                          <a:cs typeface="Times New Roman"/>
                        </a:rPr>
                        <a:t>program</a:t>
                      </a:r>
                      <a:r>
                        <a:rPr sz="1000" spc="-40" dirty="0">
                          <a:latin typeface="Times New Roman"/>
                          <a:cs typeface="Times New Roman"/>
                        </a:rPr>
                        <a:t> </a:t>
                      </a:r>
                      <a:r>
                        <a:rPr sz="1000" dirty="0">
                          <a:latin typeface="Times New Roman"/>
                          <a:cs typeface="Times New Roman"/>
                        </a:rPr>
                        <a:t>or</a:t>
                      </a:r>
                      <a:r>
                        <a:rPr sz="1000" spc="-5" dirty="0">
                          <a:latin typeface="Times New Roman"/>
                          <a:cs typeface="Times New Roman"/>
                        </a:rPr>
                        <a:t> </a:t>
                      </a:r>
                      <a:r>
                        <a:rPr sz="1000" dirty="0">
                          <a:latin typeface="Times New Roman"/>
                          <a:cs typeface="Times New Roman"/>
                        </a:rPr>
                        <a:t>its</a:t>
                      </a:r>
                      <a:r>
                        <a:rPr sz="1000" spc="-5" dirty="0">
                          <a:latin typeface="Times New Roman"/>
                          <a:cs typeface="Times New Roman"/>
                        </a:rPr>
                        <a:t> </a:t>
                      </a:r>
                      <a:r>
                        <a:rPr sz="1000" spc="-10" dirty="0">
                          <a:latin typeface="Times New Roman"/>
                          <a:cs typeface="Times New Roman"/>
                        </a:rPr>
                        <a:t>individual</a:t>
                      </a:r>
                      <a:endParaRPr sz="1000">
                        <a:latin typeface="Times New Roman"/>
                        <a:cs typeface="Times New Roman"/>
                      </a:endParaRPr>
                    </a:p>
                    <a:p>
                      <a:pPr marL="66675" marR="487680">
                        <a:lnSpc>
                          <a:spcPct val="102299"/>
                        </a:lnSpc>
                        <a:spcBef>
                          <a:spcPts val="25"/>
                        </a:spcBef>
                      </a:pPr>
                      <a:r>
                        <a:rPr sz="1000" dirty="0">
                          <a:latin typeface="Times New Roman"/>
                          <a:cs typeface="Times New Roman"/>
                        </a:rPr>
                        <a:t>components,</a:t>
                      </a:r>
                      <a:r>
                        <a:rPr sz="1000" spc="-10" dirty="0">
                          <a:latin typeface="Times New Roman"/>
                          <a:cs typeface="Times New Roman"/>
                        </a:rPr>
                        <a:t> </a:t>
                      </a:r>
                      <a:r>
                        <a:rPr sz="1000" dirty="0">
                          <a:latin typeface="Times New Roman"/>
                          <a:cs typeface="Times New Roman"/>
                        </a:rPr>
                        <a:t>to</a:t>
                      </a:r>
                      <a:r>
                        <a:rPr sz="1000" spc="-10" dirty="0">
                          <a:latin typeface="Times New Roman"/>
                          <a:cs typeface="Times New Roman"/>
                        </a:rPr>
                        <a:t> </a:t>
                      </a:r>
                      <a:r>
                        <a:rPr sz="1000" dirty="0">
                          <a:latin typeface="Times New Roman"/>
                          <a:cs typeface="Times New Roman"/>
                        </a:rPr>
                        <a:t>determine</a:t>
                      </a:r>
                      <a:r>
                        <a:rPr sz="1000" spc="-25" dirty="0">
                          <a:latin typeface="Times New Roman"/>
                          <a:cs typeface="Times New Roman"/>
                        </a:rPr>
                        <a:t> </a:t>
                      </a:r>
                      <a:r>
                        <a:rPr sz="1000" dirty="0">
                          <a:latin typeface="Times New Roman"/>
                          <a:cs typeface="Times New Roman"/>
                        </a:rPr>
                        <a:t>compliance</a:t>
                      </a:r>
                      <a:r>
                        <a:rPr sz="1000" spc="-20" dirty="0">
                          <a:latin typeface="Times New Roman"/>
                          <a:cs typeface="Times New Roman"/>
                        </a:rPr>
                        <a:t> </a:t>
                      </a:r>
                      <a:r>
                        <a:rPr sz="1000" dirty="0">
                          <a:latin typeface="Times New Roman"/>
                          <a:cs typeface="Times New Roman"/>
                        </a:rPr>
                        <a:t>with</a:t>
                      </a:r>
                      <a:r>
                        <a:rPr sz="1000" spc="-15" dirty="0">
                          <a:latin typeface="Times New Roman"/>
                          <a:cs typeface="Times New Roman"/>
                        </a:rPr>
                        <a:t> </a:t>
                      </a:r>
                      <a:r>
                        <a:rPr sz="1000" spc="-10" dirty="0">
                          <a:latin typeface="Times New Roman"/>
                          <a:cs typeface="Times New Roman"/>
                        </a:rPr>
                        <a:t>published standards.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616324">
                <a:tc rowSpan="4">
                  <a:txBody>
                    <a:bodyPr/>
                    <a:lstStyle/>
                    <a:p>
                      <a:pPr marL="69850">
                        <a:lnSpc>
                          <a:spcPts val="1270"/>
                        </a:lnSpc>
                      </a:pPr>
                      <a:r>
                        <a:rPr sz="1000" dirty="0">
                          <a:latin typeface="Times New Roman"/>
                          <a:cs typeface="Times New Roman"/>
                        </a:rPr>
                        <a:t>Protect</a:t>
                      </a:r>
                      <a:r>
                        <a:rPr sz="1000" spc="-40" dirty="0">
                          <a:latin typeface="Times New Roman"/>
                          <a:cs typeface="Times New Roman"/>
                        </a:rPr>
                        <a:t> </a:t>
                      </a:r>
                      <a:r>
                        <a:rPr sz="1000" spc="-25" dirty="0">
                          <a:latin typeface="Times New Roman"/>
                          <a:cs typeface="Times New Roman"/>
                        </a:rPr>
                        <a:t>and</a:t>
                      </a:r>
                      <a:endParaRPr sz="1000">
                        <a:latin typeface="Times New Roman"/>
                        <a:cs typeface="Times New Roman"/>
                      </a:endParaRPr>
                    </a:p>
                    <a:p>
                      <a:pPr marL="69850">
                        <a:lnSpc>
                          <a:spcPct val="100000"/>
                        </a:lnSpc>
                        <a:spcBef>
                          <a:spcPts val="55"/>
                        </a:spcBef>
                      </a:pPr>
                      <a:r>
                        <a:rPr sz="1000" spc="-10" dirty="0">
                          <a:latin typeface="Times New Roman"/>
                          <a:cs typeface="Times New Roman"/>
                        </a:rPr>
                        <a:t>Defend</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Cyber</a:t>
                      </a:r>
                      <a:r>
                        <a:rPr sz="1000" spc="-35" dirty="0">
                          <a:latin typeface="Times New Roman"/>
                          <a:cs typeface="Times New Roman"/>
                        </a:rPr>
                        <a:t> </a:t>
                      </a:r>
                      <a:r>
                        <a:rPr sz="1000" spc="-10" dirty="0">
                          <a:latin typeface="Times New Roman"/>
                          <a:cs typeface="Times New Roman"/>
                        </a:rPr>
                        <a:t>Defense</a:t>
                      </a:r>
                      <a:endParaRPr sz="1000">
                        <a:latin typeface="Times New Roman"/>
                        <a:cs typeface="Times New Roman"/>
                      </a:endParaRPr>
                    </a:p>
                    <a:p>
                      <a:pPr marL="66675">
                        <a:lnSpc>
                          <a:spcPct val="100000"/>
                        </a:lnSpc>
                        <a:spcBef>
                          <a:spcPts val="55"/>
                        </a:spcBef>
                      </a:pPr>
                      <a:r>
                        <a:rPr sz="1000" spc="-10" dirty="0">
                          <a:latin typeface="Times New Roman"/>
                          <a:cs typeface="Times New Roman"/>
                        </a:rPr>
                        <a:t>Analysis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Cyber</a:t>
                      </a:r>
                      <a:r>
                        <a:rPr sz="1000" spc="-25" dirty="0">
                          <a:latin typeface="Times New Roman"/>
                          <a:cs typeface="Times New Roman"/>
                        </a:rPr>
                        <a:t> </a:t>
                      </a:r>
                      <a:r>
                        <a:rPr sz="1000" dirty="0">
                          <a:latin typeface="Times New Roman"/>
                          <a:cs typeface="Times New Roman"/>
                        </a:rPr>
                        <a:t>Defense</a:t>
                      </a:r>
                      <a:r>
                        <a:rPr sz="1000" spc="-40" dirty="0">
                          <a:latin typeface="Times New Roman"/>
                          <a:cs typeface="Times New Roman"/>
                        </a:rPr>
                        <a:t> </a:t>
                      </a:r>
                      <a:r>
                        <a:rPr sz="1000" spc="-10" dirty="0">
                          <a:latin typeface="Times New Roman"/>
                          <a:cs typeface="Times New Roman"/>
                        </a:rPr>
                        <a:t>Analyst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511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Uses</a:t>
                      </a:r>
                      <a:r>
                        <a:rPr sz="1000" spc="10" dirty="0">
                          <a:latin typeface="Times New Roman"/>
                          <a:cs typeface="Times New Roman"/>
                        </a:rPr>
                        <a:t> </a:t>
                      </a:r>
                      <a:r>
                        <a:rPr sz="1000" dirty="0">
                          <a:latin typeface="Times New Roman"/>
                          <a:cs typeface="Times New Roman"/>
                        </a:rPr>
                        <a:t>data collected</a:t>
                      </a:r>
                      <a:r>
                        <a:rPr sz="1000" spc="-40" dirty="0">
                          <a:latin typeface="Times New Roman"/>
                          <a:cs typeface="Times New Roman"/>
                        </a:rPr>
                        <a:t> </a:t>
                      </a:r>
                      <a:r>
                        <a:rPr sz="1000" dirty="0">
                          <a:latin typeface="Times New Roman"/>
                          <a:cs typeface="Times New Roman"/>
                        </a:rPr>
                        <a:t>from</a:t>
                      </a:r>
                      <a:r>
                        <a:rPr sz="1000" spc="-40" dirty="0">
                          <a:latin typeface="Times New Roman"/>
                          <a:cs typeface="Times New Roman"/>
                        </a:rPr>
                        <a:t> </a:t>
                      </a:r>
                      <a:r>
                        <a:rPr sz="1000" dirty="0">
                          <a:latin typeface="Times New Roman"/>
                          <a:cs typeface="Times New Roman"/>
                        </a:rPr>
                        <a:t>a</a:t>
                      </a:r>
                      <a:r>
                        <a:rPr sz="1000" spc="25" dirty="0">
                          <a:latin typeface="Times New Roman"/>
                          <a:cs typeface="Times New Roman"/>
                        </a:rPr>
                        <a:t> </a:t>
                      </a:r>
                      <a:r>
                        <a:rPr sz="1000" dirty="0">
                          <a:latin typeface="Times New Roman"/>
                          <a:cs typeface="Times New Roman"/>
                        </a:rPr>
                        <a:t>variety</a:t>
                      </a:r>
                      <a:r>
                        <a:rPr sz="1000" spc="-15" dirty="0">
                          <a:latin typeface="Times New Roman"/>
                          <a:cs typeface="Times New Roman"/>
                        </a:rPr>
                        <a:t> </a:t>
                      </a:r>
                      <a:r>
                        <a:rPr sz="1000" dirty="0">
                          <a:latin typeface="Times New Roman"/>
                          <a:cs typeface="Times New Roman"/>
                        </a:rPr>
                        <a:t>of</a:t>
                      </a:r>
                      <a:r>
                        <a:rPr sz="1000" spc="-25" dirty="0">
                          <a:latin typeface="Times New Roman"/>
                          <a:cs typeface="Times New Roman"/>
                        </a:rPr>
                        <a:t> </a:t>
                      </a:r>
                      <a:r>
                        <a:rPr sz="1000" dirty="0">
                          <a:latin typeface="Times New Roman"/>
                          <a:cs typeface="Times New Roman"/>
                        </a:rPr>
                        <a:t>cyber</a:t>
                      </a:r>
                      <a:r>
                        <a:rPr sz="1000" spc="-5" dirty="0">
                          <a:latin typeface="Times New Roman"/>
                          <a:cs typeface="Times New Roman"/>
                        </a:rPr>
                        <a:t> </a:t>
                      </a:r>
                      <a:r>
                        <a:rPr sz="1000" dirty="0">
                          <a:latin typeface="Times New Roman"/>
                          <a:cs typeface="Times New Roman"/>
                        </a:rPr>
                        <a:t>defense</a:t>
                      </a:r>
                      <a:r>
                        <a:rPr sz="1000" spc="-20" dirty="0">
                          <a:latin typeface="Times New Roman"/>
                          <a:cs typeface="Times New Roman"/>
                        </a:rPr>
                        <a:t> tools</a:t>
                      </a:r>
                      <a:endParaRPr sz="1000">
                        <a:latin typeface="Times New Roman"/>
                        <a:cs typeface="Times New Roman"/>
                      </a:endParaRPr>
                    </a:p>
                    <a:p>
                      <a:pPr marL="66675" marR="116839">
                        <a:lnSpc>
                          <a:spcPct val="103200"/>
                        </a:lnSpc>
                        <a:spcBef>
                          <a:spcPts val="15"/>
                        </a:spcBef>
                      </a:pPr>
                      <a:r>
                        <a:rPr sz="1000" dirty="0">
                          <a:latin typeface="Times New Roman"/>
                          <a:cs typeface="Times New Roman"/>
                        </a:rPr>
                        <a:t>(e.g., IDS</a:t>
                      </a:r>
                      <a:r>
                        <a:rPr sz="1000" spc="-25" dirty="0">
                          <a:latin typeface="Times New Roman"/>
                          <a:cs typeface="Times New Roman"/>
                        </a:rPr>
                        <a:t> </a:t>
                      </a:r>
                      <a:r>
                        <a:rPr sz="1000" dirty="0">
                          <a:latin typeface="Times New Roman"/>
                          <a:cs typeface="Times New Roman"/>
                        </a:rPr>
                        <a:t>alerts,</a:t>
                      </a:r>
                      <a:r>
                        <a:rPr sz="1000" spc="5" dirty="0">
                          <a:latin typeface="Times New Roman"/>
                          <a:cs typeface="Times New Roman"/>
                        </a:rPr>
                        <a:t> </a:t>
                      </a:r>
                      <a:r>
                        <a:rPr sz="1000" dirty="0">
                          <a:latin typeface="Times New Roman"/>
                          <a:cs typeface="Times New Roman"/>
                        </a:rPr>
                        <a:t>firewalls,</a:t>
                      </a:r>
                      <a:r>
                        <a:rPr sz="1000" spc="5" dirty="0">
                          <a:latin typeface="Times New Roman"/>
                          <a:cs typeface="Times New Roman"/>
                        </a:rPr>
                        <a:t> </a:t>
                      </a:r>
                      <a:r>
                        <a:rPr sz="1000" dirty="0">
                          <a:latin typeface="Times New Roman"/>
                          <a:cs typeface="Times New Roman"/>
                        </a:rPr>
                        <a:t>network</a:t>
                      </a:r>
                      <a:r>
                        <a:rPr sz="1000" spc="-45" dirty="0">
                          <a:latin typeface="Times New Roman"/>
                          <a:cs typeface="Times New Roman"/>
                        </a:rPr>
                        <a:t> </a:t>
                      </a:r>
                      <a:r>
                        <a:rPr sz="1000" dirty="0">
                          <a:latin typeface="Times New Roman"/>
                          <a:cs typeface="Times New Roman"/>
                        </a:rPr>
                        <a:t>traffic</a:t>
                      </a:r>
                      <a:r>
                        <a:rPr sz="1000" spc="-30" dirty="0">
                          <a:latin typeface="Times New Roman"/>
                          <a:cs typeface="Times New Roman"/>
                        </a:rPr>
                        <a:t> </a:t>
                      </a:r>
                      <a:r>
                        <a:rPr sz="1000" dirty="0">
                          <a:latin typeface="Times New Roman"/>
                          <a:cs typeface="Times New Roman"/>
                        </a:rPr>
                        <a:t>logs)</a:t>
                      </a:r>
                      <a:r>
                        <a:rPr sz="1000" spc="-10" dirty="0">
                          <a:latin typeface="Times New Roman"/>
                          <a:cs typeface="Times New Roman"/>
                        </a:rPr>
                        <a:t> </a:t>
                      </a:r>
                      <a:r>
                        <a:rPr sz="1000" dirty="0">
                          <a:latin typeface="Times New Roman"/>
                          <a:cs typeface="Times New Roman"/>
                        </a:rPr>
                        <a:t>to</a:t>
                      </a:r>
                      <a:r>
                        <a:rPr sz="1000" spc="-45" dirty="0">
                          <a:latin typeface="Times New Roman"/>
                          <a:cs typeface="Times New Roman"/>
                        </a:rPr>
                        <a:t> </a:t>
                      </a:r>
                      <a:r>
                        <a:rPr sz="1000" spc="-10" dirty="0">
                          <a:latin typeface="Times New Roman"/>
                          <a:cs typeface="Times New Roman"/>
                        </a:rPr>
                        <a:t>analyze </a:t>
                      </a:r>
                      <a:r>
                        <a:rPr sz="1000" dirty="0">
                          <a:latin typeface="Times New Roman"/>
                          <a:cs typeface="Times New Roman"/>
                        </a:rPr>
                        <a:t>events that</a:t>
                      </a:r>
                      <a:r>
                        <a:rPr sz="1000" spc="-20" dirty="0">
                          <a:latin typeface="Times New Roman"/>
                          <a:cs typeface="Times New Roman"/>
                        </a:rPr>
                        <a:t> </a:t>
                      </a:r>
                      <a:r>
                        <a:rPr sz="1000" dirty="0">
                          <a:latin typeface="Times New Roman"/>
                          <a:cs typeface="Times New Roman"/>
                        </a:rPr>
                        <a:t>occur</a:t>
                      </a:r>
                      <a:r>
                        <a:rPr sz="1000" spc="10" dirty="0">
                          <a:latin typeface="Times New Roman"/>
                          <a:cs typeface="Times New Roman"/>
                        </a:rPr>
                        <a:t> </a:t>
                      </a:r>
                      <a:r>
                        <a:rPr sz="1000" dirty="0">
                          <a:latin typeface="Times New Roman"/>
                          <a:cs typeface="Times New Roman"/>
                        </a:rPr>
                        <a:t>within</a:t>
                      </a:r>
                      <a:r>
                        <a:rPr sz="1000" spc="-40" dirty="0">
                          <a:latin typeface="Times New Roman"/>
                          <a:cs typeface="Times New Roman"/>
                        </a:rPr>
                        <a:t> </a:t>
                      </a:r>
                      <a:r>
                        <a:rPr sz="1000" dirty="0">
                          <a:latin typeface="Times New Roman"/>
                          <a:cs typeface="Times New Roman"/>
                        </a:rPr>
                        <a:t>their</a:t>
                      </a:r>
                      <a:r>
                        <a:rPr sz="1000" spc="-10" dirty="0">
                          <a:latin typeface="Times New Roman"/>
                          <a:cs typeface="Times New Roman"/>
                        </a:rPr>
                        <a:t> </a:t>
                      </a:r>
                      <a:r>
                        <a:rPr sz="1000" dirty="0">
                          <a:latin typeface="Times New Roman"/>
                          <a:cs typeface="Times New Roman"/>
                        </a:rPr>
                        <a:t>environments</a:t>
                      </a:r>
                      <a:r>
                        <a:rPr sz="1000" spc="-15" dirty="0">
                          <a:latin typeface="Times New Roman"/>
                          <a:cs typeface="Times New Roman"/>
                        </a:rPr>
                        <a:t> </a:t>
                      </a:r>
                      <a:r>
                        <a:rPr sz="1000" dirty="0">
                          <a:latin typeface="Times New Roman"/>
                          <a:cs typeface="Times New Roman"/>
                        </a:rPr>
                        <a:t>for</a:t>
                      </a:r>
                      <a:r>
                        <a:rPr sz="1000" spc="-10" dirty="0">
                          <a:latin typeface="Times New Roman"/>
                          <a:cs typeface="Times New Roman"/>
                        </a:rPr>
                        <a:t> </a:t>
                      </a:r>
                      <a:r>
                        <a:rPr sz="1000" dirty="0">
                          <a:latin typeface="Times New Roman"/>
                          <a:cs typeface="Times New Roman"/>
                        </a:rPr>
                        <a:t>the</a:t>
                      </a:r>
                      <a:r>
                        <a:rPr sz="1000" spc="-5" dirty="0">
                          <a:latin typeface="Times New Roman"/>
                          <a:cs typeface="Times New Roman"/>
                        </a:rPr>
                        <a:t> </a:t>
                      </a:r>
                      <a:r>
                        <a:rPr sz="1000" spc="-10" dirty="0">
                          <a:latin typeface="Times New Roman"/>
                          <a:cs typeface="Times New Roman"/>
                        </a:rPr>
                        <a:t>purposes </a:t>
                      </a:r>
                      <a:r>
                        <a:rPr sz="1000" dirty="0">
                          <a:latin typeface="Times New Roman"/>
                          <a:cs typeface="Times New Roman"/>
                        </a:rPr>
                        <a:t>of</a:t>
                      </a:r>
                      <a:r>
                        <a:rPr sz="1000" spc="-5" dirty="0">
                          <a:latin typeface="Times New Roman"/>
                          <a:cs typeface="Times New Roman"/>
                        </a:rPr>
                        <a:t> </a:t>
                      </a:r>
                      <a:r>
                        <a:rPr sz="1000" dirty="0">
                          <a:latin typeface="Times New Roman"/>
                          <a:cs typeface="Times New Roman"/>
                        </a:rPr>
                        <a:t>mitigating</a:t>
                      </a:r>
                      <a:r>
                        <a:rPr sz="1000" spc="-35" dirty="0">
                          <a:latin typeface="Times New Roman"/>
                          <a:cs typeface="Times New Roman"/>
                        </a:rPr>
                        <a:t> </a:t>
                      </a:r>
                      <a:r>
                        <a:rPr sz="1000" spc="-10" dirty="0">
                          <a:latin typeface="Times New Roman"/>
                          <a:cs typeface="Times New Roman"/>
                        </a:rPr>
                        <a:t>threats.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650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Cyber</a:t>
                      </a:r>
                      <a:r>
                        <a:rPr sz="1000" spc="-35" dirty="0">
                          <a:latin typeface="Times New Roman"/>
                          <a:cs typeface="Times New Roman"/>
                        </a:rPr>
                        <a:t> </a:t>
                      </a:r>
                      <a:r>
                        <a:rPr sz="1000" spc="-10" dirty="0">
                          <a:latin typeface="Times New Roman"/>
                          <a:cs typeface="Times New Roman"/>
                        </a:rPr>
                        <a:t>Defense</a:t>
                      </a:r>
                      <a:endParaRPr sz="1000">
                        <a:latin typeface="Times New Roman"/>
                        <a:cs typeface="Times New Roman"/>
                      </a:endParaRPr>
                    </a:p>
                    <a:p>
                      <a:pPr marL="66675" marR="375920">
                        <a:lnSpc>
                          <a:spcPct val="102400"/>
                        </a:lnSpc>
                        <a:spcBef>
                          <a:spcPts val="20"/>
                        </a:spcBef>
                      </a:pPr>
                      <a:r>
                        <a:rPr sz="1000" spc="-10" dirty="0">
                          <a:latin typeface="Times New Roman"/>
                          <a:cs typeface="Times New Roman"/>
                        </a:rPr>
                        <a:t>Infrastructure Support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Cyber</a:t>
                      </a:r>
                      <a:r>
                        <a:rPr sz="1000" spc="-35" dirty="0">
                          <a:latin typeface="Times New Roman"/>
                          <a:cs typeface="Times New Roman"/>
                        </a:rPr>
                        <a:t> </a:t>
                      </a:r>
                      <a:r>
                        <a:rPr sz="1000" spc="-10" dirty="0">
                          <a:latin typeface="Times New Roman"/>
                          <a:cs typeface="Times New Roman"/>
                        </a:rPr>
                        <a:t>Defense</a:t>
                      </a:r>
                      <a:endParaRPr sz="1000">
                        <a:latin typeface="Times New Roman"/>
                        <a:cs typeface="Times New Roman"/>
                      </a:endParaRPr>
                    </a:p>
                    <a:p>
                      <a:pPr marL="69215" marR="358775">
                        <a:lnSpc>
                          <a:spcPct val="102400"/>
                        </a:lnSpc>
                        <a:spcBef>
                          <a:spcPts val="20"/>
                        </a:spcBef>
                      </a:pPr>
                      <a:r>
                        <a:rPr sz="1000" dirty="0">
                          <a:latin typeface="Times New Roman"/>
                          <a:cs typeface="Times New Roman"/>
                        </a:rPr>
                        <a:t>Infrastructure</a:t>
                      </a:r>
                      <a:r>
                        <a:rPr sz="1000" spc="-25" dirty="0">
                          <a:latin typeface="Times New Roman"/>
                          <a:cs typeface="Times New Roman"/>
                        </a:rPr>
                        <a:t> </a:t>
                      </a:r>
                      <a:r>
                        <a:rPr sz="1000" spc="-10" dirty="0">
                          <a:latin typeface="Times New Roman"/>
                          <a:cs typeface="Times New Roman"/>
                        </a:rPr>
                        <a:t>Support Specialist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521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Tests,</a:t>
                      </a:r>
                      <a:r>
                        <a:rPr sz="1000" spc="-20" dirty="0">
                          <a:latin typeface="Times New Roman"/>
                          <a:cs typeface="Times New Roman"/>
                        </a:rPr>
                        <a:t> </a:t>
                      </a:r>
                      <a:r>
                        <a:rPr sz="1000" dirty="0">
                          <a:latin typeface="Times New Roman"/>
                          <a:cs typeface="Times New Roman"/>
                        </a:rPr>
                        <a:t>implements, deploys, maintains,</a:t>
                      </a:r>
                      <a:r>
                        <a:rPr sz="1000" spc="-15" dirty="0">
                          <a:latin typeface="Times New Roman"/>
                          <a:cs typeface="Times New Roman"/>
                        </a:rPr>
                        <a:t> </a:t>
                      </a:r>
                      <a:r>
                        <a:rPr sz="1000" dirty="0">
                          <a:latin typeface="Times New Roman"/>
                          <a:cs typeface="Times New Roman"/>
                        </a:rPr>
                        <a:t>and</a:t>
                      </a:r>
                      <a:r>
                        <a:rPr sz="1000" spc="-45" dirty="0">
                          <a:latin typeface="Times New Roman"/>
                          <a:cs typeface="Times New Roman"/>
                        </a:rPr>
                        <a:t> </a:t>
                      </a:r>
                      <a:r>
                        <a:rPr sz="1000" dirty="0">
                          <a:latin typeface="Times New Roman"/>
                          <a:cs typeface="Times New Roman"/>
                        </a:rPr>
                        <a:t>administers</a:t>
                      </a:r>
                      <a:r>
                        <a:rPr sz="1000" spc="-20" dirty="0">
                          <a:latin typeface="Times New Roman"/>
                          <a:cs typeface="Times New Roman"/>
                        </a:rPr>
                        <a:t> </a:t>
                      </a:r>
                      <a:r>
                        <a:rPr sz="1000" spc="-25" dirty="0">
                          <a:latin typeface="Times New Roman"/>
                          <a:cs typeface="Times New Roman"/>
                        </a:rPr>
                        <a:t>the</a:t>
                      </a:r>
                      <a:endParaRPr sz="1000">
                        <a:latin typeface="Times New Roman"/>
                        <a:cs typeface="Times New Roman"/>
                      </a:endParaRPr>
                    </a:p>
                    <a:p>
                      <a:pPr marL="66675">
                        <a:lnSpc>
                          <a:spcPct val="100000"/>
                        </a:lnSpc>
                        <a:spcBef>
                          <a:spcPts val="55"/>
                        </a:spcBef>
                      </a:pPr>
                      <a:r>
                        <a:rPr sz="1000" dirty="0">
                          <a:latin typeface="Times New Roman"/>
                          <a:cs typeface="Times New Roman"/>
                        </a:rPr>
                        <a:t>infrastructure</a:t>
                      </a:r>
                      <a:r>
                        <a:rPr sz="1000" spc="-5" dirty="0">
                          <a:latin typeface="Times New Roman"/>
                          <a:cs typeface="Times New Roman"/>
                        </a:rPr>
                        <a:t> </a:t>
                      </a:r>
                      <a:r>
                        <a:rPr sz="1000" dirty="0">
                          <a:latin typeface="Times New Roman"/>
                          <a:cs typeface="Times New Roman"/>
                        </a:rPr>
                        <a:t>hardware</a:t>
                      </a:r>
                      <a:r>
                        <a:rPr sz="1000" spc="-30"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spc="-10" dirty="0">
                          <a:latin typeface="Times New Roman"/>
                          <a:cs typeface="Times New Roman"/>
                        </a:rPr>
                        <a:t>software.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1096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39370" algn="ctr">
                        <a:lnSpc>
                          <a:spcPts val="1270"/>
                        </a:lnSpc>
                      </a:pPr>
                      <a:r>
                        <a:rPr sz="1000" dirty="0">
                          <a:latin typeface="Times New Roman"/>
                          <a:cs typeface="Times New Roman"/>
                        </a:rPr>
                        <a:t>Incident</a:t>
                      </a:r>
                      <a:r>
                        <a:rPr sz="1000" spc="-25" dirty="0">
                          <a:latin typeface="Times New Roman"/>
                          <a:cs typeface="Times New Roman"/>
                        </a:rPr>
                        <a:t> </a:t>
                      </a:r>
                      <a:r>
                        <a:rPr sz="1000" spc="-10" dirty="0">
                          <a:latin typeface="Times New Roman"/>
                          <a:cs typeface="Times New Roman"/>
                        </a:rPr>
                        <a:t>Response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Cyber</a:t>
                      </a:r>
                      <a:r>
                        <a:rPr sz="1000" spc="-25" dirty="0">
                          <a:latin typeface="Times New Roman"/>
                          <a:cs typeface="Times New Roman"/>
                        </a:rPr>
                        <a:t> </a:t>
                      </a:r>
                      <a:r>
                        <a:rPr sz="1000" dirty="0">
                          <a:latin typeface="Times New Roman"/>
                          <a:cs typeface="Times New Roman"/>
                        </a:rPr>
                        <a:t>Defense</a:t>
                      </a:r>
                      <a:r>
                        <a:rPr sz="1000" spc="-40" dirty="0">
                          <a:latin typeface="Times New Roman"/>
                          <a:cs typeface="Times New Roman"/>
                        </a:rPr>
                        <a:t> </a:t>
                      </a:r>
                      <a:r>
                        <a:rPr sz="1000" spc="-10" dirty="0">
                          <a:latin typeface="Times New Roman"/>
                          <a:cs typeface="Times New Roman"/>
                        </a:rPr>
                        <a:t>Incident</a:t>
                      </a:r>
                      <a:endParaRPr sz="1000">
                        <a:latin typeface="Times New Roman"/>
                        <a:cs typeface="Times New Roman"/>
                      </a:endParaRPr>
                    </a:p>
                    <a:p>
                      <a:pPr marL="69215">
                        <a:lnSpc>
                          <a:spcPct val="100000"/>
                        </a:lnSpc>
                        <a:spcBef>
                          <a:spcPts val="30"/>
                        </a:spcBef>
                      </a:pPr>
                      <a:r>
                        <a:rPr sz="1000" spc="-10" dirty="0">
                          <a:latin typeface="Times New Roman"/>
                          <a:cs typeface="Times New Roman"/>
                        </a:rPr>
                        <a:t>Responder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531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Investigates,</a:t>
                      </a:r>
                      <a:r>
                        <a:rPr sz="1000" spc="-10" dirty="0">
                          <a:latin typeface="Times New Roman"/>
                          <a:cs typeface="Times New Roman"/>
                        </a:rPr>
                        <a:t> </a:t>
                      </a:r>
                      <a:r>
                        <a:rPr sz="1000" dirty="0">
                          <a:latin typeface="Times New Roman"/>
                          <a:cs typeface="Times New Roman"/>
                        </a:rPr>
                        <a:t>analyzes,</a:t>
                      </a:r>
                      <a:r>
                        <a:rPr sz="1000" spc="-5" dirty="0">
                          <a:latin typeface="Times New Roman"/>
                          <a:cs typeface="Times New Roman"/>
                        </a:rPr>
                        <a:t> </a:t>
                      </a:r>
                      <a:r>
                        <a:rPr sz="1000" dirty="0">
                          <a:latin typeface="Times New Roman"/>
                          <a:cs typeface="Times New Roman"/>
                        </a:rPr>
                        <a:t>and</a:t>
                      </a:r>
                      <a:r>
                        <a:rPr sz="1000" spc="-35" dirty="0">
                          <a:latin typeface="Times New Roman"/>
                          <a:cs typeface="Times New Roman"/>
                        </a:rPr>
                        <a:t> </a:t>
                      </a:r>
                      <a:r>
                        <a:rPr sz="1000" dirty="0">
                          <a:latin typeface="Times New Roman"/>
                          <a:cs typeface="Times New Roman"/>
                        </a:rPr>
                        <a:t>responds</a:t>
                      </a:r>
                      <a:r>
                        <a:rPr sz="1000" spc="-5" dirty="0">
                          <a:latin typeface="Times New Roman"/>
                          <a:cs typeface="Times New Roman"/>
                        </a:rPr>
                        <a:t> </a:t>
                      </a:r>
                      <a:r>
                        <a:rPr sz="1000" dirty="0">
                          <a:latin typeface="Times New Roman"/>
                          <a:cs typeface="Times New Roman"/>
                        </a:rPr>
                        <a:t>to</a:t>
                      </a:r>
                      <a:r>
                        <a:rPr sz="1000" spc="-35" dirty="0">
                          <a:latin typeface="Times New Roman"/>
                          <a:cs typeface="Times New Roman"/>
                        </a:rPr>
                        <a:t> </a:t>
                      </a:r>
                      <a:r>
                        <a:rPr sz="1000" dirty="0">
                          <a:latin typeface="Times New Roman"/>
                          <a:cs typeface="Times New Roman"/>
                        </a:rPr>
                        <a:t>cyber </a:t>
                      </a:r>
                      <a:r>
                        <a:rPr sz="1000" spc="-10" dirty="0">
                          <a:latin typeface="Times New Roman"/>
                          <a:cs typeface="Times New Roman"/>
                        </a:rPr>
                        <a:t>incidents</a:t>
                      </a:r>
                      <a:endParaRPr sz="1000">
                        <a:latin typeface="Times New Roman"/>
                        <a:cs typeface="Times New Roman"/>
                      </a:endParaRPr>
                    </a:p>
                    <a:p>
                      <a:pPr marL="66675">
                        <a:lnSpc>
                          <a:spcPct val="100000"/>
                        </a:lnSpc>
                        <a:spcBef>
                          <a:spcPts val="30"/>
                        </a:spcBef>
                      </a:pPr>
                      <a:r>
                        <a:rPr sz="1000" dirty="0">
                          <a:latin typeface="Times New Roman"/>
                          <a:cs typeface="Times New Roman"/>
                        </a:rPr>
                        <a:t>within</a:t>
                      </a:r>
                      <a:r>
                        <a:rPr sz="1000" spc="-30" dirty="0">
                          <a:latin typeface="Times New Roman"/>
                          <a:cs typeface="Times New Roman"/>
                        </a:rPr>
                        <a:t> </a:t>
                      </a:r>
                      <a:r>
                        <a:rPr sz="1000" dirty="0">
                          <a:latin typeface="Times New Roman"/>
                          <a:cs typeface="Times New Roman"/>
                        </a:rPr>
                        <a:t>the</a:t>
                      </a:r>
                      <a:r>
                        <a:rPr sz="1000" spc="-10" dirty="0">
                          <a:latin typeface="Times New Roman"/>
                          <a:cs typeface="Times New Roman"/>
                        </a:rPr>
                        <a:t> </a:t>
                      </a:r>
                      <a:r>
                        <a:rPr sz="1000" dirty="0">
                          <a:latin typeface="Times New Roman"/>
                          <a:cs typeface="Times New Roman"/>
                        </a:rPr>
                        <a:t>network</a:t>
                      </a:r>
                      <a:r>
                        <a:rPr sz="1000" spc="-30" dirty="0">
                          <a:latin typeface="Times New Roman"/>
                          <a:cs typeface="Times New Roman"/>
                        </a:rPr>
                        <a:t> </a:t>
                      </a:r>
                      <a:r>
                        <a:rPr sz="1000" dirty="0">
                          <a:latin typeface="Times New Roman"/>
                          <a:cs typeface="Times New Roman"/>
                        </a:rPr>
                        <a:t>environment</a:t>
                      </a:r>
                      <a:r>
                        <a:rPr sz="1000" spc="-5" dirty="0">
                          <a:latin typeface="Times New Roman"/>
                          <a:cs typeface="Times New Roman"/>
                        </a:rPr>
                        <a:t> </a:t>
                      </a:r>
                      <a:r>
                        <a:rPr sz="1000" dirty="0">
                          <a:latin typeface="Times New Roman"/>
                          <a:cs typeface="Times New Roman"/>
                        </a:rPr>
                        <a:t>or</a:t>
                      </a:r>
                      <a:r>
                        <a:rPr sz="1000" spc="-20" dirty="0">
                          <a:latin typeface="Times New Roman"/>
                          <a:cs typeface="Times New Roman"/>
                        </a:rPr>
                        <a:t> </a:t>
                      </a:r>
                      <a:r>
                        <a:rPr sz="1000" spc="-10" dirty="0">
                          <a:latin typeface="Times New Roman"/>
                          <a:cs typeface="Times New Roman"/>
                        </a:rPr>
                        <a:t>enclave.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77040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spc="-10" dirty="0">
                          <a:latin typeface="Times New Roman"/>
                          <a:cs typeface="Times New Roman"/>
                        </a:rPr>
                        <a:t>Vulnerability</a:t>
                      </a:r>
                      <a:endParaRPr sz="1000">
                        <a:latin typeface="Times New Roman"/>
                        <a:cs typeface="Times New Roman"/>
                      </a:endParaRPr>
                    </a:p>
                    <a:p>
                      <a:pPr marL="66675" marR="237490">
                        <a:lnSpc>
                          <a:spcPct val="102299"/>
                        </a:lnSpc>
                        <a:spcBef>
                          <a:spcPts val="25"/>
                        </a:spcBef>
                      </a:pPr>
                      <a:r>
                        <a:rPr sz="1000" dirty="0">
                          <a:latin typeface="Times New Roman"/>
                          <a:cs typeface="Times New Roman"/>
                        </a:rPr>
                        <a:t>Assessment</a:t>
                      </a:r>
                      <a:r>
                        <a:rPr sz="1000" spc="-50" dirty="0">
                          <a:latin typeface="Times New Roman"/>
                          <a:cs typeface="Times New Roman"/>
                        </a:rPr>
                        <a:t> </a:t>
                      </a:r>
                      <a:r>
                        <a:rPr sz="1000" spc="-25" dirty="0">
                          <a:latin typeface="Times New Roman"/>
                          <a:cs typeface="Times New Roman"/>
                        </a:rPr>
                        <a:t>and </a:t>
                      </a:r>
                      <a:r>
                        <a:rPr sz="1000" spc="-10" dirty="0">
                          <a:latin typeface="Times New Roman"/>
                          <a:cs typeface="Times New Roman"/>
                        </a:rPr>
                        <a:t>Management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Vulnerability</a:t>
                      </a:r>
                      <a:r>
                        <a:rPr sz="1000" spc="-55" dirty="0">
                          <a:latin typeface="Times New Roman"/>
                          <a:cs typeface="Times New Roman"/>
                        </a:rPr>
                        <a:t> </a:t>
                      </a:r>
                      <a:r>
                        <a:rPr sz="1000" spc="-10" dirty="0">
                          <a:latin typeface="Times New Roman"/>
                          <a:cs typeface="Times New Roman"/>
                        </a:rPr>
                        <a:t>Assessment</a:t>
                      </a:r>
                      <a:endParaRPr sz="1000">
                        <a:latin typeface="Times New Roman"/>
                        <a:cs typeface="Times New Roman"/>
                      </a:endParaRPr>
                    </a:p>
                    <a:p>
                      <a:pPr marL="69215">
                        <a:lnSpc>
                          <a:spcPct val="100000"/>
                        </a:lnSpc>
                        <a:spcBef>
                          <a:spcPts val="55"/>
                        </a:spcBef>
                      </a:pPr>
                      <a:r>
                        <a:rPr sz="1000" spc="-10" dirty="0">
                          <a:latin typeface="Times New Roman"/>
                          <a:cs typeface="Times New Roman"/>
                        </a:rPr>
                        <a:t>Analyst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541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Performs</a:t>
                      </a:r>
                      <a:r>
                        <a:rPr sz="1000" spc="-20" dirty="0">
                          <a:latin typeface="Times New Roman"/>
                          <a:cs typeface="Times New Roman"/>
                        </a:rPr>
                        <a:t> </a:t>
                      </a:r>
                      <a:r>
                        <a:rPr sz="1000" dirty="0">
                          <a:latin typeface="Times New Roman"/>
                          <a:cs typeface="Times New Roman"/>
                        </a:rPr>
                        <a:t>assessments of</a:t>
                      </a:r>
                      <a:r>
                        <a:rPr sz="1000" spc="-40" dirty="0">
                          <a:latin typeface="Times New Roman"/>
                          <a:cs typeface="Times New Roman"/>
                        </a:rPr>
                        <a:t> </a:t>
                      </a:r>
                      <a:r>
                        <a:rPr sz="1000" dirty="0">
                          <a:latin typeface="Times New Roman"/>
                          <a:cs typeface="Times New Roman"/>
                        </a:rPr>
                        <a:t>systems</a:t>
                      </a:r>
                      <a:r>
                        <a:rPr sz="1000" spc="-20" dirty="0">
                          <a:latin typeface="Times New Roman"/>
                          <a:cs typeface="Times New Roman"/>
                        </a:rPr>
                        <a:t> </a:t>
                      </a:r>
                      <a:r>
                        <a:rPr sz="1000" dirty="0">
                          <a:latin typeface="Times New Roman"/>
                          <a:cs typeface="Times New Roman"/>
                        </a:rPr>
                        <a:t>and</a:t>
                      </a:r>
                      <a:r>
                        <a:rPr sz="1000" spc="-25" dirty="0">
                          <a:latin typeface="Times New Roman"/>
                          <a:cs typeface="Times New Roman"/>
                        </a:rPr>
                        <a:t> </a:t>
                      </a:r>
                      <a:r>
                        <a:rPr sz="1000" dirty="0">
                          <a:latin typeface="Times New Roman"/>
                          <a:cs typeface="Times New Roman"/>
                        </a:rPr>
                        <a:t>networks within</a:t>
                      </a:r>
                      <a:r>
                        <a:rPr sz="1000" spc="-45" dirty="0">
                          <a:latin typeface="Times New Roman"/>
                          <a:cs typeface="Times New Roman"/>
                        </a:rPr>
                        <a:t> </a:t>
                      </a:r>
                      <a:r>
                        <a:rPr sz="1000" spc="-25" dirty="0">
                          <a:latin typeface="Times New Roman"/>
                          <a:cs typeface="Times New Roman"/>
                        </a:rPr>
                        <a:t>the</a:t>
                      </a:r>
                      <a:endParaRPr sz="1000">
                        <a:latin typeface="Times New Roman"/>
                        <a:cs typeface="Times New Roman"/>
                      </a:endParaRPr>
                    </a:p>
                    <a:p>
                      <a:pPr marL="66675" marR="128905">
                        <a:lnSpc>
                          <a:spcPct val="102899"/>
                        </a:lnSpc>
                        <a:spcBef>
                          <a:spcPts val="20"/>
                        </a:spcBef>
                      </a:pPr>
                      <a:r>
                        <a:rPr sz="1000" dirty="0">
                          <a:latin typeface="Times New Roman"/>
                          <a:cs typeface="Times New Roman"/>
                        </a:rPr>
                        <a:t>network</a:t>
                      </a:r>
                      <a:r>
                        <a:rPr sz="1000" spc="-25" dirty="0">
                          <a:latin typeface="Times New Roman"/>
                          <a:cs typeface="Times New Roman"/>
                        </a:rPr>
                        <a:t> </a:t>
                      </a:r>
                      <a:r>
                        <a:rPr sz="1000" dirty="0">
                          <a:latin typeface="Times New Roman"/>
                          <a:cs typeface="Times New Roman"/>
                        </a:rPr>
                        <a:t>environment or</a:t>
                      </a:r>
                      <a:r>
                        <a:rPr sz="1000" spc="-15" dirty="0">
                          <a:latin typeface="Times New Roman"/>
                          <a:cs typeface="Times New Roman"/>
                        </a:rPr>
                        <a:t> </a:t>
                      </a:r>
                      <a:r>
                        <a:rPr sz="1000" dirty="0">
                          <a:latin typeface="Times New Roman"/>
                          <a:cs typeface="Times New Roman"/>
                        </a:rPr>
                        <a:t>enclave</a:t>
                      </a:r>
                      <a:r>
                        <a:rPr sz="1000" spc="-30" dirty="0">
                          <a:latin typeface="Times New Roman"/>
                          <a:cs typeface="Times New Roman"/>
                        </a:rPr>
                        <a:t> </a:t>
                      </a:r>
                      <a:r>
                        <a:rPr sz="1000" dirty="0">
                          <a:latin typeface="Times New Roman"/>
                          <a:cs typeface="Times New Roman"/>
                        </a:rPr>
                        <a:t>and</a:t>
                      </a:r>
                      <a:r>
                        <a:rPr sz="1000" spc="-45" dirty="0">
                          <a:latin typeface="Times New Roman"/>
                          <a:cs typeface="Times New Roman"/>
                        </a:rPr>
                        <a:t> </a:t>
                      </a:r>
                      <a:r>
                        <a:rPr sz="1000" dirty="0">
                          <a:latin typeface="Times New Roman"/>
                          <a:cs typeface="Times New Roman"/>
                        </a:rPr>
                        <a:t>identifies</a:t>
                      </a:r>
                      <a:r>
                        <a:rPr sz="1000" spc="5" dirty="0">
                          <a:latin typeface="Times New Roman"/>
                          <a:cs typeface="Times New Roman"/>
                        </a:rPr>
                        <a:t> </a:t>
                      </a:r>
                      <a:r>
                        <a:rPr sz="1000" dirty="0">
                          <a:latin typeface="Times New Roman"/>
                          <a:cs typeface="Times New Roman"/>
                        </a:rPr>
                        <a:t>where</a:t>
                      </a:r>
                      <a:r>
                        <a:rPr sz="1000" spc="-10" dirty="0">
                          <a:latin typeface="Times New Roman"/>
                          <a:cs typeface="Times New Roman"/>
                        </a:rPr>
                        <a:t> those </a:t>
                      </a:r>
                      <a:r>
                        <a:rPr sz="1000" dirty="0">
                          <a:latin typeface="Times New Roman"/>
                          <a:cs typeface="Times New Roman"/>
                        </a:rPr>
                        <a:t>systems/networks</a:t>
                      </a:r>
                      <a:r>
                        <a:rPr sz="1000" spc="5" dirty="0">
                          <a:latin typeface="Times New Roman"/>
                          <a:cs typeface="Times New Roman"/>
                        </a:rPr>
                        <a:t> </a:t>
                      </a:r>
                      <a:r>
                        <a:rPr sz="1000" dirty="0">
                          <a:latin typeface="Times New Roman"/>
                          <a:cs typeface="Times New Roman"/>
                        </a:rPr>
                        <a:t>deviate</a:t>
                      </a:r>
                      <a:r>
                        <a:rPr sz="1000" spc="-15" dirty="0">
                          <a:latin typeface="Times New Roman"/>
                          <a:cs typeface="Times New Roman"/>
                        </a:rPr>
                        <a:t> </a:t>
                      </a:r>
                      <a:r>
                        <a:rPr sz="1000" dirty="0">
                          <a:latin typeface="Times New Roman"/>
                          <a:cs typeface="Times New Roman"/>
                        </a:rPr>
                        <a:t>from</a:t>
                      </a:r>
                      <a:r>
                        <a:rPr sz="1000" spc="-55" dirty="0">
                          <a:latin typeface="Times New Roman"/>
                          <a:cs typeface="Times New Roman"/>
                        </a:rPr>
                        <a:t> </a:t>
                      </a:r>
                      <a:r>
                        <a:rPr sz="1000" dirty="0">
                          <a:latin typeface="Times New Roman"/>
                          <a:cs typeface="Times New Roman"/>
                        </a:rPr>
                        <a:t>acceptable</a:t>
                      </a:r>
                      <a:r>
                        <a:rPr sz="1000" spc="-10" dirty="0">
                          <a:latin typeface="Times New Roman"/>
                          <a:cs typeface="Times New Roman"/>
                        </a:rPr>
                        <a:t> configurations, </a:t>
                      </a:r>
                      <a:r>
                        <a:rPr sz="1000" dirty="0">
                          <a:latin typeface="Times New Roman"/>
                          <a:cs typeface="Times New Roman"/>
                        </a:rPr>
                        <a:t>enclave</a:t>
                      </a:r>
                      <a:r>
                        <a:rPr sz="1000" spc="-15" dirty="0">
                          <a:latin typeface="Times New Roman"/>
                          <a:cs typeface="Times New Roman"/>
                        </a:rPr>
                        <a:t> </a:t>
                      </a:r>
                      <a:r>
                        <a:rPr sz="1000" dirty="0">
                          <a:latin typeface="Times New Roman"/>
                          <a:cs typeface="Times New Roman"/>
                        </a:rPr>
                        <a:t>policy,</a:t>
                      </a:r>
                      <a:r>
                        <a:rPr sz="1000" spc="-10" dirty="0">
                          <a:latin typeface="Times New Roman"/>
                          <a:cs typeface="Times New Roman"/>
                        </a:rPr>
                        <a:t> </a:t>
                      </a:r>
                      <a:r>
                        <a:rPr sz="1000" dirty="0">
                          <a:latin typeface="Times New Roman"/>
                          <a:cs typeface="Times New Roman"/>
                        </a:rPr>
                        <a:t>or</a:t>
                      </a:r>
                      <a:r>
                        <a:rPr sz="1000" spc="-20" dirty="0">
                          <a:latin typeface="Times New Roman"/>
                          <a:cs typeface="Times New Roman"/>
                        </a:rPr>
                        <a:t> </a:t>
                      </a:r>
                      <a:r>
                        <a:rPr sz="1000" dirty="0">
                          <a:latin typeface="Times New Roman"/>
                          <a:cs typeface="Times New Roman"/>
                        </a:rPr>
                        <a:t>local</a:t>
                      </a:r>
                      <a:r>
                        <a:rPr sz="1000" spc="-10" dirty="0">
                          <a:latin typeface="Times New Roman"/>
                          <a:cs typeface="Times New Roman"/>
                        </a:rPr>
                        <a:t> </a:t>
                      </a:r>
                      <a:r>
                        <a:rPr sz="1000" dirty="0">
                          <a:latin typeface="Times New Roman"/>
                          <a:cs typeface="Times New Roman"/>
                        </a:rPr>
                        <a:t>policy.</a:t>
                      </a:r>
                      <a:r>
                        <a:rPr sz="1000" spc="-25" dirty="0">
                          <a:latin typeface="Times New Roman"/>
                          <a:cs typeface="Times New Roman"/>
                        </a:rPr>
                        <a:t> </a:t>
                      </a:r>
                      <a:r>
                        <a:rPr sz="1000" dirty="0">
                          <a:latin typeface="Times New Roman"/>
                          <a:cs typeface="Times New Roman"/>
                        </a:rPr>
                        <a:t>Measures</a:t>
                      </a:r>
                      <a:r>
                        <a:rPr sz="1000" spc="-5" dirty="0">
                          <a:latin typeface="Times New Roman"/>
                          <a:cs typeface="Times New Roman"/>
                        </a:rPr>
                        <a:t> </a:t>
                      </a:r>
                      <a:r>
                        <a:rPr sz="1000" dirty="0">
                          <a:latin typeface="Times New Roman"/>
                          <a:cs typeface="Times New Roman"/>
                        </a:rPr>
                        <a:t>effectiveness</a:t>
                      </a:r>
                      <a:r>
                        <a:rPr sz="1000" spc="-10" dirty="0">
                          <a:latin typeface="Times New Roman"/>
                          <a:cs typeface="Times New Roman"/>
                        </a:rPr>
                        <a:t> </a:t>
                      </a:r>
                      <a:r>
                        <a:rPr sz="1000" spc="-25" dirty="0">
                          <a:latin typeface="Times New Roman"/>
                          <a:cs typeface="Times New Roman"/>
                        </a:rPr>
                        <a:t>of </a:t>
                      </a:r>
                      <a:r>
                        <a:rPr sz="1000" spc="-10" dirty="0">
                          <a:latin typeface="Times New Roman"/>
                          <a:cs typeface="Times New Roman"/>
                        </a:rPr>
                        <a:t>defense-</a:t>
                      </a:r>
                      <a:r>
                        <a:rPr sz="1000" dirty="0">
                          <a:latin typeface="Times New Roman"/>
                          <a:cs typeface="Times New Roman"/>
                        </a:rPr>
                        <a:t>in-depth</a:t>
                      </a:r>
                      <a:r>
                        <a:rPr sz="1000" spc="-25" dirty="0">
                          <a:latin typeface="Times New Roman"/>
                          <a:cs typeface="Times New Roman"/>
                        </a:rPr>
                        <a:t> </a:t>
                      </a:r>
                      <a:r>
                        <a:rPr sz="1000" dirty="0">
                          <a:latin typeface="Times New Roman"/>
                          <a:cs typeface="Times New Roman"/>
                        </a:rPr>
                        <a:t>architecture</a:t>
                      </a:r>
                      <a:r>
                        <a:rPr sz="1000" spc="-10" dirty="0">
                          <a:latin typeface="Times New Roman"/>
                          <a:cs typeface="Times New Roman"/>
                        </a:rPr>
                        <a:t> </a:t>
                      </a:r>
                      <a:r>
                        <a:rPr sz="1000" dirty="0">
                          <a:latin typeface="Times New Roman"/>
                          <a:cs typeface="Times New Roman"/>
                        </a:rPr>
                        <a:t>against</a:t>
                      </a:r>
                      <a:r>
                        <a:rPr sz="1000" spc="25" dirty="0">
                          <a:latin typeface="Times New Roman"/>
                          <a:cs typeface="Times New Roman"/>
                        </a:rPr>
                        <a:t> </a:t>
                      </a:r>
                      <a:r>
                        <a:rPr sz="1000" dirty="0">
                          <a:latin typeface="Times New Roman"/>
                          <a:cs typeface="Times New Roman"/>
                        </a:rPr>
                        <a:t>known </a:t>
                      </a:r>
                      <a:r>
                        <a:rPr sz="1000" spc="-10" dirty="0">
                          <a:latin typeface="Times New Roman"/>
                          <a:cs typeface="Times New Roman"/>
                        </a:rPr>
                        <a:t>vulnerabilities.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97457" y="1740610"/>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3" name="object 3"/>
          <p:cNvSpPr/>
          <p:nvPr/>
        </p:nvSpPr>
        <p:spPr>
          <a:xfrm>
            <a:off x="6097457" y="2359678"/>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sp>
        <p:nvSpPr>
          <p:cNvPr id="4" name="object 4"/>
          <p:cNvSpPr/>
          <p:nvPr/>
        </p:nvSpPr>
        <p:spPr>
          <a:xfrm>
            <a:off x="6097457" y="3127785"/>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5" name="object 5"/>
          <p:cNvSpPr/>
          <p:nvPr/>
        </p:nvSpPr>
        <p:spPr>
          <a:xfrm>
            <a:off x="6097457" y="4052607"/>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6" name="object 6"/>
          <p:cNvSpPr/>
          <p:nvPr/>
        </p:nvSpPr>
        <p:spPr>
          <a:xfrm>
            <a:off x="6097457" y="4974627"/>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graphicFrame>
        <p:nvGraphicFramePr>
          <p:cNvPr id="7" name="object 7"/>
          <p:cNvGraphicFramePr>
            <a:graphicFrameLocks noGrp="1"/>
          </p:cNvGraphicFramePr>
          <p:nvPr/>
        </p:nvGraphicFramePr>
        <p:xfrm>
          <a:off x="2664479" y="804358"/>
          <a:ext cx="6860801" cy="5480434"/>
        </p:xfrm>
        <a:graphic>
          <a:graphicData uri="http://schemas.openxmlformats.org/drawingml/2006/table">
            <a:tbl>
              <a:tblPr firstRow="1" bandRow="1">
                <a:tableStyleId>{2D5ABB26-0587-4C30-8999-92F81FD0307C}</a:tableStyleId>
              </a:tblPr>
              <a:tblGrid>
                <a:gridCol w="782171">
                  <a:extLst>
                    <a:ext uri="{9D8B030D-6E8A-4147-A177-3AD203B41FA5}">
                      <a16:colId xmlns:a16="http://schemas.microsoft.com/office/drawing/2014/main" val="20000"/>
                    </a:ext>
                  </a:extLst>
                </a:gridCol>
                <a:gridCol w="1065119">
                  <a:extLst>
                    <a:ext uri="{9D8B030D-6E8A-4147-A177-3AD203B41FA5}">
                      <a16:colId xmlns:a16="http://schemas.microsoft.com/office/drawing/2014/main" val="20001"/>
                    </a:ext>
                  </a:extLst>
                </a:gridCol>
                <a:gridCol w="1474133">
                  <a:extLst>
                    <a:ext uri="{9D8B030D-6E8A-4147-A177-3AD203B41FA5}">
                      <a16:colId xmlns:a16="http://schemas.microsoft.com/office/drawing/2014/main" val="20002"/>
                    </a:ext>
                  </a:extLst>
                </a:gridCol>
                <a:gridCol w="409015">
                  <a:extLst>
                    <a:ext uri="{9D8B030D-6E8A-4147-A177-3AD203B41FA5}">
                      <a16:colId xmlns:a16="http://schemas.microsoft.com/office/drawing/2014/main" val="20003"/>
                    </a:ext>
                  </a:extLst>
                </a:gridCol>
                <a:gridCol w="3130363">
                  <a:extLst>
                    <a:ext uri="{9D8B030D-6E8A-4147-A177-3AD203B41FA5}">
                      <a16:colId xmlns:a16="http://schemas.microsoft.com/office/drawing/2014/main" val="20004"/>
                    </a:ext>
                  </a:extLst>
                </a:gridCol>
              </a:tblGrid>
              <a:tr h="316566">
                <a:tc>
                  <a:txBody>
                    <a:bodyPr/>
                    <a:lstStyle/>
                    <a:p>
                      <a:pPr marL="167640">
                        <a:lnSpc>
                          <a:spcPts val="1295"/>
                        </a:lnSpc>
                      </a:pPr>
                      <a:r>
                        <a:rPr sz="1000" b="1" spc="-10" dirty="0">
                          <a:solidFill>
                            <a:srgbClr val="FFFFFF"/>
                          </a:solidFill>
                          <a:latin typeface="Times New Roman"/>
                          <a:cs typeface="Times New Roman"/>
                        </a:rPr>
                        <a:t>Category</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165100">
                        <a:lnSpc>
                          <a:spcPts val="1295"/>
                        </a:lnSpc>
                      </a:pPr>
                      <a:r>
                        <a:rPr sz="1000" b="1" dirty="0">
                          <a:solidFill>
                            <a:srgbClr val="FFFFFF"/>
                          </a:solidFill>
                          <a:latin typeface="Times New Roman"/>
                          <a:cs typeface="Times New Roman"/>
                        </a:rPr>
                        <a:t>Specialty</a:t>
                      </a:r>
                      <a:r>
                        <a:rPr sz="1000" b="1" spc="-35" dirty="0">
                          <a:solidFill>
                            <a:srgbClr val="FFFFFF"/>
                          </a:solidFill>
                          <a:latin typeface="Times New Roman"/>
                          <a:cs typeface="Times New Roman"/>
                        </a:rPr>
                        <a:t> </a:t>
                      </a:r>
                      <a:r>
                        <a:rPr sz="1000" b="1" spc="-20" dirty="0">
                          <a:solidFill>
                            <a:srgbClr val="FFFFFF"/>
                          </a:solidFill>
                          <a:latin typeface="Times New Roman"/>
                          <a:cs typeface="Times New Roman"/>
                        </a:rPr>
                        <a:t>Area</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504825">
                        <a:lnSpc>
                          <a:spcPts val="1295"/>
                        </a:lnSpc>
                      </a:pPr>
                      <a:r>
                        <a:rPr sz="1000" b="1" dirty="0">
                          <a:solidFill>
                            <a:srgbClr val="FFFFFF"/>
                          </a:solidFill>
                          <a:latin typeface="Times New Roman"/>
                          <a:cs typeface="Times New Roman"/>
                        </a:rPr>
                        <a:t>Work</a:t>
                      </a:r>
                      <a:r>
                        <a:rPr sz="1000" b="1" spc="-15" dirty="0">
                          <a:solidFill>
                            <a:srgbClr val="FFFFFF"/>
                          </a:solidFill>
                          <a:latin typeface="Times New Roman"/>
                          <a:cs typeface="Times New Roman"/>
                        </a:rPr>
                        <a:t> </a:t>
                      </a:r>
                      <a:r>
                        <a:rPr sz="1000" b="1" spc="-20" dirty="0">
                          <a:solidFill>
                            <a:srgbClr val="FFFFFF"/>
                          </a:solidFill>
                          <a:latin typeface="Times New Roman"/>
                          <a:cs typeface="Times New Roman"/>
                        </a:rPr>
                        <a:t>Role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66675">
                        <a:lnSpc>
                          <a:spcPts val="1295"/>
                        </a:lnSpc>
                      </a:pPr>
                      <a:r>
                        <a:rPr sz="1000" b="1" spc="-25" dirty="0">
                          <a:solidFill>
                            <a:srgbClr val="FFFFFF"/>
                          </a:solidFill>
                          <a:latin typeface="Times New Roman"/>
                          <a:cs typeface="Times New Roman"/>
                        </a:rPr>
                        <a:t>OPM</a:t>
                      </a:r>
                      <a:endParaRPr sz="1000">
                        <a:latin typeface="Times New Roman"/>
                        <a:cs typeface="Times New Roman"/>
                      </a:endParaRPr>
                    </a:p>
                    <a:p>
                      <a:pPr marL="73025">
                        <a:lnSpc>
                          <a:spcPct val="100000"/>
                        </a:lnSpc>
                        <a:spcBef>
                          <a:spcPts val="55"/>
                        </a:spcBef>
                      </a:pPr>
                      <a:r>
                        <a:rPr sz="1000" b="1" spc="-20" dirty="0">
                          <a:solidFill>
                            <a:srgbClr val="FFFFFF"/>
                          </a:solidFill>
                          <a:latin typeface="Times New Roman"/>
                          <a:cs typeface="Times New Roman"/>
                        </a:rPr>
                        <a:t>Code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1079500">
                        <a:lnSpc>
                          <a:spcPts val="1295"/>
                        </a:lnSpc>
                      </a:pPr>
                      <a:r>
                        <a:rPr sz="1000" b="1" dirty="0">
                          <a:solidFill>
                            <a:srgbClr val="FFFFFF"/>
                          </a:solidFill>
                          <a:latin typeface="Times New Roman"/>
                          <a:cs typeface="Times New Roman"/>
                        </a:rPr>
                        <a:t>Work</a:t>
                      </a:r>
                      <a:r>
                        <a:rPr sz="1000" b="1" spc="-25" dirty="0">
                          <a:solidFill>
                            <a:srgbClr val="FFFFFF"/>
                          </a:solidFill>
                          <a:latin typeface="Times New Roman"/>
                          <a:cs typeface="Times New Roman"/>
                        </a:rPr>
                        <a:t> </a:t>
                      </a:r>
                      <a:r>
                        <a:rPr sz="1000" b="1" dirty="0">
                          <a:solidFill>
                            <a:srgbClr val="FFFFFF"/>
                          </a:solidFill>
                          <a:latin typeface="Times New Roman"/>
                          <a:cs typeface="Times New Roman"/>
                        </a:rPr>
                        <a:t>Role</a:t>
                      </a:r>
                      <a:r>
                        <a:rPr sz="1000" b="1" spc="5" dirty="0">
                          <a:solidFill>
                            <a:srgbClr val="FFFFFF"/>
                          </a:solidFill>
                          <a:latin typeface="Times New Roman"/>
                          <a:cs typeface="Times New Roman"/>
                        </a:rPr>
                        <a:t> </a:t>
                      </a:r>
                      <a:r>
                        <a:rPr sz="1000" b="1" spc="-10" dirty="0">
                          <a:solidFill>
                            <a:srgbClr val="FFFFFF"/>
                          </a:solidFill>
                          <a:latin typeface="Times New Roman"/>
                          <a:cs typeface="Times New Roman"/>
                        </a:rPr>
                        <a:t>Description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extLst>
                  <a:ext uri="{0D108BD9-81ED-4DB2-BD59-A6C34878D82A}">
                    <a16:rowId xmlns:a16="http://schemas.microsoft.com/office/drawing/2014/main" val="10000"/>
                  </a:ext>
                </a:extLst>
              </a:tr>
              <a:tr h="613522">
                <a:tc rowSpan="6">
                  <a:txBody>
                    <a:bodyPr/>
                    <a:lstStyle/>
                    <a:p>
                      <a:pPr marL="69850">
                        <a:lnSpc>
                          <a:spcPts val="1245"/>
                        </a:lnSpc>
                      </a:pPr>
                      <a:r>
                        <a:rPr sz="1000" spc="-10" dirty="0">
                          <a:latin typeface="Times New Roman"/>
                          <a:cs typeface="Times New Roman"/>
                        </a:rPr>
                        <a:t>Analyze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45"/>
                        </a:lnSpc>
                      </a:pPr>
                      <a:r>
                        <a:rPr sz="1000" dirty="0">
                          <a:latin typeface="Times New Roman"/>
                          <a:cs typeface="Times New Roman"/>
                        </a:rPr>
                        <a:t>Threat</a:t>
                      </a:r>
                      <a:r>
                        <a:rPr sz="1000" spc="-20" dirty="0">
                          <a:latin typeface="Times New Roman"/>
                          <a:cs typeface="Times New Roman"/>
                        </a:rPr>
                        <a:t> </a:t>
                      </a:r>
                      <a:r>
                        <a:rPr sz="1000" spc="-10" dirty="0">
                          <a:latin typeface="Times New Roman"/>
                          <a:cs typeface="Times New Roman"/>
                        </a:rPr>
                        <a:t>Analysis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45"/>
                        </a:lnSpc>
                      </a:pPr>
                      <a:r>
                        <a:rPr sz="1000" dirty="0">
                          <a:latin typeface="Times New Roman"/>
                          <a:cs typeface="Times New Roman"/>
                        </a:rPr>
                        <a:t>Warning</a:t>
                      </a:r>
                      <a:r>
                        <a:rPr sz="1000" spc="-15" dirty="0">
                          <a:latin typeface="Times New Roman"/>
                          <a:cs typeface="Times New Roman"/>
                        </a:rPr>
                        <a:t> </a:t>
                      </a:r>
                      <a:r>
                        <a:rPr sz="1000" spc="-10" dirty="0">
                          <a:latin typeface="Times New Roman"/>
                          <a:cs typeface="Times New Roman"/>
                        </a:rPr>
                        <a:t>Analyst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45"/>
                        </a:lnSpc>
                      </a:pPr>
                      <a:r>
                        <a:rPr sz="1000" spc="-25" dirty="0">
                          <a:latin typeface="Times New Roman"/>
                          <a:cs typeface="Times New Roman"/>
                        </a:rPr>
                        <a:t>141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45"/>
                        </a:lnSpc>
                      </a:pPr>
                      <a:r>
                        <a:rPr sz="1000" dirty="0">
                          <a:latin typeface="Times New Roman"/>
                          <a:cs typeface="Times New Roman"/>
                        </a:rPr>
                        <a:t>Develops</a:t>
                      </a:r>
                      <a:r>
                        <a:rPr sz="1000" spc="-5" dirty="0">
                          <a:latin typeface="Times New Roman"/>
                          <a:cs typeface="Times New Roman"/>
                        </a:rPr>
                        <a:t> </a:t>
                      </a:r>
                      <a:r>
                        <a:rPr sz="1000" dirty="0">
                          <a:latin typeface="Times New Roman"/>
                          <a:cs typeface="Times New Roman"/>
                        </a:rPr>
                        <a:t>unique</a:t>
                      </a:r>
                      <a:r>
                        <a:rPr sz="1000" spc="-35" dirty="0">
                          <a:latin typeface="Times New Roman"/>
                          <a:cs typeface="Times New Roman"/>
                        </a:rPr>
                        <a:t> </a:t>
                      </a:r>
                      <a:r>
                        <a:rPr sz="1000" dirty="0">
                          <a:latin typeface="Times New Roman"/>
                          <a:cs typeface="Times New Roman"/>
                        </a:rPr>
                        <a:t>cyber</a:t>
                      </a:r>
                      <a:r>
                        <a:rPr sz="1000" spc="-15" dirty="0">
                          <a:latin typeface="Times New Roman"/>
                          <a:cs typeface="Times New Roman"/>
                        </a:rPr>
                        <a:t> </a:t>
                      </a:r>
                      <a:r>
                        <a:rPr sz="1000" dirty="0">
                          <a:latin typeface="Times New Roman"/>
                          <a:cs typeface="Times New Roman"/>
                        </a:rPr>
                        <a:t>indicators</a:t>
                      </a:r>
                      <a:r>
                        <a:rPr sz="1000" spc="-20" dirty="0">
                          <a:latin typeface="Times New Roman"/>
                          <a:cs typeface="Times New Roman"/>
                        </a:rPr>
                        <a:t> </a:t>
                      </a:r>
                      <a:r>
                        <a:rPr sz="1000" dirty="0">
                          <a:latin typeface="Times New Roman"/>
                          <a:cs typeface="Times New Roman"/>
                        </a:rPr>
                        <a:t>to maintain </a:t>
                      </a:r>
                      <a:r>
                        <a:rPr sz="1000" spc="-10" dirty="0">
                          <a:latin typeface="Times New Roman"/>
                          <a:cs typeface="Times New Roman"/>
                        </a:rPr>
                        <a:t>constant</a:t>
                      </a:r>
                      <a:endParaRPr sz="1000">
                        <a:latin typeface="Times New Roman"/>
                        <a:cs typeface="Times New Roman"/>
                      </a:endParaRPr>
                    </a:p>
                    <a:p>
                      <a:pPr marL="66675" marR="364490">
                        <a:lnSpc>
                          <a:spcPct val="103200"/>
                        </a:lnSpc>
                        <a:spcBef>
                          <a:spcPts val="10"/>
                        </a:spcBef>
                      </a:pPr>
                      <a:r>
                        <a:rPr sz="1000" dirty="0">
                          <a:latin typeface="Times New Roman"/>
                          <a:cs typeface="Times New Roman"/>
                        </a:rPr>
                        <a:t>awareness of</a:t>
                      </a:r>
                      <a:r>
                        <a:rPr sz="1000" spc="-10"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dirty="0">
                          <a:latin typeface="Times New Roman"/>
                          <a:cs typeface="Times New Roman"/>
                        </a:rPr>
                        <a:t>status</a:t>
                      </a:r>
                      <a:r>
                        <a:rPr sz="1000" spc="5" dirty="0">
                          <a:latin typeface="Times New Roman"/>
                          <a:cs typeface="Times New Roman"/>
                        </a:rPr>
                        <a:t> </a:t>
                      </a:r>
                      <a:r>
                        <a:rPr sz="1000" dirty="0">
                          <a:latin typeface="Times New Roman"/>
                          <a:cs typeface="Times New Roman"/>
                        </a:rPr>
                        <a:t>of</a:t>
                      </a:r>
                      <a:r>
                        <a:rPr sz="1000" spc="-30" dirty="0">
                          <a:latin typeface="Times New Roman"/>
                          <a:cs typeface="Times New Roman"/>
                        </a:rPr>
                        <a:t> </a:t>
                      </a:r>
                      <a:r>
                        <a:rPr sz="1000" dirty="0">
                          <a:latin typeface="Times New Roman"/>
                          <a:cs typeface="Times New Roman"/>
                        </a:rPr>
                        <a:t>the highly</a:t>
                      </a:r>
                      <a:r>
                        <a:rPr sz="1000" spc="-20" dirty="0">
                          <a:latin typeface="Times New Roman"/>
                          <a:cs typeface="Times New Roman"/>
                        </a:rPr>
                        <a:t> </a:t>
                      </a:r>
                      <a:r>
                        <a:rPr sz="1000" dirty="0">
                          <a:latin typeface="Times New Roman"/>
                          <a:cs typeface="Times New Roman"/>
                        </a:rPr>
                        <a:t>dynamic </a:t>
                      </a:r>
                      <a:r>
                        <a:rPr sz="1000" spc="-10" dirty="0">
                          <a:latin typeface="Times New Roman"/>
                          <a:cs typeface="Times New Roman"/>
                        </a:rPr>
                        <a:t>operating </a:t>
                      </a:r>
                      <a:r>
                        <a:rPr sz="1000" dirty="0">
                          <a:latin typeface="Times New Roman"/>
                          <a:cs typeface="Times New Roman"/>
                        </a:rPr>
                        <a:t>environment.</a:t>
                      </a:r>
                      <a:r>
                        <a:rPr sz="1000" spc="235" dirty="0">
                          <a:latin typeface="Times New Roman"/>
                          <a:cs typeface="Times New Roman"/>
                        </a:rPr>
                        <a:t> </a:t>
                      </a:r>
                      <a:r>
                        <a:rPr sz="1000" dirty="0">
                          <a:latin typeface="Times New Roman"/>
                          <a:cs typeface="Times New Roman"/>
                        </a:rPr>
                        <a:t>Collects,</a:t>
                      </a:r>
                      <a:r>
                        <a:rPr sz="1000" spc="-10" dirty="0">
                          <a:latin typeface="Times New Roman"/>
                          <a:cs typeface="Times New Roman"/>
                        </a:rPr>
                        <a:t> </a:t>
                      </a:r>
                      <a:r>
                        <a:rPr sz="1000" dirty="0">
                          <a:latin typeface="Times New Roman"/>
                          <a:cs typeface="Times New Roman"/>
                        </a:rPr>
                        <a:t>processes,</a:t>
                      </a:r>
                      <a:r>
                        <a:rPr sz="1000" spc="-25" dirty="0">
                          <a:latin typeface="Times New Roman"/>
                          <a:cs typeface="Times New Roman"/>
                        </a:rPr>
                        <a:t> </a:t>
                      </a:r>
                      <a:r>
                        <a:rPr sz="1000" dirty="0">
                          <a:latin typeface="Times New Roman"/>
                          <a:cs typeface="Times New Roman"/>
                        </a:rPr>
                        <a:t>analyzes,</a:t>
                      </a:r>
                      <a:r>
                        <a:rPr sz="1000" spc="-30" dirty="0">
                          <a:latin typeface="Times New Roman"/>
                          <a:cs typeface="Times New Roman"/>
                        </a:rPr>
                        <a:t> </a:t>
                      </a:r>
                      <a:r>
                        <a:rPr sz="1000" spc="-25" dirty="0">
                          <a:latin typeface="Times New Roman"/>
                          <a:cs typeface="Times New Roman"/>
                        </a:rPr>
                        <a:t>and </a:t>
                      </a:r>
                      <a:r>
                        <a:rPr sz="1000" dirty="0">
                          <a:latin typeface="Times New Roman"/>
                          <a:cs typeface="Times New Roman"/>
                        </a:rPr>
                        <a:t>disseminates</a:t>
                      </a:r>
                      <a:r>
                        <a:rPr sz="1000" spc="-25" dirty="0">
                          <a:latin typeface="Times New Roman"/>
                          <a:cs typeface="Times New Roman"/>
                        </a:rPr>
                        <a:t> </a:t>
                      </a:r>
                      <a:r>
                        <a:rPr sz="1000" dirty="0">
                          <a:latin typeface="Times New Roman"/>
                          <a:cs typeface="Times New Roman"/>
                        </a:rPr>
                        <a:t>cyber</a:t>
                      </a:r>
                      <a:r>
                        <a:rPr sz="1000" spc="-15" dirty="0">
                          <a:latin typeface="Times New Roman"/>
                          <a:cs typeface="Times New Roman"/>
                        </a:rPr>
                        <a:t> </a:t>
                      </a:r>
                      <a:r>
                        <a:rPr sz="1000" dirty="0">
                          <a:latin typeface="Times New Roman"/>
                          <a:cs typeface="Times New Roman"/>
                        </a:rPr>
                        <a:t>warning</a:t>
                      </a:r>
                      <a:r>
                        <a:rPr sz="1000" spc="-45" dirty="0">
                          <a:latin typeface="Times New Roman"/>
                          <a:cs typeface="Times New Roman"/>
                        </a:rPr>
                        <a:t> </a:t>
                      </a:r>
                      <a:r>
                        <a:rPr sz="1000" spc="-10" dirty="0">
                          <a:latin typeface="Times New Roman"/>
                          <a:cs typeface="Times New Roman"/>
                        </a:rPr>
                        <a:t>assessments.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619125">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spc="-10" dirty="0">
                          <a:latin typeface="Times New Roman"/>
                          <a:cs typeface="Times New Roman"/>
                        </a:rPr>
                        <a:t>Exploitation</a:t>
                      </a:r>
                      <a:endParaRPr sz="1000">
                        <a:latin typeface="Times New Roman"/>
                        <a:cs typeface="Times New Roman"/>
                      </a:endParaRPr>
                    </a:p>
                    <a:p>
                      <a:pPr marL="66675">
                        <a:lnSpc>
                          <a:spcPct val="100000"/>
                        </a:lnSpc>
                        <a:spcBef>
                          <a:spcPts val="55"/>
                        </a:spcBef>
                      </a:pPr>
                      <a:r>
                        <a:rPr sz="1000" spc="-10" dirty="0">
                          <a:latin typeface="Times New Roman"/>
                          <a:cs typeface="Times New Roman"/>
                        </a:rPr>
                        <a:t>Analysis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Exploitation</a:t>
                      </a:r>
                      <a:r>
                        <a:rPr sz="1000" spc="-55" dirty="0">
                          <a:latin typeface="Times New Roman"/>
                          <a:cs typeface="Times New Roman"/>
                        </a:rPr>
                        <a:t> </a:t>
                      </a:r>
                      <a:r>
                        <a:rPr sz="1000" spc="-10" dirty="0">
                          <a:latin typeface="Times New Roman"/>
                          <a:cs typeface="Times New Roman"/>
                        </a:rPr>
                        <a:t>Analyst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121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Collaborates</a:t>
                      </a:r>
                      <a:r>
                        <a:rPr sz="1000" spc="10" dirty="0">
                          <a:latin typeface="Times New Roman"/>
                          <a:cs typeface="Times New Roman"/>
                        </a:rPr>
                        <a:t> </a:t>
                      </a:r>
                      <a:r>
                        <a:rPr sz="1000" dirty="0">
                          <a:latin typeface="Times New Roman"/>
                          <a:cs typeface="Times New Roman"/>
                        </a:rPr>
                        <a:t>to</a:t>
                      </a:r>
                      <a:r>
                        <a:rPr sz="1000" spc="-35" dirty="0">
                          <a:latin typeface="Times New Roman"/>
                          <a:cs typeface="Times New Roman"/>
                        </a:rPr>
                        <a:t> </a:t>
                      </a:r>
                      <a:r>
                        <a:rPr sz="1000" dirty="0">
                          <a:latin typeface="Times New Roman"/>
                          <a:cs typeface="Times New Roman"/>
                        </a:rPr>
                        <a:t>identify</a:t>
                      </a:r>
                      <a:r>
                        <a:rPr sz="1000" spc="-35" dirty="0">
                          <a:latin typeface="Times New Roman"/>
                          <a:cs typeface="Times New Roman"/>
                        </a:rPr>
                        <a:t> </a:t>
                      </a:r>
                      <a:r>
                        <a:rPr sz="1000" dirty="0">
                          <a:latin typeface="Times New Roman"/>
                          <a:cs typeface="Times New Roman"/>
                        </a:rPr>
                        <a:t>access</a:t>
                      </a:r>
                      <a:r>
                        <a:rPr sz="1000" spc="-15" dirty="0">
                          <a:latin typeface="Times New Roman"/>
                          <a:cs typeface="Times New Roman"/>
                        </a:rPr>
                        <a:t> </a:t>
                      </a:r>
                      <a:r>
                        <a:rPr sz="1000" dirty="0">
                          <a:latin typeface="Times New Roman"/>
                          <a:cs typeface="Times New Roman"/>
                        </a:rPr>
                        <a:t>and</a:t>
                      </a:r>
                      <a:r>
                        <a:rPr sz="1000" spc="-10" dirty="0">
                          <a:latin typeface="Times New Roman"/>
                          <a:cs typeface="Times New Roman"/>
                        </a:rPr>
                        <a:t> </a:t>
                      </a:r>
                      <a:r>
                        <a:rPr sz="1000" dirty="0">
                          <a:latin typeface="Times New Roman"/>
                          <a:cs typeface="Times New Roman"/>
                        </a:rPr>
                        <a:t>collection</a:t>
                      </a:r>
                      <a:r>
                        <a:rPr sz="1000" spc="-15" dirty="0">
                          <a:latin typeface="Times New Roman"/>
                          <a:cs typeface="Times New Roman"/>
                        </a:rPr>
                        <a:t> </a:t>
                      </a:r>
                      <a:r>
                        <a:rPr sz="1000" dirty="0">
                          <a:latin typeface="Times New Roman"/>
                          <a:cs typeface="Times New Roman"/>
                        </a:rPr>
                        <a:t>gaps</a:t>
                      </a:r>
                      <a:r>
                        <a:rPr sz="1000" spc="-5" dirty="0">
                          <a:latin typeface="Times New Roman"/>
                          <a:cs typeface="Times New Roman"/>
                        </a:rPr>
                        <a:t> </a:t>
                      </a:r>
                      <a:r>
                        <a:rPr sz="1000" dirty="0">
                          <a:latin typeface="Times New Roman"/>
                          <a:cs typeface="Times New Roman"/>
                        </a:rPr>
                        <a:t>that</a:t>
                      </a:r>
                      <a:r>
                        <a:rPr sz="1000" spc="-15" dirty="0">
                          <a:latin typeface="Times New Roman"/>
                          <a:cs typeface="Times New Roman"/>
                        </a:rPr>
                        <a:t> </a:t>
                      </a:r>
                      <a:r>
                        <a:rPr sz="1000" spc="-25" dirty="0">
                          <a:latin typeface="Times New Roman"/>
                          <a:cs typeface="Times New Roman"/>
                        </a:rPr>
                        <a:t>can</a:t>
                      </a:r>
                      <a:endParaRPr sz="1000">
                        <a:latin typeface="Times New Roman"/>
                        <a:cs typeface="Times New Roman"/>
                      </a:endParaRPr>
                    </a:p>
                    <a:p>
                      <a:pPr marL="66675" marR="254635">
                        <a:lnSpc>
                          <a:spcPct val="103200"/>
                        </a:lnSpc>
                        <a:spcBef>
                          <a:spcPts val="10"/>
                        </a:spcBef>
                      </a:pPr>
                      <a:r>
                        <a:rPr sz="1000" dirty="0">
                          <a:latin typeface="Times New Roman"/>
                          <a:cs typeface="Times New Roman"/>
                        </a:rPr>
                        <a:t>be</a:t>
                      </a:r>
                      <a:r>
                        <a:rPr sz="1000" spc="-20" dirty="0">
                          <a:latin typeface="Times New Roman"/>
                          <a:cs typeface="Times New Roman"/>
                        </a:rPr>
                        <a:t> </a:t>
                      </a:r>
                      <a:r>
                        <a:rPr sz="1000" dirty="0">
                          <a:latin typeface="Times New Roman"/>
                          <a:cs typeface="Times New Roman"/>
                        </a:rPr>
                        <a:t>satisfied</a:t>
                      </a:r>
                      <a:r>
                        <a:rPr sz="1000" spc="-35" dirty="0">
                          <a:latin typeface="Times New Roman"/>
                          <a:cs typeface="Times New Roman"/>
                        </a:rPr>
                        <a:t> </a:t>
                      </a:r>
                      <a:r>
                        <a:rPr sz="1000" dirty="0">
                          <a:latin typeface="Times New Roman"/>
                          <a:cs typeface="Times New Roman"/>
                        </a:rPr>
                        <a:t>through</a:t>
                      </a:r>
                      <a:r>
                        <a:rPr sz="1000" spc="-5" dirty="0">
                          <a:latin typeface="Times New Roman"/>
                          <a:cs typeface="Times New Roman"/>
                        </a:rPr>
                        <a:t> </a:t>
                      </a:r>
                      <a:r>
                        <a:rPr sz="1000" dirty="0">
                          <a:latin typeface="Times New Roman"/>
                          <a:cs typeface="Times New Roman"/>
                        </a:rPr>
                        <a:t>cyber collection</a:t>
                      </a:r>
                      <a:r>
                        <a:rPr sz="1000" spc="-35" dirty="0">
                          <a:latin typeface="Times New Roman"/>
                          <a:cs typeface="Times New Roman"/>
                        </a:rPr>
                        <a:t> </a:t>
                      </a:r>
                      <a:r>
                        <a:rPr sz="1000" dirty="0">
                          <a:latin typeface="Times New Roman"/>
                          <a:cs typeface="Times New Roman"/>
                        </a:rPr>
                        <a:t>and/or</a:t>
                      </a:r>
                      <a:r>
                        <a:rPr sz="1000" spc="25" dirty="0">
                          <a:latin typeface="Times New Roman"/>
                          <a:cs typeface="Times New Roman"/>
                        </a:rPr>
                        <a:t> </a:t>
                      </a:r>
                      <a:r>
                        <a:rPr sz="1000" spc="-10" dirty="0">
                          <a:latin typeface="Times New Roman"/>
                          <a:cs typeface="Times New Roman"/>
                        </a:rPr>
                        <a:t>preparation </a:t>
                      </a:r>
                      <a:r>
                        <a:rPr sz="1000" dirty="0">
                          <a:latin typeface="Times New Roman"/>
                          <a:cs typeface="Times New Roman"/>
                        </a:rPr>
                        <a:t>activities.</a:t>
                      </a:r>
                      <a:r>
                        <a:rPr sz="1000" spc="5" dirty="0">
                          <a:latin typeface="Times New Roman"/>
                          <a:cs typeface="Times New Roman"/>
                        </a:rPr>
                        <a:t> </a:t>
                      </a:r>
                      <a:r>
                        <a:rPr sz="1000" dirty="0">
                          <a:latin typeface="Times New Roman"/>
                          <a:cs typeface="Times New Roman"/>
                        </a:rPr>
                        <a:t>Leverages</a:t>
                      </a:r>
                      <a:r>
                        <a:rPr sz="1000" spc="-10" dirty="0">
                          <a:latin typeface="Times New Roman"/>
                          <a:cs typeface="Times New Roman"/>
                        </a:rPr>
                        <a:t> </a:t>
                      </a:r>
                      <a:r>
                        <a:rPr sz="1000" dirty="0">
                          <a:latin typeface="Times New Roman"/>
                          <a:cs typeface="Times New Roman"/>
                        </a:rPr>
                        <a:t>all</a:t>
                      </a:r>
                      <a:r>
                        <a:rPr sz="1000" spc="-20" dirty="0">
                          <a:latin typeface="Times New Roman"/>
                          <a:cs typeface="Times New Roman"/>
                        </a:rPr>
                        <a:t> </a:t>
                      </a:r>
                      <a:r>
                        <a:rPr sz="1000" dirty="0">
                          <a:latin typeface="Times New Roman"/>
                          <a:cs typeface="Times New Roman"/>
                        </a:rPr>
                        <a:t>authorized</a:t>
                      </a:r>
                      <a:r>
                        <a:rPr sz="1000" spc="-40" dirty="0">
                          <a:latin typeface="Times New Roman"/>
                          <a:cs typeface="Times New Roman"/>
                        </a:rPr>
                        <a:t> </a:t>
                      </a:r>
                      <a:r>
                        <a:rPr sz="1000" dirty="0">
                          <a:latin typeface="Times New Roman"/>
                          <a:cs typeface="Times New Roman"/>
                        </a:rPr>
                        <a:t>resources</a:t>
                      </a:r>
                      <a:r>
                        <a:rPr sz="1000" spc="-10"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spc="-10" dirty="0">
                          <a:latin typeface="Times New Roman"/>
                          <a:cs typeface="Times New Roman"/>
                        </a:rPr>
                        <a:t>analytic </a:t>
                      </a:r>
                      <a:r>
                        <a:rPr sz="1000" dirty="0">
                          <a:latin typeface="Times New Roman"/>
                          <a:cs typeface="Times New Roman"/>
                        </a:rPr>
                        <a:t>techniques</a:t>
                      </a:r>
                      <a:r>
                        <a:rPr sz="1000" spc="-10" dirty="0">
                          <a:latin typeface="Times New Roman"/>
                          <a:cs typeface="Times New Roman"/>
                        </a:rPr>
                        <a:t> </a:t>
                      </a:r>
                      <a:r>
                        <a:rPr sz="1000" dirty="0">
                          <a:latin typeface="Times New Roman"/>
                          <a:cs typeface="Times New Roman"/>
                        </a:rPr>
                        <a:t>to</a:t>
                      </a:r>
                      <a:r>
                        <a:rPr sz="1000" spc="-15" dirty="0">
                          <a:latin typeface="Times New Roman"/>
                          <a:cs typeface="Times New Roman"/>
                        </a:rPr>
                        <a:t> </a:t>
                      </a:r>
                      <a:r>
                        <a:rPr sz="1000" dirty="0">
                          <a:latin typeface="Times New Roman"/>
                          <a:cs typeface="Times New Roman"/>
                        </a:rPr>
                        <a:t>penetrate</a:t>
                      </a:r>
                      <a:r>
                        <a:rPr sz="1000" spc="-25" dirty="0">
                          <a:latin typeface="Times New Roman"/>
                          <a:cs typeface="Times New Roman"/>
                        </a:rPr>
                        <a:t> </a:t>
                      </a:r>
                      <a:r>
                        <a:rPr sz="1000" dirty="0">
                          <a:latin typeface="Times New Roman"/>
                          <a:cs typeface="Times New Roman"/>
                        </a:rPr>
                        <a:t>targeted</a:t>
                      </a:r>
                      <a:r>
                        <a:rPr sz="1000" spc="-10" dirty="0">
                          <a:latin typeface="Times New Roman"/>
                          <a:cs typeface="Times New Roman"/>
                        </a:rPr>
                        <a:t> networks.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767603">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0"/>
                        </a:lnSpc>
                      </a:pPr>
                      <a:r>
                        <a:rPr sz="1000" spc="-10" dirty="0">
                          <a:latin typeface="Times New Roman"/>
                          <a:cs typeface="Times New Roman"/>
                        </a:rPr>
                        <a:t>All-Source</a:t>
                      </a:r>
                      <a:endParaRPr sz="1000">
                        <a:latin typeface="Times New Roman"/>
                        <a:cs typeface="Times New Roman"/>
                      </a:endParaRPr>
                    </a:p>
                    <a:p>
                      <a:pPr marL="66675">
                        <a:lnSpc>
                          <a:spcPct val="100000"/>
                        </a:lnSpc>
                        <a:spcBef>
                          <a:spcPts val="30"/>
                        </a:spcBef>
                      </a:pPr>
                      <a:r>
                        <a:rPr sz="1000" spc="-10" dirty="0">
                          <a:latin typeface="Times New Roman"/>
                          <a:cs typeface="Times New Roman"/>
                        </a:rPr>
                        <a:t>Analysis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spc="-10" dirty="0">
                          <a:latin typeface="Times New Roman"/>
                          <a:cs typeface="Times New Roman"/>
                        </a:rPr>
                        <a:t>All-</a:t>
                      </a:r>
                      <a:r>
                        <a:rPr sz="1000" dirty="0">
                          <a:latin typeface="Times New Roman"/>
                          <a:cs typeface="Times New Roman"/>
                        </a:rPr>
                        <a:t>Source</a:t>
                      </a:r>
                      <a:r>
                        <a:rPr sz="1000" spc="5" dirty="0">
                          <a:latin typeface="Times New Roman"/>
                          <a:cs typeface="Times New Roman"/>
                        </a:rPr>
                        <a:t> </a:t>
                      </a:r>
                      <a:r>
                        <a:rPr sz="1000" spc="-10" dirty="0">
                          <a:latin typeface="Times New Roman"/>
                          <a:cs typeface="Times New Roman"/>
                        </a:rPr>
                        <a:t>Analyst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111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Analyzes</a:t>
                      </a:r>
                      <a:r>
                        <a:rPr sz="1000" spc="-10" dirty="0">
                          <a:latin typeface="Times New Roman"/>
                          <a:cs typeface="Times New Roman"/>
                        </a:rPr>
                        <a:t> </a:t>
                      </a:r>
                      <a:r>
                        <a:rPr sz="1000" dirty="0">
                          <a:latin typeface="Times New Roman"/>
                          <a:cs typeface="Times New Roman"/>
                        </a:rPr>
                        <a:t>data/information</a:t>
                      </a:r>
                      <a:r>
                        <a:rPr sz="1000" spc="-35" dirty="0">
                          <a:latin typeface="Times New Roman"/>
                          <a:cs typeface="Times New Roman"/>
                        </a:rPr>
                        <a:t> </a:t>
                      </a:r>
                      <a:r>
                        <a:rPr sz="1000" dirty="0">
                          <a:latin typeface="Times New Roman"/>
                          <a:cs typeface="Times New Roman"/>
                        </a:rPr>
                        <a:t>from</a:t>
                      </a:r>
                      <a:r>
                        <a:rPr sz="1000" spc="-35" dirty="0">
                          <a:latin typeface="Times New Roman"/>
                          <a:cs typeface="Times New Roman"/>
                        </a:rPr>
                        <a:t> </a:t>
                      </a:r>
                      <a:r>
                        <a:rPr sz="1000" dirty="0">
                          <a:latin typeface="Times New Roman"/>
                          <a:cs typeface="Times New Roman"/>
                        </a:rPr>
                        <a:t>one</a:t>
                      </a:r>
                      <a:r>
                        <a:rPr sz="1000" spc="-20" dirty="0">
                          <a:latin typeface="Times New Roman"/>
                          <a:cs typeface="Times New Roman"/>
                        </a:rPr>
                        <a:t> </a:t>
                      </a:r>
                      <a:r>
                        <a:rPr sz="1000" dirty="0">
                          <a:latin typeface="Times New Roman"/>
                          <a:cs typeface="Times New Roman"/>
                        </a:rPr>
                        <a:t>or multiple</a:t>
                      </a:r>
                      <a:r>
                        <a:rPr sz="1000" spc="-20" dirty="0">
                          <a:latin typeface="Times New Roman"/>
                          <a:cs typeface="Times New Roman"/>
                        </a:rPr>
                        <a:t> </a:t>
                      </a:r>
                      <a:r>
                        <a:rPr sz="1000" dirty="0">
                          <a:latin typeface="Times New Roman"/>
                          <a:cs typeface="Times New Roman"/>
                        </a:rPr>
                        <a:t>sources</a:t>
                      </a:r>
                      <a:r>
                        <a:rPr sz="1000" spc="-10" dirty="0">
                          <a:latin typeface="Times New Roman"/>
                          <a:cs typeface="Times New Roman"/>
                        </a:rPr>
                        <a:t> </a:t>
                      </a:r>
                      <a:r>
                        <a:rPr sz="1000" spc="-25" dirty="0">
                          <a:latin typeface="Times New Roman"/>
                          <a:cs typeface="Times New Roman"/>
                        </a:rPr>
                        <a:t>to</a:t>
                      </a:r>
                      <a:endParaRPr sz="1000">
                        <a:latin typeface="Times New Roman"/>
                        <a:cs typeface="Times New Roman"/>
                      </a:endParaRPr>
                    </a:p>
                    <a:p>
                      <a:pPr marL="66675">
                        <a:lnSpc>
                          <a:spcPct val="100000"/>
                        </a:lnSpc>
                        <a:spcBef>
                          <a:spcPts val="30"/>
                        </a:spcBef>
                      </a:pPr>
                      <a:r>
                        <a:rPr sz="1000" dirty="0">
                          <a:latin typeface="Times New Roman"/>
                          <a:cs typeface="Times New Roman"/>
                        </a:rPr>
                        <a:t>conduct preparation</a:t>
                      </a:r>
                      <a:r>
                        <a:rPr sz="1000" spc="-15" dirty="0">
                          <a:latin typeface="Times New Roman"/>
                          <a:cs typeface="Times New Roman"/>
                        </a:rPr>
                        <a:t> </a:t>
                      </a:r>
                      <a:r>
                        <a:rPr sz="1000" dirty="0">
                          <a:latin typeface="Times New Roman"/>
                          <a:cs typeface="Times New Roman"/>
                        </a:rPr>
                        <a:t>of</a:t>
                      </a:r>
                      <a:r>
                        <a:rPr sz="1000" spc="-5" dirty="0">
                          <a:latin typeface="Times New Roman"/>
                          <a:cs typeface="Times New Roman"/>
                        </a:rPr>
                        <a:t> </a:t>
                      </a:r>
                      <a:r>
                        <a:rPr sz="1000" dirty="0">
                          <a:latin typeface="Times New Roman"/>
                          <a:cs typeface="Times New Roman"/>
                        </a:rPr>
                        <a:t>the environment,</a:t>
                      </a:r>
                      <a:r>
                        <a:rPr sz="1000" spc="-10" dirty="0">
                          <a:latin typeface="Times New Roman"/>
                          <a:cs typeface="Times New Roman"/>
                        </a:rPr>
                        <a:t> </a:t>
                      </a:r>
                      <a:r>
                        <a:rPr sz="1000" dirty="0">
                          <a:latin typeface="Times New Roman"/>
                          <a:cs typeface="Times New Roman"/>
                        </a:rPr>
                        <a:t>respond</a:t>
                      </a:r>
                      <a:r>
                        <a:rPr sz="1000" spc="-35" dirty="0">
                          <a:latin typeface="Times New Roman"/>
                          <a:cs typeface="Times New Roman"/>
                        </a:rPr>
                        <a:t> </a:t>
                      </a:r>
                      <a:r>
                        <a:rPr sz="1000" dirty="0">
                          <a:latin typeface="Times New Roman"/>
                          <a:cs typeface="Times New Roman"/>
                        </a:rPr>
                        <a:t>to</a:t>
                      </a:r>
                      <a:r>
                        <a:rPr sz="1000" spc="-40" dirty="0">
                          <a:latin typeface="Times New Roman"/>
                          <a:cs typeface="Times New Roman"/>
                        </a:rPr>
                        <a:t> </a:t>
                      </a:r>
                      <a:r>
                        <a:rPr sz="1000" spc="-10" dirty="0">
                          <a:latin typeface="Times New Roman"/>
                          <a:cs typeface="Times New Roman"/>
                        </a:rPr>
                        <a:t>requests</a:t>
                      </a:r>
                      <a:endParaRPr sz="1000">
                        <a:latin typeface="Times New Roman"/>
                        <a:cs typeface="Times New Roman"/>
                      </a:endParaRPr>
                    </a:p>
                    <a:p>
                      <a:pPr marL="66675" marR="422275">
                        <a:lnSpc>
                          <a:spcPct val="103200"/>
                        </a:lnSpc>
                        <a:spcBef>
                          <a:spcPts val="10"/>
                        </a:spcBef>
                      </a:pPr>
                      <a:r>
                        <a:rPr sz="1000" dirty="0">
                          <a:latin typeface="Times New Roman"/>
                          <a:cs typeface="Times New Roman"/>
                        </a:rPr>
                        <a:t>for</a:t>
                      </a:r>
                      <a:r>
                        <a:rPr sz="1000" spc="-10" dirty="0">
                          <a:latin typeface="Times New Roman"/>
                          <a:cs typeface="Times New Roman"/>
                        </a:rPr>
                        <a:t> </a:t>
                      </a:r>
                      <a:r>
                        <a:rPr sz="1000" dirty="0">
                          <a:latin typeface="Times New Roman"/>
                          <a:cs typeface="Times New Roman"/>
                        </a:rPr>
                        <a:t>information,</a:t>
                      </a:r>
                      <a:r>
                        <a:rPr sz="1000" spc="-15"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submit intelligence</a:t>
                      </a:r>
                      <a:r>
                        <a:rPr sz="1000" spc="-25" dirty="0">
                          <a:latin typeface="Times New Roman"/>
                          <a:cs typeface="Times New Roman"/>
                        </a:rPr>
                        <a:t> </a:t>
                      </a:r>
                      <a:r>
                        <a:rPr sz="1000" dirty="0">
                          <a:latin typeface="Times New Roman"/>
                          <a:cs typeface="Times New Roman"/>
                        </a:rPr>
                        <a:t>collection</a:t>
                      </a:r>
                      <a:r>
                        <a:rPr sz="1000" spc="-40" dirty="0">
                          <a:latin typeface="Times New Roman"/>
                          <a:cs typeface="Times New Roman"/>
                        </a:rPr>
                        <a:t> </a:t>
                      </a:r>
                      <a:r>
                        <a:rPr sz="1000" spc="-25" dirty="0">
                          <a:latin typeface="Times New Roman"/>
                          <a:cs typeface="Times New Roman"/>
                        </a:rPr>
                        <a:t>and </a:t>
                      </a:r>
                      <a:r>
                        <a:rPr sz="1000" dirty="0">
                          <a:latin typeface="Times New Roman"/>
                          <a:cs typeface="Times New Roman"/>
                        </a:rPr>
                        <a:t>production</a:t>
                      </a:r>
                      <a:r>
                        <a:rPr sz="1000" spc="-45" dirty="0">
                          <a:latin typeface="Times New Roman"/>
                          <a:cs typeface="Times New Roman"/>
                        </a:rPr>
                        <a:t> </a:t>
                      </a:r>
                      <a:r>
                        <a:rPr sz="1000" dirty="0">
                          <a:latin typeface="Times New Roman"/>
                          <a:cs typeface="Times New Roman"/>
                        </a:rPr>
                        <a:t>requirements</a:t>
                      </a:r>
                      <a:r>
                        <a:rPr sz="1000" spc="10" dirty="0">
                          <a:latin typeface="Times New Roman"/>
                          <a:cs typeface="Times New Roman"/>
                        </a:rPr>
                        <a:t> </a:t>
                      </a:r>
                      <a:r>
                        <a:rPr sz="1000" dirty="0">
                          <a:latin typeface="Times New Roman"/>
                          <a:cs typeface="Times New Roman"/>
                        </a:rPr>
                        <a:t>in</a:t>
                      </a:r>
                      <a:r>
                        <a:rPr sz="1000" spc="-40" dirty="0">
                          <a:latin typeface="Times New Roman"/>
                          <a:cs typeface="Times New Roman"/>
                        </a:rPr>
                        <a:t> </a:t>
                      </a:r>
                      <a:r>
                        <a:rPr sz="1000" dirty="0">
                          <a:latin typeface="Times New Roman"/>
                          <a:cs typeface="Times New Roman"/>
                        </a:rPr>
                        <a:t>support</a:t>
                      </a:r>
                      <a:r>
                        <a:rPr sz="1000" spc="5" dirty="0">
                          <a:latin typeface="Times New Roman"/>
                          <a:cs typeface="Times New Roman"/>
                        </a:rPr>
                        <a:t> </a:t>
                      </a:r>
                      <a:r>
                        <a:rPr sz="1000" dirty="0">
                          <a:latin typeface="Times New Roman"/>
                          <a:cs typeface="Times New Roman"/>
                        </a:rPr>
                        <a:t>of</a:t>
                      </a:r>
                      <a:r>
                        <a:rPr sz="1000" spc="-10" dirty="0">
                          <a:latin typeface="Times New Roman"/>
                          <a:cs typeface="Times New Roman"/>
                        </a:rPr>
                        <a:t> </a:t>
                      </a:r>
                      <a:r>
                        <a:rPr sz="1000" dirty="0">
                          <a:latin typeface="Times New Roman"/>
                          <a:cs typeface="Times New Roman"/>
                        </a:rPr>
                        <a:t>planning</a:t>
                      </a:r>
                      <a:r>
                        <a:rPr sz="1000" spc="-40" dirty="0">
                          <a:latin typeface="Times New Roman"/>
                          <a:cs typeface="Times New Roman"/>
                        </a:rPr>
                        <a:t> </a:t>
                      </a:r>
                      <a:r>
                        <a:rPr sz="1000" spc="-25" dirty="0">
                          <a:latin typeface="Times New Roman"/>
                          <a:cs typeface="Times New Roman"/>
                        </a:rPr>
                        <a:t>and </a:t>
                      </a:r>
                      <a:r>
                        <a:rPr sz="1000" spc="-10" dirty="0">
                          <a:latin typeface="Times New Roman"/>
                          <a:cs typeface="Times New Roman"/>
                        </a:rPr>
                        <a:t>operations.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924485">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Mission</a:t>
                      </a:r>
                      <a:r>
                        <a:rPr sz="1000" spc="-10" dirty="0">
                          <a:latin typeface="Times New Roman"/>
                          <a:cs typeface="Times New Roman"/>
                        </a:rPr>
                        <a:t> Assessment</a:t>
                      </a:r>
                      <a:endParaRPr sz="1000">
                        <a:latin typeface="Times New Roman"/>
                        <a:cs typeface="Times New Roman"/>
                      </a:endParaRPr>
                    </a:p>
                    <a:p>
                      <a:pPr marL="69215">
                        <a:lnSpc>
                          <a:spcPct val="100000"/>
                        </a:lnSpc>
                        <a:spcBef>
                          <a:spcPts val="55"/>
                        </a:spcBef>
                      </a:pPr>
                      <a:r>
                        <a:rPr sz="1000" spc="-10" dirty="0">
                          <a:latin typeface="Times New Roman"/>
                          <a:cs typeface="Times New Roman"/>
                        </a:rPr>
                        <a:t>Specialist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112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Develops</a:t>
                      </a:r>
                      <a:r>
                        <a:rPr sz="1000" spc="-25" dirty="0">
                          <a:latin typeface="Times New Roman"/>
                          <a:cs typeface="Times New Roman"/>
                        </a:rPr>
                        <a:t> </a:t>
                      </a:r>
                      <a:r>
                        <a:rPr sz="1000" dirty="0">
                          <a:latin typeface="Times New Roman"/>
                          <a:cs typeface="Times New Roman"/>
                        </a:rPr>
                        <a:t>assessment</a:t>
                      </a:r>
                      <a:r>
                        <a:rPr sz="1000" spc="-5" dirty="0">
                          <a:latin typeface="Times New Roman"/>
                          <a:cs typeface="Times New Roman"/>
                        </a:rPr>
                        <a:t> </a:t>
                      </a:r>
                      <a:r>
                        <a:rPr sz="1000" dirty="0">
                          <a:latin typeface="Times New Roman"/>
                          <a:cs typeface="Times New Roman"/>
                        </a:rPr>
                        <a:t>plans</a:t>
                      </a:r>
                      <a:r>
                        <a:rPr sz="1000" spc="-20" dirty="0">
                          <a:latin typeface="Times New Roman"/>
                          <a:cs typeface="Times New Roman"/>
                        </a:rPr>
                        <a:t> </a:t>
                      </a:r>
                      <a:r>
                        <a:rPr sz="1000" dirty="0">
                          <a:latin typeface="Times New Roman"/>
                          <a:cs typeface="Times New Roman"/>
                        </a:rPr>
                        <a:t>and</a:t>
                      </a:r>
                      <a:r>
                        <a:rPr sz="1000" spc="-30" dirty="0">
                          <a:latin typeface="Times New Roman"/>
                          <a:cs typeface="Times New Roman"/>
                        </a:rPr>
                        <a:t> </a:t>
                      </a:r>
                      <a:r>
                        <a:rPr sz="1000" dirty="0">
                          <a:latin typeface="Times New Roman"/>
                          <a:cs typeface="Times New Roman"/>
                        </a:rPr>
                        <a:t>measures </a:t>
                      </a:r>
                      <a:r>
                        <a:rPr sz="1000" spc="-25" dirty="0">
                          <a:latin typeface="Times New Roman"/>
                          <a:cs typeface="Times New Roman"/>
                        </a:rPr>
                        <a:t>of</a:t>
                      </a:r>
                      <a:endParaRPr sz="1000">
                        <a:latin typeface="Times New Roman"/>
                        <a:cs typeface="Times New Roman"/>
                      </a:endParaRPr>
                    </a:p>
                    <a:p>
                      <a:pPr marL="66675" marR="107314">
                        <a:lnSpc>
                          <a:spcPct val="103299"/>
                        </a:lnSpc>
                        <a:spcBef>
                          <a:spcPts val="10"/>
                        </a:spcBef>
                      </a:pPr>
                      <a:r>
                        <a:rPr sz="1000" dirty="0">
                          <a:latin typeface="Times New Roman"/>
                          <a:cs typeface="Times New Roman"/>
                        </a:rPr>
                        <a:t>performance/effectiveness.</a:t>
                      </a:r>
                      <a:r>
                        <a:rPr sz="1000" spc="-20" dirty="0">
                          <a:latin typeface="Times New Roman"/>
                          <a:cs typeface="Times New Roman"/>
                        </a:rPr>
                        <a:t> </a:t>
                      </a:r>
                      <a:r>
                        <a:rPr sz="1000" dirty="0">
                          <a:latin typeface="Times New Roman"/>
                          <a:cs typeface="Times New Roman"/>
                        </a:rPr>
                        <a:t>Conducts</a:t>
                      </a:r>
                      <a:r>
                        <a:rPr sz="1000" spc="-15" dirty="0">
                          <a:latin typeface="Times New Roman"/>
                          <a:cs typeface="Times New Roman"/>
                        </a:rPr>
                        <a:t> </a:t>
                      </a:r>
                      <a:r>
                        <a:rPr sz="1000" dirty="0">
                          <a:latin typeface="Times New Roman"/>
                          <a:cs typeface="Times New Roman"/>
                        </a:rPr>
                        <a:t>strategic</a:t>
                      </a:r>
                      <a:r>
                        <a:rPr sz="1000" spc="-50" dirty="0">
                          <a:latin typeface="Times New Roman"/>
                          <a:cs typeface="Times New Roman"/>
                        </a:rPr>
                        <a:t> </a:t>
                      </a:r>
                      <a:r>
                        <a:rPr sz="1000" spc="-25" dirty="0">
                          <a:latin typeface="Times New Roman"/>
                          <a:cs typeface="Times New Roman"/>
                        </a:rPr>
                        <a:t>and </a:t>
                      </a:r>
                      <a:r>
                        <a:rPr sz="1000" dirty="0">
                          <a:latin typeface="Times New Roman"/>
                          <a:cs typeface="Times New Roman"/>
                        </a:rPr>
                        <a:t>operational</a:t>
                      </a:r>
                      <a:r>
                        <a:rPr sz="1000" spc="-25" dirty="0">
                          <a:latin typeface="Times New Roman"/>
                          <a:cs typeface="Times New Roman"/>
                        </a:rPr>
                        <a:t> </a:t>
                      </a:r>
                      <a:r>
                        <a:rPr sz="1000" dirty="0">
                          <a:latin typeface="Times New Roman"/>
                          <a:cs typeface="Times New Roman"/>
                        </a:rPr>
                        <a:t>effectiveness</a:t>
                      </a:r>
                      <a:r>
                        <a:rPr sz="1000" spc="-20" dirty="0">
                          <a:latin typeface="Times New Roman"/>
                          <a:cs typeface="Times New Roman"/>
                        </a:rPr>
                        <a:t> </a:t>
                      </a:r>
                      <a:r>
                        <a:rPr sz="1000" dirty="0">
                          <a:latin typeface="Times New Roman"/>
                          <a:cs typeface="Times New Roman"/>
                        </a:rPr>
                        <a:t>assessments</a:t>
                      </a:r>
                      <a:r>
                        <a:rPr sz="1000" spc="-10" dirty="0">
                          <a:latin typeface="Times New Roman"/>
                          <a:cs typeface="Times New Roman"/>
                        </a:rPr>
                        <a:t> </a:t>
                      </a:r>
                      <a:r>
                        <a:rPr sz="1000" dirty="0">
                          <a:latin typeface="Times New Roman"/>
                          <a:cs typeface="Times New Roman"/>
                        </a:rPr>
                        <a:t>as</a:t>
                      </a:r>
                      <a:r>
                        <a:rPr sz="1000" spc="-10" dirty="0">
                          <a:latin typeface="Times New Roman"/>
                          <a:cs typeface="Times New Roman"/>
                        </a:rPr>
                        <a:t> </a:t>
                      </a:r>
                      <a:r>
                        <a:rPr sz="1000" dirty="0">
                          <a:latin typeface="Times New Roman"/>
                          <a:cs typeface="Times New Roman"/>
                        </a:rPr>
                        <a:t>required</a:t>
                      </a:r>
                      <a:r>
                        <a:rPr sz="1000" spc="-40" dirty="0">
                          <a:latin typeface="Times New Roman"/>
                          <a:cs typeface="Times New Roman"/>
                        </a:rPr>
                        <a:t> </a:t>
                      </a:r>
                      <a:r>
                        <a:rPr sz="1000" dirty="0">
                          <a:latin typeface="Times New Roman"/>
                          <a:cs typeface="Times New Roman"/>
                        </a:rPr>
                        <a:t>for</a:t>
                      </a:r>
                      <a:r>
                        <a:rPr sz="1000" spc="-5" dirty="0">
                          <a:latin typeface="Times New Roman"/>
                          <a:cs typeface="Times New Roman"/>
                        </a:rPr>
                        <a:t> </a:t>
                      </a:r>
                      <a:r>
                        <a:rPr sz="1000" spc="-10" dirty="0">
                          <a:latin typeface="Times New Roman"/>
                          <a:cs typeface="Times New Roman"/>
                        </a:rPr>
                        <a:t>cyber </a:t>
                      </a:r>
                      <a:r>
                        <a:rPr sz="1000" dirty="0">
                          <a:latin typeface="Times New Roman"/>
                          <a:cs typeface="Times New Roman"/>
                        </a:rPr>
                        <a:t>events.</a:t>
                      </a:r>
                      <a:r>
                        <a:rPr sz="1000" spc="235" dirty="0">
                          <a:latin typeface="Times New Roman"/>
                          <a:cs typeface="Times New Roman"/>
                        </a:rPr>
                        <a:t> </a:t>
                      </a:r>
                      <a:r>
                        <a:rPr sz="1000" dirty="0">
                          <a:latin typeface="Times New Roman"/>
                          <a:cs typeface="Times New Roman"/>
                        </a:rPr>
                        <a:t>Determines whether</a:t>
                      </a:r>
                      <a:r>
                        <a:rPr sz="1000" spc="-15" dirty="0">
                          <a:latin typeface="Times New Roman"/>
                          <a:cs typeface="Times New Roman"/>
                        </a:rPr>
                        <a:t> </a:t>
                      </a:r>
                      <a:r>
                        <a:rPr sz="1000" dirty="0">
                          <a:latin typeface="Times New Roman"/>
                          <a:cs typeface="Times New Roman"/>
                        </a:rPr>
                        <a:t>systems performed</a:t>
                      </a:r>
                      <a:r>
                        <a:rPr sz="1000" spc="-15" dirty="0">
                          <a:latin typeface="Times New Roman"/>
                          <a:cs typeface="Times New Roman"/>
                        </a:rPr>
                        <a:t> </a:t>
                      </a:r>
                      <a:r>
                        <a:rPr sz="1000" dirty="0">
                          <a:latin typeface="Times New Roman"/>
                          <a:cs typeface="Times New Roman"/>
                        </a:rPr>
                        <a:t>as</a:t>
                      </a:r>
                      <a:r>
                        <a:rPr sz="1000" spc="-20" dirty="0">
                          <a:latin typeface="Times New Roman"/>
                          <a:cs typeface="Times New Roman"/>
                        </a:rPr>
                        <a:t> </a:t>
                      </a:r>
                      <a:r>
                        <a:rPr sz="1000" spc="-10" dirty="0">
                          <a:latin typeface="Times New Roman"/>
                          <a:cs typeface="Times New Roman"/>
                        </a:rPr>
                        <a:t>expected </a:t>
                      </a:r>
                      <a:r>
                        <a:rPr sz="1000" dirty="0">
                          <a:latin typeface="Times New Roman"/>
                          <a:cs typeface="Times New Roman"/>
                        </a:rPr>
                        <a:t>and</a:t>
                      </a:r>
                      <a:r>
                        <a:rPr sz="1000" spc="-5" dirty="0">
                          <a:latin typeface="Times New Roman"/>
                          <a:cs typeface="Times New Roman"/>
                        </a:rPr>
                        <a:t> </a:t>
                      </a:r>
                      <a:r>
                        <a:rPr sz="1000" dirty="0">
                          <a:latin typeface="Times New Roman"/>
                          <a:cs typeface="Times New Roman"/>
                        </a:rPr>
                        <a:t>provides</a:t>
                      </a:r>
                      <a:r>
                        <a:rPr sz="1000" spc="-5" dirty="0">
                          <a:latin typeface="Times New Roman"/>
                          <a:cs typeface="Times New Roman"/>
                        </a:rPr>
                        <a:t> </a:t>
                      </a:r>
                      <a:r>
                        <a:rPr sz="1000" dirty="0">
                          <a:latin typeface="Times New Roman"/>
                          <a:cs typeface="Times New Roman"/>
                        </a:rPr>
                        <a:t>input</a:t>
                      </a:r>
                      <a:r>
                        <a:rPr sz="1000" spc="-10" dirty="0">
                          <a:latin typeface="Times New Roman"/>
                          <a:cs typeface="Times New Roman"/>
                        </a:rPr>
                        <a:t> </a:t>
                      </a:r>
                      <a:r>
                        <a:rPr sz="1000" dirty="0">
                          <a:latin typeface="Times New Roman"/>
                          <a:cs typeface="Times New Roman"/>
                        </a:rPr>
                        <a:t>to</a:t>
                      </a:r>
                      <a:r>
                        <a:rPr sz="1000" spc="-35" dirty="0">
                          <a:latin typeface="Times New Roman"/>
                          <a:cs typeface="Times New Roman"/>
                        </a:rPr>
                        <a:t> </a:t>
                      </a:r>
                      <a:r>
                        <a:rPr sz="1000" dirty="0">
                          <a:latin typeface="Times New Roman"/>
                          <a:cs typeface="Times New Roman"/>
                        </a:rPr>
                        <a:t>the</a:t>
                      </a:r>
                      <a:r>
                        <a:rPr sz="1000" spc="10" dirty="0">
                          <a:latin typeface="Times New Roman"/>
                          <a:cs typeface="Times New Roman"/>
                        </a:rPr>
                        <a:t> </a:t>
                      </a:r>
                      <a:r>
                        <a:rPr sz="1000" dirty="0">
                          <a:latin typeface="Times New Roman"/>
                          <a:cs typeface="Times New Roman"/>
                        </a:rPr>
                        <a:t>determination</a:t>
                      </a:r>
                      <a:r>
                        <a:rPr sz="1000" spc="-10" dirty="0">
                          <a:latin typeface="Times New Roman"/>
                          <a:cs typeface="Times New Roman"/>
                        </a:rPr>
                        <a:t> </a:t>
                      </a:r>
                      <a:r>
                        <a:rPr sz="1000" dirty="0">
                          <a:latin typeface="Times New Roman"/>
                          <a:cs typeface="Times New Roman"/>
                        </a:rPr>
                        <a:t>of</a:t>
                      </a:r>
                      <a:r>
                        <a:rPr sz="1000" spc="5" dirty="0">
                          <a:latin typeface="Times New Roman"/>
                          <a:cs typeface="Times New Roman"/>
                        </a:rPr>
                        <a:t> </a:t>
                      </a:r>
                      <a:r>
                        <a:rPr sz="1000" spc="-10" dirty="0">
                          <a:latin typeface="Times New Roman"/>
                          <a:cs typeface="Times New Roman"/>
                        </a:rPr>
                        <a:t>operational effectiveness.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92168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0"/>
                        </a:lnSpc>
                      </a:pPr>
                      <a:r>
                        <a:rPr sz="1000" spc="-10" dirty="0">
                          <a:latin typeface="Times New Roman"/>
                          <a:cs typeface="Times New Roman"/>
                        </a:rPr>
                        <a:t>Targets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Target</a:t>
                      </a:r>
                      <a:r>
                        <a:rPr sz="1000" spc="-40" dirty="0">
                          <a:latin typeface="Times New Roman"/>
                          <a:cs typeface="Times New Roman"/>
                        </a:rPr>
                        <a:t> </a:t>
                      </a:r>
                      <a:r>
                        <a:rPr sz="1000" spc="-10" dirty="0">
                          <a:latin typeface="Times New Roman"/>
                          <a:cs typeface="Times New Roman"/>
                        </a:rPr>
                        <a:t>Developer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131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Performs target system</a:t>
                      </a:r>
                      <a:r>
                        <a:rPr sz="1000" spc="-50" dirty="0">
                          <a:latin typeface="Times New Roman"/>
                          <a:cs typeface="Times New Roman"/>
                        </a:rPr>
                        <a:t> </a:t>
                      </a:r>
                      <a:r>
                        <a:rPr sz="1000" dirty="0">
                          <a:latin typeface="Times New Roman"/>
                          <a:cs typeface="Times New Roman"/>
                        </a:rPr>
                        <a:t>analysis,</a:t>
                      </a:r>
                      <a:r>
                        <a:rPr sz="1000" spc="-15" dirty="0">
                          <a:latin typeface="Times New Roman"/>
                          <a:cs typeface="Times New Roman"/>
                        </a:rPr>
                        <a:t> </a:t>
                      </a:r>
                      <a:r>
                        <a:rPr sz="1000" dirty="0">
                          <a:latin typeface="Times New Roman"/>
                          <a:cs typeface="Times New Roman"/>
                        </a:rPr>
                        <a:t>builds</a:t>
                      </a:r>
                      <a:r>
                        <a:rPr sz="1000" spc="-15" dirty="0">
                          <a:latin typeface="Times New Roman"/>
                          <a:cs typeface="Times New Roman"/>
                        </a:rPr>
                        <a:t> </a:t>
                      </a:r>
                      <a:r>
                        <a:rPr sz="1000" dirty="0">
                          <a:latin typeface="Times New Roman"/>
                          <a:cs typeface="Times New Roman"/>
                        </a:rPr>
                        <a:t>and/or</a:t>
                      </a:r>
                      <a:r>
                        <a:rPr sz="1000" spc="15" dirty="0">
                          <a:latin typeface="Times New Roman"/>
                          <a:cs typeface="Times New Roman"/>
                        </a:rPr>
                        <a:t> </a:t>
                      </a:r>
                      <a:r>
                        <a:rPr sz="1000" spc="-10" dirty="0">
                          <a:latin typeface="Times New Roman"/>
                          <a:cs typeface="Times New Roman"/>
                        </a:rPr>
                        <a:t>maintains</a:t>
                      </a:r>
                      <a:endParaRPr sz="1000">
                        <a:latin typeface="Times New Roman"/>
                        <a:cs typeface="Times New Roman"/>
                      </a:endParaRPr>
                    </a:p>
                    <a:p>
                      <a:pPr marL="66675">
                        <a:lnSpc>
                          <a:spcPct val="100000"/>
                        </a:lnSpc>
                        <a:spcBef>
                          <a:spcPts val="30"/>
                        </a:spcBef>
                      </a:pPr>
                      <a:r>
                        <a:rPr sz="1000" dirty="0">
                          <a:latin typeface="Times New Roman"/>
                          <a:cs typeface="Times New Roman"/>
                        </a:rPr>
                        <a:t>electronic</a:t>
                      </a:r>
                      <a:r>
                        <a:rPr sz="1000" spc="5" dirty="0">
                          <a:latin typeface="Times New Roman"/>
                          <a:cs typeface="Times New Roman"/>
                        </a:rPr>
                        <a:t> </a:t>
                      </a:r>
                      <a:r>
                        <a:rPr sz="1000" dirty="0">
                          <a:latin typeface="Times New Roman"/>
                          <a:cs typeface="Times New Roman"/>
                        </a:rPr>
                        <a:t>target</a:t>
                      </a:r>
                      <a:r>
                        <a:rPr sz="1000" spc="-15" dirty="0">
                          <a:latin typeface="Times New Roman"/>
                          <a:cs typeface="Times New Roman"/>
                        </a:rPr>
                        <a:t> </a:t>
                      </a:r>
                      <a:r>
                        <a:rPr sz="1000" dirty="0">
                          <a:latin typeface="Times New Roman"/>
                          <a:cs typeface="Times New Roman"/>
                        </a:rPr>
                        <a:t>folders to</a:t>
                      </a:r>
                      <a:r>
                        <a:rPr sz="1000" spc="-35" dirty="0">
                          <a:latin typeface="Times New Roman"/>
                          <a:cs typeface="Times New Roman"/>
                        </a:rPr>
                        <a:t> </a:t>
                      </a:r>
                      <a:r>
                        <a:rPr sz="1000" dirty="0">
                          <a:latin typeface="Times New Roman"/>
                          <a:cs typeface="Times New Roman"/>
                        </a:rPr>
                        <a:t>include</a:t>
                      </a:r>
                      <a:r>
                        <a:rPr sz="1000" spc="-15" dirty="0">
                          <a:latin typeface="Times New Roman"/>
                          <a:cs typeface="Times New Roman"/>
                        </a:rPr>
                        <a:t> </a:t>
                      </a:r>
                      <a:r>
                        <a:rPr sz="1000" dirty="0">
                          <a:latin typeface="Times New Roman"/>
                          <a:cs typeface="Times New Roman"/>
                        </a:rPr>
                        <a:t>inputs</a:t>
                      </a:r>
                      <a:r>
                        <a:rPr sz="1000" spc="15" dirty="0">
                          <a:latin typeface="Times New Roman"/>
                          <a:cs typeface="Times New Roman"/>
                        </a:rPr>
                        <a:t> </a:t>
                      </a:r>
                      <a:r>
                        <a:rPr sz="1000" dirty="0">
                          <a:latin typeface="Times New Roman"/>
                          <a:cs typeface="Times New Roman"/>
                        </a:rPr>
                        <a:t>from</a:t>
                      </a:r>
                      <a:r>
                        <a:rPr sz="1000" spc="-35" dirty="0">
                          <a:latin typeface="Times New Roman"/>
                          <a:cs typeface="Times New Roman"/>
                        </a:rPr>
                        <a:t> </a:t>
                      </a:r>
                      <a:r>
                        <a:rPr sz="1000" spc="-10" dirty="0">
                          <a:latin typeface="Times New Roman"/>
                          <a:cs typeface="Times New Roman"/>
                        </a:rPr>
                        <a:t>environment</a:t>
                      </a:r>
                      <a:endParaRPr sz="1000">
                        <a:latin typeface="Times New Roman"/>
                        <a:cs typeface="Times New Roman"/>
                      </a:endParaRPr>
                    </a:p>
                    <a:p>
                      <a:pPr marL="66675" marR="123189">
                        <a:lnSpc>
                          <a:spcPct val="103000"/>
                        </a:lnSpc>
                        <a:spcBef>
                          <a:spcPts val="15"/>
                        </a:spcBef>
                      </a:pPr>
                      <a:r>
                        <a:rPr sz="1000" dirty="0">
                          <a:latin typeface="Times New Roman"/>
                          <a:cs typeface="Times New Roman"/>
                        </a:rPr>
                        <a:t>preparation,</a:t>
                      </a:r>
                      <a:r>
                        <a:rPr sz="1000" spc="-20" dirty="0">
                          <a:latin typeface="Times New Roman"/>
                          <a:cs typeface="Times New Roman"/>
                        </a:rPr>
                        <a:t> </a:t>
                      </a:r>
                      <a:r>
                        <a:rPr sz="1000" dirty="0">
                          <a:latin typeface="Times New Roman"/>
                          <a:cs typeface="Times New Roman"/>
                        </a:rPr>
                        <a:t>and/or</a:t>
                      </a:r>
                      <a:r>
                        <a:rPr sz="1000" spc="-15" dirty="0">
                          <a:latin typeface="Times New Roman"/>
                          <a:cs typeface="Times New Roman"/>
                        </a:rPr>
                        <a:t> </a:t>
                      </a:r>
                      <a:r>
                        <a:rPr sz="1000" dirty="0">
                          <a:latin typeface="Times New Roman"/>
                          <a:cs typeface="Times New Roman"/>
                        </a:rPr>
                        <a:t>internal</a:t>
                      </a:r>
                      <a:r>
                        <a:rPr sz="1000" spc="-10" dirty="0">
                          <a:latin typeface="Times New Roman"/>
                          <a:cs typeface="Times New Roman"/>
                        </a:rPr>
                        <a:t> </a:t>
                      </a:r>
                      <a:r>
                        <a:rPr sz="1000" dirty="0">
                          <a:latin typeface="Times New Roman"/>
                          <a:cs typeface="Times New Roman"/>
                        </a:rPr>
                        <a:t>or</a:t>
                      </a:r>
                      <a:r>
                        <a:rPr sz="1000" spc="5" dirty="0">
                          <a:latin typeface="Times New Roman"/>
                          <a:cs typeface="Times New Roman"/>
                        </a:rPr>
                        <a:t> </a:t>
                      </a:r>
                      <a:r>
                        <a:rPr sz="1000" dirty="0">
                          <a:latin typeface="Times New Roman"/>
                          <a:cs typeface="Times New Roman"/>
                        </a:rPr>
                        <a:t>external</a:t>
                      </a:r>
                      <a:r>
                        <a:rPr sz="1000" spc="-30" dirty="0">
                          <a:latin typeface="Times New Roman"/>
                          <a:cs typeface="Times New Roman"/>
                        </a:rPr>
                        <a:t> </a:t>
                      </a:r>
                      <a:r>
                        <a:rPr sz="1000" dirty="0">
                          <a:latin typeface="Times New Roman"/>
                          <a:cs typeface="Times New Roman"/>
                        </a:rPr>
                        <a:t>intelligence</a:t>
                      </a:r>
                      <a:r>
                        <a:rPr sz="1000" spc="-30" dirty="0">
                          <a:latin typeface="Times New Roman"/>
                          <a:cs typeface="Times New Roman"/>
                        </a:rPr>
                        <a:t> </a:t>
                      </a:r>
                      <a:r>
                        <a:rPr sz="1000" spc="-10" dirty="0">
                          <a:latin typeface="Times New Roman"/>
                          <a:cs typeface="Times New Roman"/>
                        </a:rPr>
                        <a:t>sources. </a:t>
                      </a:r>
                      <a:r>
                        <a:rPr sz="1000" dirty="0">
                          <a:latin typeface="Times New Roman"/>
                          <a:cs typeface="Times New Roman"/>
                        </a:rPr>
                        <a:t>Coordinates</a:t>
                      </a:r>
                      <a:r>
                        <a:rPr sz="1000" spc="-15" dirty="0">
                          <a:latin typeface="Times New Roman"/>
                          <a:cs typeface="Times New Roman"/>
                        </a:rPr>
                        <a:t> </a:t>
                      </a:r>
                      <a:r>
                        <a:rPr sz="1000" dirty="0">
                          <a:latin typeface="Times New Roman"/>
                          <a:cs typeface="Times New Roman"/>
                        </a:rPr>
                        <a:t>with</a:t>
                      </a:r>
                      <a:r>
                        <a:rPr sz="1000" spc="-15" dirty="0">
                          <a:latin typeface="Times New Roman"/>
                          <a:cs typeface="Times New Roman"/>
                        </a:rPr>
                        <a:t> </a:t>
                      </a:r>
                      <a:r>
                        <a:rPr sz="1000" dirty="0">
                          <a:latin typeface="Times New Roman"/>
                          <a:cs typeface="Times New Roman"/>
                        </a:rPr>
                        <a:t>partner</a:t>
                      </a:r>
                      <a:r>
                        <a:rPr sz="1000" spc="-5" dirty="0">
                          <a:latin typeface="Times New Roman"/>
                          <a:cs typeface="Times New Roman"/>
                        </a:rPr>
                        <a:t> </a:t>
                      </a:r>
                      <a:r>
                        <a:rPr sz="1000" dirty="0">
                          <a:latin typeface="Times New Roman"/>
                          <a:cs typeface="Times New Roman"/>
                        </a:rPr>
                        <a:t>target</a:t>
                      </a:r>
                      <a:r>
                        <a:rPr sz="1000" spc="-25" dirty="0">
                          <a:latin typeface="Times New Roman"/>
                          <a:cs typeface="Times New Roman"/>
                        </a:rPr>
                        <a:t> </a:t>
                      </a:r>
                      <a:r>
                        <a:rPr sz="1000" dirty="0">
                          <a:latin typeface="Times New Roman"/>
                          <a:cs typeface="Times New Roman"/>
                        </a:rPr>
                        <a:t>activities</a:t>
                      </a:r>
                      <a:r>
                        <a:rPr sz="1000" spc="-10"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spc="-10" dirty="0">
                          <a:latin typeface="Times New Roman"/>
                          <a:cs typeface="Times New Roman"/>
                        </a:rPr>
                        <a:t>intelligence </a:t>
                      </a:r>
                      <a:r>
                        <a:rPr sz="1000" dirty="0">
                          <a:latin typeface="Times New Roman"/>
                          <a:cs typeface="Times New Roman"/>
                        </a:rPr>
                        <a:t>organizations,</a:t>
                      </a:r>
                      <a:r>
                        <a:rPr sz="1000" spc="-20" dirty="0">
                          <a:latin typeface="Times New Roman"/>
                          <a:cs typeface="Times New Roman"/>
                        </a:rPr>
                        <a:t> </a:t>
                      </a:r>
                      <a:r>
                        <a:rPr sz="1000" dirty="0">
                          <a:latin typeface="Times New Roman"/>
                          <a:cs typeface="Times New Roman"/>
                        </a:rPr>
                        <a:t>and</a:t>
                      </a:r>
                      <a:r>
                        <a:rPr sz="1000" spc="-25" dirty="0">
                          <a:latin typeface="Times New Roman"/>
                          <a:cs typeface="Times New Roman"/>
                        </a:rPr>
                        <a:t> </a:t>
                      </a:r>
                      <a:r>
                        <a:rPr sz="1000" dirty="0">
                          <a:latin typeface="Times New Roman"/>
                          <a:cs typeface="Times New Roman"/>
                        </a:rPr>
                        <a:t>presents</a:t>
                      </a:r>
                      <a:r>
                        <a:rPr sz="1000" spc="-20" dirty="0">
                          <a:latin typeface="Times New Roman"/>
                          <a:cs typeface="Times New Roman"/>
                        </a:rPr>
                        <a:t> </a:t>
                      </a:r>
                      <a:r>
                        <a:rPr sz="1000" dirty="0">
                          <a:latin typeface="Times New Roman"/>
                          <a:cs typeface="Times New Roman"/>
                        </a:rPr>
                        <a:t>candidate</a:t>
                      </a:r>
                      <a:r>
                        <a:rPr sz="1000" spc="-10" dirty="0">
                          <a:latin typeface="Times New Roman"/>
                          <a:cs typeface="Times New Roman"/>
                        </a:rPr>
                        <a:t> </a:t>
                      </a:r>
                      <a:r>
                        <a:rPr sz="1000" dirty="0">
                          <a:latin typeface="Times New Roman"/>
                          <a:cs typeface="Times New Roman"/>
                        </a:rPr>
                        <a:t>targets</a:t>
                      </a:r>
                      <a:r>
                        <a:rPr sz="1000" spc="-20" dirty="0">
                          <a:latin typeface="Times New Roman"/>
                          <a:cs typeface="Times New Roman"/>
                        </a:rPr>
                        <a:t> </a:t>
                      </a:r>
                      <a:r>
                        <a:rPr sz="1000" dirty="0">
                          <a:latin typeface="Times New Roman"/>
                          <a:cs typeface="Times New Roman"/>
                        </a:rPr>
                        <a:t>for</a:t>
                      </a:r>
                      <a:r>
                        <a:rPr sz="1000" spc="10" dirty="0">
                          <a:latin typeface="Times New Roman"/>
                          <a:cs typeface="Times New Roman"/>
                        </a:rPr>
                        <a:t> </a:t>
                      </a:r>
                      <a:r>
                        <a:rPr sz="1000" dirty="0">
                          <a:latin typeface="Times New Roman"/>
                          <a:cs typeface="Times New Roman"/>
                        </a:rPr>
                        <a:t>vetting</a:t>
                      </a:r>
                      <a:r>
                        <a:rPr sz="1000" spc="-50" dirty="0">
                          <a:latin typeface="Times New Roman"/>
                          <a:cs typeface="Times New Roman"/>
                        </a:rPr>
                        <a:t> </a:t>
                      </a:r>
                      <a:r>
                        <a:rPr sz="1000" spc="-25" dirty="0">
                          <a:latin typeface="Times New Roman"/>
                          <a:cs typeface="Times New Roman"/>
                        </a:rPr>
                        <a:t>and </a:t>
                      </a:r>
                      <a:r>
                        <a:rPr sz="1000" spc="-10" dirty="0">
                          <a:latin typeface="Times New Roman"/>
                          <a:cs typeface="Times New Roman"/>
                        </a:rPr>
                        <a:t>validation.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92168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Target</a:t>
                      </a:r>
                      <a:r>
                        <a:rPr sz="1000" spc="-30" dirty="0">
                          <a:latin typeface="Times New Roman"/>
                          <a:cs typeface="Times New Roman"/>
                        </a:rPr>
                        <a:t> </a:t>
                      </a:r>
                      <a:r>
                        <a:rPr sz="1000" dirty="0">
                          <a:latin typeface="Times New Roman"/>
                          <a:cs typeface="Times New Roman"/>
                        </a:rPr>
                        <a:t>Network</a:t>
                      </a:r>
                      <a:r>
                        <a:rPr sz="1000" spc="-20" dirty="0">
                          <a:latin typeface="Times New Roman"/>
                          <a:cs typeface="Times New Roman"/>
                        </a:rPr>
                        <a:t> </a:t>
                      </a:r>
                      <a:r>
                        <a:rPr sz="1000" spc="-10" dirty="0">
                          <a:latin typeface="Times New Roman"/>
                          <a:cs typeface="Times New Roman"/>
                        </a:rPr>
                        <a:t>Analyst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132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Conducts</a:t>
                      </a:r>
                      <a:r>
                        <a:rPr sz="1000" spc="5" dirty="0">
                          <a:latin typeface="Times New Roman"/>
                          <a:cs typeface="Times New Roman"/>
                        </a:rPr>
                        <a:t> </a:t>
                      </a:r>
                      <a:r>
                        <a:rPr sz="1000" dirty="0">
                          <a:latin typeface="Times New Roman"/>
                          <a:cs typeface="Times New Roman"/>
                        </a:rPr>
                        <a:t>advanced</a:t>
                      </a:r>
                      <a:r>
                        <a:rPr sz="1000" spc="-25" dirty="0">
                          <a:latin typeface="Times New Roman"/>
                          <a:cs typeface="Times New Roman"/>
                        </a:rPr>
                        <a:t> </a:t>
                      </a:r>
                      <a:r>
                        <a:rPr sz="1000" dirty="0">
                          <a:latin typeface="Times New Roman"/>
                          <a:cs typeface="Times New Roman"/>
                        </a:rPr>
                        <a:t>analysis</a:t>
                      </a:r>
                      <a:r>
                        <a:rPr sz="1000" spc="25" dirty="0">
                          <a:latin typeface="Times New Roman"/>
                          <a:cs typeface="Times New Roman"/>
                        </a:rPr>
                        <a:t> </a:t>
                      </a:r>
                      <a:r>
                        <a:rPr sz="1000" dirty="0">
                          <a:latin typeface="Times New Roman"/>
                          <a:cs typeface="Times New Roman"/>
                        </a:rPr>
                        <a:t>of</a:t>
                      </a:r>
                      <a:r>
                        <a:rPr sz="1000" spc="-15" dirty="0">
                          <a:latin typeface="Times New Roman"/>
                          <a:cs typeface="Times New Roman"/>
                        </a:rPr>
                        <a:t> </a:t>
                      </a:r>
                      <a:r>
                        <a:rPr sz="1000" dirty="0">
                          <a:latin typeface="Times New Roman"/>
                          <a:cs typeface="Times New Roman"/>
                        </a:rPr>
                        <a:t>collection</a:t>
                      </a:r>
                      <a:r>
                        <a:rPr sz="1000" spc="-25" dirty="0">
                          <a:latin typeface="Times New Roman"/>
                          <a:cs typeface="Times New Roman"/>
                        </a:rPr>
                        <a:t> </a:t>
                      </a:r>
                      <a:r>
                        <a:rPr sz="1000" dirty="0">
                          <a:latin typeface="Times New Roman"/>
                          <a:cs typeface="Times New Roman"/>
                        </a:rPr>
                        <a:t>and </a:t>
                      </a:r>
                      <a:r>
                        <a:rPr sz="1000" spc="-10" dirty="0">
                          <a:latin typeface="Times New Roman"/>
                          <a:cs typeface="Times New Roman"/>
                        </a:rPr>
                        <a:t>open-source</a:t>
                      </a:r>
                      <a:endParaRPr sz="1000">
                        <a:latin typeface="Times New Roman"/>
                        <a:cs typeface="Times New Roman"/>
                      </a:endParaRPr>
                    </a:p>
                    <a:p>
                      <a:pPr marL="66675" marR="127000">
                        <a:lnSpc>
                          <a:spcPct val="103200"/>
                        </a:lnSpc>
                        <a:spcBef>
                          <a:spcPts val="15"/>
                        </a:spcBef>
                      </a:pPr>
                      <a:r>
                        <a:rPr sz="1000" dirty="0">
                          <a:latin typeface="Times New Roman"/>
                          <a:cs typeface="Times New Roman"/>
                        </a:rPr>
                        <a:t>data</a:t>
                      </a:r>
                      <a:r>
                        <a:rPr sz="1000" spc="5" dirty="0">
                          <a:latin typeface="Times New Roman"/>
                          <a:cs typeface="Times New Roman"/>
                        </a:rPr>
                        <a:t> </a:t>
                      </a:r>
                      <a:r>
                        <a:rPr sz="1000" dirty="0">
                          <a:latin typeface="Times New Roman"/>
                          <a:cs typeface="Times New Roman"/>
                        </a:rPr>
                        <a:t>to</a:t>
                      </a:r>
                      <a:r>
                        <a:rPr sz="1000" spc="-35" dirty="0">
                          <a:latin typeface="Times New Roman"/>
                          <a:cs typeface="Times New Roman"/>
                        </a:rPr>
                        <a:t> </a:t>
                      </a:r>
                      <a:r>
                        <a:rPr sz="1000" dirty="0">
                          <a:latin typeface="Times New Roman"/>
                          <a:cs typeface="Times New Roman"/>
                        </a:rPr>
                        <a:t>ensure</a:t>
                      </a:r>
                      <a:r>
                        <a:rPr sz="1000" spc="5" dirty="0">
                          <a:latin typeface="Times New Roman"/>
                          <a:cs typeface="Times New Roman"/>
                        </a:rPr>
                        <a:t> </a:t>
                      </a:r>
                      <a:r>
                        <a:rPr sz="1000" dirty="0">
                          <a:latin typeface="Times New Roman"/>
                          <a:cs typeface="Times New Roman"/>
                        </a:rPr>
                        <a:t>target</a:t>
                      </a:r>
                      <a:r>
                        <a:rPr sz="1000" spc="-15" dirty="0">
                          <a:latin typeface="Times New Roman"/>
                          <a:cs typeface="Times New Roman"/>
                        </a:rPr>
                        <a:t> </a:t>
                      </a:r>
                      <a:r>
                        <a:rPr sz="1000" dirty="0">
                          <a:latin typeface="Times New Roman"/>
                          <a:cs typeface="Times New Roman"/>
                        </a:rPr>
                        <a:t>continuity;</a:t>
                      </a:r>
                      <a:r>
                        <a:rPr sz="1000" spc="-10" dirty="0">
                          <a:latin typeface="Times New Roman"/>
                          <a:cs typeface="Times New Roman"/>
                        </a:rPr>
                        <a:t> </a:t>
                      </a:r>
                      <a:r>
                        <a:rPr sz="1000" dirty="0">
                          <a:latin typeface="Times New Roman"/>
                          <a:cs typeface="Times New Roman"/>
                        </a:rPr>
                        <a:t>to</a:t>
                      </a:r>
                      <a:r>
                        <a:rPr sz="1000" spc="-10" dirty="0">
                          <a:latin typeface="Times New Roman"/>
                          <a:cs typeface="Times New Roman"/>
                        </a:rPr>
                        <a:t> </a:t>
                      </a:r>
                      <a:r>
                        <a:rPr sz="1000" dirty="0">
                          <a:latin typeface="Times New Roman"/>
                          <a:cs typeface="Times New Roman"/>
                        </a:rPr>
                        <a:t>profile</a:t>
                      </a:r>
                      <a:r>
                        <a:rPr sz="1000" spc="-20" dirty="0">
                          <a:latin typeface="Times New Roman"/>
                          <a:cs typeface="Times New Roman"/>
                        </a:rPr>
                        <a:t> </a:t>
                      </a:r>
                      <a:r>
                        <a:rPr sz="1000" dirty="0">
                          <a:latin typeface="Times New Roman"/>
                          <a:cs typeface="Times New Roman"/>
                        </a:rPr>
                        <a:t>targets</a:t>
                      </a:r>
                      <a:r>
                        <a:rPr sz="1000" spc="-5" dirty="0">
                          <a:latin typeface="Times New Roman"/>
                          <a:cs typeface="Times New Roman"/>
                        </a:rPr>
                        <a:t> </a:t>
                      </a:r>
                      <a:r>
                        <a:rPr sz="1000" dirty="0">
                          <a:latin typeface="Times New Roman"/>
                          <a:cs typeface="Times New Roman"/>
                        </a:rPr>
                        <a:t>and</a:t>
                      </a:r>
                      <a:r>
                        <a:rPr sz="1000" spc="-30" dirty="0">
                          <a:latin typeface="Times New Roman"/>
                          <a:cs typeface="Times New Roman"/>
                        </a:rPr>
                        <a:t> </a:t>
                      </a:r>
                      <a:r>
                        <a:rPr sz="1000" spc="-20" dirty="0">
                          <a:latin typeface="Times New Roman"/>
                          <a:cs typeface="Times New Roman"/>
                        </a:rPr>
                        <a:t>their </a:t>
                      </a:r>
                      <a:r>
                        <a:rPr sz="1000" dirty="0">
                          <a:latin typeface="Times New Roman"/>
                          <a:cs typeface="Times New Roman"/>
                        </a:rPr>
                        <a:t>activities;</a:t>
                      </a:r>
                      <a:r>
                        <a:rPr sz="1000" spc="-15" dirty="0">
                          <a:latin typeface="Times New Roman"/>
                          <a:cs typeface="Times New Roman"/>
                        </a:rPr>
                        <a:t> </a:t>
                      </a:r>
                      <a:r>
                        <a:rPr sz="1000" dirty="0">
                          <a:latin typeface="Times New Roman"/>
                          <a:cs typeface="Times New Roman"/>
                        </a:rPr>
                        <a:t>and</a:t>
                      </a:r>
                      <a:r>
                        <a:rPr sz="1000" spc="-10" dirty="0">
                          <a:latin typeface="Times New Roman"/>
                          <a:cs typeface="Times New Roman"/>
                        </a:rPr>
                        <a:t> </a:t>
                      </a:r>
                      <a:r>
                        <a:rPr sz="1000" dirty="0">
                          <a:latin typeface="Times New Roman"/>
                          <a:cs typeface="Times New Roman"/>
                        </a:rPr>
                        <a:t>develop</a:t>
                      </a:r>
                      <a:r>
                        <a:rPr sz="1000" spc="-30" dirty="0">
                          <a:latin typeface="Times New Roman"/>
                          <a:cs typeface="Times New Roman"/>
                        </a:rPr>
                        <a:t> </a:t>
                      </a:r>
                      <a:r>
                        <a:rPr sz="1000" dirty="0">
                          <a:latin typeface="Times New Roman"/>
                          <a:cs typeface="Times New Roman"/>
                        </a:rPr>
                        <a:t>techniques</a:t>
                      </a:r>
                      <a:r>
                        <a:rPr sz="1000" spc="-5" dirty="0">
                          <a:latin typeface="Times New Roman"/>
                          <a:cs typeface="Times New Roman"/>
                        </a:rPr>
                        <a:t> </a:t>
                      </a:r>
                      <a:r>
                        <a:rPr sz="1000" dirty="0">
                          <a:latin typeface="Times New Roman"/>
                          <a:cs typeface="Times New Roman"/>
                        </a:rPr>
                        <a:t>to</a:t>
                      </a:r>
                      <a:r>
                        <a:rPr sz="1000" spc="-5" dirty="0">
                          <a:latin typeface="Times New Roman"/>
                          <a:cs typeface="Times New Roman"/>
                        </a:rPr>
                        <a:t> </a:t>
                      </a:r>
                      <a:r>
                        <a:rPr sz="1000" dirty="0">
                          <a:latin typeface="Times New Roman"/>
                          <a:cs typeface="Times New Roman"/>
                        </a:rPr>
                        <a:t>gain</a:t>
                      </a:r>
                      <a:r>
                        <a:rPr sz="1000" spc="-10" dirty="0">
                          <a:latin typeface="Times New Roman"/>
                          <a:cs typeface="Times New Roman"/>
                        </a:rPr>
                        <a:t> </a:t>
                      </a:r>
                      <a:r>
                        <a:rPr sz="1000" dirty="0">
                          <a:latin typeface="Times New Roman"/>
                          <a:cs typeface="Times New Roman"/>
                        </a:rPr>
                        <a:t>more</a:t>
                      </a:r>
                      <a:r>
                        <a:rPr sz="1000" spc="-15" dirty="0">
                          <a:latin typeface="Times New Roman"/>
                          <a:cs typeface="Times New Roman"/>
                        </a:rPr>
                        <a:t> </a:t>
                      </a:r>
                      <a:r>
                        <a:rPr sz="1000" spc="-10" dirty="0">
                          <a:latin typeface="Times New Roman"/>
                          <a:cs typeface="Times New Roman"/>
                        </a:rPr>
                        <a:t>target </a:t>
                      </a:r>
                      <a:r>
                        <a:rPr sz="1000" dirty="0">
                          <a:latin typeface="Times New Roman"/>
                          <a:cs typeface="Times New Roman"/>
                        </a:rPr>
                        <a:t>information.</a:t>
                      </a:r>
                      <a:r>
                        <a:rPr sz="1000" spc="225" dirty="0">
                          <a:latin typeface="Times New Roman"/>
                          <a:cs typeface="Times New Roman"/>
                        </a:rPr>
                        <a:t> </a:t>
                      </a:r>
                      <a:r>
                        <a:rPr sz="1000" dirty="0">
                          <a:latin typeface="Times New Roman"/>
                          <a:cs typeface="Times New Roman"/>
                        </a:rPr>
                        <a:t>Determines</a:t>
                      </a:r>
                      <a:r>
                        <a:rPr sz="1000" spc="-5" dirty="0">
                          <a:latin typeface="Times New Roman"/>
                          <a:cs typeface="Times New Roman"/>
                        </a:rPr>
                        <a:t> </a:t>
                      </a:r>
                      <a:r>
                        <a:rPr sz="1000" dirty="0">
                          <a:latin typeface="Times New Roman"/>
                          <a:cs typeface="Times New Roman"/>
                        </a:rPr>
                        <a:t>how</a:t>
                      </a:r>
                      <a:r>
                        <a:rPr sz="1000" spc="-20" dirty="0">
                          <a:latin typeface="Times New Roman"/>
                          <a:cs typeface="Times New Roman"/>
                        </a:rPr>
                        <a:t> </a:t>
                      </a:r>
                      <a:r>
                        <a:rPr sz="1000" dirty="0">
                          <a:latin typeface="Times New Roman"/>
                          <a:cs typeface="Times New Roman"/>
                        </a:rPr>
                        <a:t>targets</a:t>
                      </a:r>
                      <a:r>
                        <a:rPr sz="1000" spc="-25" dirty="0">
                          <a:latin typeface="Times New Roman"/>
                          <a:cs typeface="Times New Roman"/>
                        </a:rPr>
                        <a:t> </a:t>
                      </a:r>
                      <a:r>
                        <a:rPr sz="1000" dirty="0">
                          <a:latin typeface="Times New Roman"/>
                          <a:cs typeface="Times New Roman"/>
                        </a:rPr>
                        <a:t>communicate,</a:t>
                      </a:r>
                      <a:r>
                        <a:rPr sz="1000" spc="-5" dirty="0">
                          <a:latin typeface="Times New Roman"/>
                          <a:cs typeface="Times New Roman"/>
                        </a:rPr>
                        <a:t> </a:t>
                      </a:r>
                      <a:r>
                        <a:rPr sz="1000" spc="-20" dirty="0">
                          <a:latin typeface="Times New Roman"/>
                          <a:cs typeface="Times New Roman"/>
                        </a:rPr>
                        <a:t>move, </a:t>
                      </a:r>
                      <a:r>
                        <a:rPr sz="1000" dirty="0">
                          <a:latin typeface="Times New Roman"/>
                          <a:cs typeface="Times New Roman"/>
                        </a:rPr>
                        <a:t>operate</a:t>
                      </a:r>
                      <a:r>
                        <a:rPr sz="1000" spc="-20" dirty="0">
                          <a:latin typeface="Times New Roman"/>
                          <a:cs typeface="Times New Roman"/>
                        </a:rPr>
                        <a:t> </a:t>
                      </a:r>
                      <a:r>
                        <a:rPr sz="1000" dirty="0">
                          <a:latin typeface="Times New Roman"/>
                          <a:cs typeface="Times New Roman"/>
                        </a:rPr>
                        <a:t>and</a:t>
                      </a:r>
                      <a:r>
                        <a:rPr sz="1000" spc="-30" dirty="0">
                          <a:latin typeface="Times New Roman"/>
                          <a:cs typeface="Times New Roman"/>
                        </a:rPr>
                        <a:t> </a:t>
                      </a:r>
                      <a:r>
                        <a:rPr sz="1000" dirty="0">
                          <a:latin typeface="Times New Roman"/>
                          <a:cs typeface="Times New Roman"/>
                        </a:rPr>
                        <a:t>live</a:t>
                      </a:r>
                      <a:r>
                        <a:rPr sz="1000" spc="-20" dirty="0">
                          <a:latin typeface="Times New Roman"/>
                          <a:cs typeface="Times New Roman"/>
                        </a:rPr>
                        <a:t> </a:t>
                      </a:r>
                      <a:r>
                        <a:rPr sz="1000" dirty="0">
                          <a:latin typeface="Times New Roman"/>
                          <a:cs typeface="Times New Roman"/>
                        </a:rPr>
                        <a:t>based</a:t>
                      </a:r>
                      <a:r>
                        <a:rPr sz="1000" spc="-5" dirty="0">
                          <a:latin typeface="Times New Roman"/>
                          <a:cs typeface="Times New Roman"/>
                        </a:rPr>
                        <a:t> </a:t>
                      </a:r>
                      <a:r>
                        <a:rPr sz="1000" dirty="0">
                          <a:latin typeface="Times New Roman"/>
                          <a:cs typeface="Times New Roman"/>
                        </a:rPr>
                        <a:t>on</a:t>
                      </a:r>
                      <a:r>
                        <a:rPr sz="1000" spc="10" dirty="0">
                          <a:latin typeface="Times New Roman"/>
                          <a:cs typeface="Times New Roman"/>
                        </a:rPr>
                        <a:t> </a:t>
                      </a:r>
                      <a:r>
                        <a:rPr sz="1000" dirty="0">
                          <a:latin typeface="Times New Roman"/>
                          <a:cs typeface="Times New Roman"/>
                        </a:rPr>
                        <a:t>knowledge</a:t>
                      </a:r>
                      <a:r>
                        <a:rPr sz="1000" spc="5" dirty="0">
                          <a:latin typeface="Times New Roman"/>
                          <a:cs typeface="Times New Roman"/>
                        </a:rPr>
                        <a:t> </a:t>
                      </a:r>
                      <a:r>
                        <a:rPr sz="1000" dirty="0">
                          <a:latin typeface="Times New Roman"/>
                          <a:cs typeface="Times New Roman"/>
                        </a:rPr>
                        <a:t>of</a:t>
                      </a:r>
                      <a:r>
                        <a:rPr sz="1000" spc="-20" dirty="0">
                          <a:latin typeface="Times New Roman"/>
                          <a:cs typeface="Times New Roman"/>
                        </a:rPr>
                        <a:t> </a:t>
                      </a:r>
                      <a:r>
                        <a:rPr sz="1000" dirty="0">
                          <a:latin typeface="Times New Roman"/>
                          <a:cs typeface="Times New Roman"/>
                        </a:rPr>
                        <a:t>target</a:t>
                      </a:r>
                      <a:r>
                        <a:rPr sz="1000" spc="-10" dirty="0">
                          <a:latin typeface="Times New Roman"/>
                          <a:cs typeface="Times New Roman"/>
                        </a:rPr>
                        <a:t> technologies, </a:t>
                      </a:r>
                      <a:r>
                        <a:rPr sz="1000" dirty="0">
                          <a:latin typeface="Times New Roman"/>
                          <a:cs typeface="Times New Roman"/>
                        </a:rPr>
                        <a:t>digital</a:t>
                      </a:r>
                      <a:r>
                        <a:rPr sz="1000" spc="-25" dirty="0">
                          <a:latin typeface="Times New Roman"/>
                          <a:cs typeface="Times New Roman"/>
                        </a:rPr>
                        <a:t> </a:t>
                      </a:r>
                      <a:r>
                        <a:rPr sz="1000" dirty="0">
                          <a:latin typeface="Times New Roman"/>
                          <a:cs typeface="Times New Roman"/>
                        </a:rPr>
                        <a:t>networks</a:t>
                      </a:r>
                      <a:r>
                        <a:rPr sz="1000" spc="-10" dirty="0">
                          <a:latin typeface="Times New Roman"/>
                          <a:cs typeface="Times New Roman"/>
                        </a:rPr>
                        <a:t> </a:t>
                      </a:r>
                      <a:r>
                        <a:rPr sz="1000" dirty="0">
                          <a:latin typeface="Times New Roman"/>
                          <a:cs typeface="Times New Roman"/>
                        </a:rPr>
                        <a:t>and</a:t>
                      </a:r>
                      <a:r>
                        <a:rPr sz="1000" spc="-15"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dirty="0">
                          <a:latin typeface="Times New Roman"/>
                          <a:cs typeface="Times New Roman"/>
                        </a:rPr>
                        <a:t>applications</a:t>
                      </a:r>
                      <a:r>
                        <a:rPr sz="1000" spc="10" dirty="0">
                          <a:latin typeface="Times New Roman"/>
                          <a:cs typeface="Times New Roman"/>
                        </a:rPr>
                        <a:t> </a:t>
                      </a:r>
                      <a:r>
                        <a:rPr sz="1000" dirty="0">
                          <a:latin typeface="Times New Roman"/>
                          <a:cs typeface="Times New Roman"/>
                        </a:rPr>
                        <a:t>on</a:t>
                      </a:r>
                      <a:r>
                        <a:rPr sz="1000" spc="-40" dirty="0">
                          <a:latin typeface="Times New Roman"/>
                          <a:cs typeface="Times New Roman"/>
                        </a:rPr>
                        <a:t> </a:t>
                      </a:r>
                      <a:r>
                        <a:rPr sz="1000" spc="-20" dirty="0">
                          <a:latin typeface="Times New Roman"/>
                          <a:cs typeface="Times New Roman"/>
                        </a:rPr>
                        <a:t>them.</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97457" y="2354075"/>
            <a:ext cx="184897" cy="143435"/>
          </a:xfrm>
          <a:custGeom>
            <a:avLst/>
            <a:gdLst/>
            <a:ahLst/>
            <a:cxnLst/>
            <a:rect l="l" t="t" r="r" b="b"/>
            <a:pathLst>
              <a:path w="209550" h="162560">
                <a:moveTo>
                  <a:pt x="209550" y="0"/>
                </a:moveTo>
                <a:lnTo>
                  <a:pt x="0" y="0"/>
                </a:lnTo>
                <a:lnTo>
                  <a:pt x="0" y="162242"/>
                </a:lnTo>
                <a:lnTo>
                  <a:pt x="209550" y="162242"/>
                </a:lnTo>
                <a:lnTo>
                  <a:pt x="209550" y="0"/>
                </a:lnTo>
                <a:close/>
              </a:path>
            </a:pathLst>
          </a:custGeom>
          <a:solidFill>
            <a:srgbClr val="FFFF00"/>
          </a:solidFill>
        </p:spPr>
        <p:txBody>
          <a:bodyPr wrap="square" lIns="0" tIns="0" rIns="0" bIns="0" rtlCol="0"/>
          <a:lstStyle/>
          <a:p>
            <a:endParaRPr sz="1588"/>
          </a:p>
        </p:txBody>
      </p:sp>
      <p:sp>
        <p:nvSpPr>
          <p:cNvPr id="3" name="object 3"/>
          <p:cNvSpPr/>
          <p:nvPr/>
        </p:nvSpPr>
        <p:spPr>
          <a:xfrm>
            <a:off x="6097457" y="3581624"/>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4" name="object 4"/>
          <p:cNvSpPr/>
          <p:nvPr/>
        </p:nvSpPr>
        <p:spPr>
          <a:xfrm>
            <a:off x="6097457" y="4503980"/>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graphicFrame>
        <p:nvGraphicFramePr>
          <p:cNvPr id="5" name="object 5"/>
          <p:cNvGraphicFramePr>
            <a:graphicFrameLocks noGrp="1"/>
          </p:cNvGraphicFramePr>
          <p:nvPr/>
        </p:nvGraphicFramePr>
        <p:xfrm>
          <a:off x="2664479" y="804358"/>
          <a:ext cx="6860801" cy="5012184"/>
        </p:xfrm>
        <a:graphic>
          <a:graphicData uri="http://schemas.openxmlformats.org/drawingml/2006/table">
            <a:tbl>
              <a:tblPr firstRow="1" bandRow="1">
                <a:tableStyleId>{2D5ABB26-0587-4C30-8999-92F81FD0307C}</a:tableStyleId>
              </a:tblPr>
              <a:tblGrid>
                <a:gridCol w="782171">
                  <a:extLst>
                    <a:ext uri="{9D8B030D-6E8A-4147-A177-3AD203B41FA5}">
                      <a16:colId xmlns:a16="http://schemas.microsoft.com/office/drawing/2014/main" val="20000"/>
                    </a:ext>
                  </a:extLst>
                </a:gridCol>
                <a:gridCol w="1065119">
                  <a:extLst>
                    <a:ext uri="{9D8B030D-6E8A-4147-A177-3AD203B41FA5}">
                      <a16:colId xmlns:a16="http://schemas.microsoft.com/office/drawing/2014/main" val="20001"/>
                    </a:ext>
                  </a:extLst>
                </a:gridCol>
                <a:gridCol w="1474133">
                  <a:extLst>
                    <a:ext uri="{9D8B030D-6E8A-4147-A177-3AD203B41FA5}">
                      <a16:colId xmlns:a16="http://schemas.microsoft.com/office/drawing/2014/main" val="20002"/>
                    </a:ext>
                  </a:extLst>
                </a:gridCol>
                <a:gridCol w="409015">
                  <a:extLst>
                    <a:ext uri="{9D8B030D-6E8A-4147-A177-3AD203B41FA5}">
                      <a16:colId xmlns:a16="http://schemas.microsoft.com/office/drawing/2014/main" val="20003"/>
                    </a:ext>
                  </a:extLst>
                </a:gridCol>
                <a:gridCol w="3130363">
                  <a:extLst>
                    <a:ext uri="{9D8B030D-6E8A-4147-A177-3AD203B41FA5}">
                      <a16:colId xmlns:a16="http://schemas.microsoft.com/office/drawing/2014/main" val="20004"/>
                    </a:ext>
                  </a:extLst>
                </a:gridCol>
              </a:tblGrid>
              <a:tr h="316566">
                <a:tc>
                  <a:txBody>
                    <a:bodyPr/>
                    <a:lstStyle/>
                    <a:p>
                      <a:pPr marL="167640">
                        <a:lnSpc>
                          <a:spcPts val="1295"/>
                        </a:lnSpc>
                      </a:pPr>
                      <a:r>
                        <a:rPr sz="1000" b="1" spc="-10" dirty="0">
                          <a:solidFill>
                            <a:srgbClr val="FFFFFF"/>
                          </a:solidFill>
                          <a:latin typeface="Times New Roman"/>
                          <a:cs typeface="Times New Roman"/>
                        </a:rPr>
                        <a:t>Category</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165100">
                        <a:lnSpc>
                          <a:spcPts val="1295"/>
                        </a:lnSpc>
                      </a:pPr>
                      <a:r>
                        <a:rPr sz="1000" b="1" dirty="0">
                          <a:solidFill>
                            <a:srgbClr val="FFFFFF"/>
                          </a:solidFill>
                          <a:latin typeface="Times New Roman"/>
                          <a:cs typeface="Times New Roman"/>
                        </a:rPr>
                        <a:t>Specialty</a:t>
                      </a:r>
                      <a:r>
                        <a:rPr sz="1000" b="1" spc="-35" dirty="0">
                          <a:solidFill>
                            <a:srgbClr val="FFFFFF"/>
                          </a:solidFill>
                          <a:latin typeface="Times New Roman"/>
                          <a:cs typeface="Times New Roman"/>
                        </a:rPr>
                        <a:t> </a:t>
                      </a:r>
                      <a:r>
                        <a:rPr sz="1000" b="1" spc="-20" dirty="0">
                          <a:solidFill>
                            <a:srgbClr val="FFFFFF"/>
                          </a:solidFill>
                          <a:latin typeface="Times New Roman"/>
                          <a:cs typeface="Times New Roman"/>
                        </a:rPr>
                        <a:t>Area</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R="502284" algn="r">
                        <a:lnSpc>
                          <a:spcPts val="1295"/>
                        </a:lnSpc>
                      </a:pPr>
                      <a:r>
                        <a:rPr sz="1000" b="1" dirty="0">
                          <a:solidFill>
                            <a:srgbClr val="FFFFFF"/>
                          </a:solidFill>
                          <a:latin typeface="Times New Roman"/>
                          <a:cs typeface="Times New Roman"/>
                        </a:rPr>
                        <a:t>Work</a:t>
                      </a:r>
                      <a:r>
                        <a:rPr sz="1000" b="1" spc="-15" dirty="0">
                          <a:solidFill>
                            <a:srgbClr val="FFFFFF"/>
                          </a:solidFill>
                          <a:latin typeface="Times New Roman"/>
                          <a:cs typeface="Times New Roman"/>
                        </a:rPr>
                        <a:t> </a:t>
                      </a:r>
                      <a:r>
                        <a:rPr sz="1000" b="1" spc="-20" dirty="0">
                          <a:solidFill>
                            <a:srgbClr val="FFFFFF"/>
                          </a:solidFill>
                          <a:latin typeface="Times New Roman"/>
                          <a:cs typeface="Times New Roman"/>
                        </a:rPr>
                        <a:t>Role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66675">
                        <a:lnSpc>
                          <a:spcPts val="1295"/>
                        </a:lnSpc>
                      </a:pPr>
                      <a:r>
                        <a:rPr sz="1000" b="1" spc="-25" dirty="0">
                          <a:solidFill>
                            <a:srgbClr val="FFFFFF"/>
                          </a:solidFill>
                          <a:latin typeface="Times New Roman"/>
                          <a:cs typeface="Times New Roman"/>
                        </a:rPr>
                        <a:t>OPM</a:t>
                      </a:r>
                      <a:endParaRPr sz="1000">
                        <a:latin typeface="Times New Roman"/>
                        <a:cs typeface="Times New Roman"/>
                      </a:endParaRPr>
                    </a:p>
                    <a:p>
                      <a:pPr marL="73025">
                        <a:lnSpc>
                          <a:spcPct val="100000"/>
                        </a:lnSpc>
                        <a:spcBef>
                          <a:spcPts val="55"/>
                        </a:spcBef>
                      </a:pPr>
                      <a:r>
                        <a:rPr sz="1000" b="1" spc="-20" dirty="0">
                          <a:solidFill>
                            <a:srgbClr val="FFFFFF"/>
                          </a:solidFill>
                          <a:latin typeface="Times New Roman"/>
                          <a:cs typeface="Times New Roman"/>
                        </a:rPr>
                        <a:t>Code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1079500">
                        <a:lnSpc>
                          <a:spcPts val="1295"/>
                        </a:lnSpc>
                      </a:pPr>
                      <a:r>
                        <a:rPr sz="1000" b="1" dirty="0">
                          <a:solidFill>
                            <a:srgbClr val="FFFFFF"/>
                          </a:solidFill>
                          <a:latin typeface="Times New Roman"/>
                          <a:cs typeface="Times New Roman"/>
                        </a:rPr>
                        <a:t>Work</a:t>
                      </a:r>
                      <a:r>
                        <a:rPr sz="1000" b="1" spc="-25" dirty="0">
                          <a:solidFill>
                            <a:srgbClr val="FFFFFF"/>
                          </a:solidFill>
                          <a:latin typeface="Times New Roman"/>
                          <a:cs typeface="Times New Roman"/>
                        </a:rPr>
                        <a:t> </a:t>
                      </a:r>
                      <a:r>
                        <a:rPr sz="1000" b="1" dirty="0">
                          <a:solidFill>
                            <a:srgbClr val="FFFFFF"/>
                          </a:solidFill>
                          <a:latin typeface="Times New Roman"/>
                          <a:cs typeface="Times New Roman"/>
                        </a:rPr>
                        <a:t>Role</a:t>
                      </a:r>
                      <a:r>
                        <a:rPr sz="1000" b="1" spc="5" dirty="0">
                          <a:solidFill>
                            <a:srgbClr val="FFFFFF"/>
                          </a:solidFill>
                          <a:latin typeface="Times New Roman"/>
                          <a:cs typeface="Times New Roman"/>
                        </a:rPr>
                        <a:t> </a:t>
                      </a:r>
                      <a:r>
                        <a:rPr sz="1000" b="1" spc="-10" dirty="0">
                          <a:solidFill>
                            <a:srgbClr val="FFFFFF"/>
                          </a:solidFill>
                          <a:latin typeface="Times New Roman"/>
                          <a:cs typeface="Times New Roman"/>
                        </a:rPr>
                        <a:t>Description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extLst>
                  <a:ext uri="{0D108BD9-81ED-4DB2-BD59-A6C34878D82A}">
                    <a16:rowId xmlns:a16="http://schemas.microsoft.com/office/drawing/2014/main" val="10000"/>
                  </a:ext>
                </a:extLst>
              </a:tr>
              <a:tr h="1227044">
                <a:tc>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45"/>
                        </a:lnSpc>
                      </a:pPr>
                      <a:r>
                        <a:rPr sz="1000" spc="-10" dirty="0">
                          <a:latin typeface="Times New Roman"/>
                          <a:cs typeface="Times New Roman"/>
                        </a:rPr>
                        <a:t>Language</a:t>
                      </a:r>
                      <a:endParaRPr sz="1000">
                        <a:latin typeface="Times New Roman"/>
                        <a:cs typeface="Times New Roman"/>
                      </a:endParaRPr>
                    </a:p>
                    <a:p>
                      <a:pPr marL="66675">
                        <a:lnSpc>
                          <a:spcPct val="100000"/>
                        </a:lnSpc>
                        <a:spcBef>
                          <a:spcPts val="55"/>
                        </a:spcBef>
                      </a:pPr>
                      <a:r>
                        <a:rPr sz="1000" spc="-10" dirty="0">
                          <a:latin typeface="Times New Roman"/>
                          <a:cs typeface="Times New Roman"/>
                        </a:rPr>
                        <a:t>Analysis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45"/>
                        </a:lnSpc>
                      </a:pPr>
                      <a:r>
                        <a:rPr sz="1000" spc="-10" dirty="0">
                          <a:latin typeface="Times New Roman"/>
                          <a:cs typeface="Times New Roman"/>
                        </a:rPr>
                        <a:t>Multi-Disciplined</a:t>
                      </a:r>
                      <a:endParaRPr sz="1000">
                        <a:latin typeface="Times New Roman"/>
                        <a:cs typeface="Times New Roman"/>
                      </a:endParaRPr>
                    </a:p>
                    <a:p>
                      <a:pPr marL="69215">
                        <a:lnSpc>
                          <a:spcPct val="100000"/>
                        </a:lnSpc>
                        <a:spcBef>
                          <a:spcPts val="55"/>
                        </a:spcBef>
                      </a:pPr>
                      <a:r>
                        <a:rPr sz="1000" dirty="0">
                          <a:latin typeface="Times New Roman"/>
                          <a:cs typeface="Times New Roman"/>
                        </a:rPr>
                        <a:t>Language</a:t>
                      </a:r>
                      <a:r>
                        <a:rPr sz="1000" spc="-40" dirty="0">
                          <a:latin typeface="Times New Roman"/>
                          <a:cs typeface="Times New Roman"/>
                        </a:rPr>
                        <a:t> </a:t>
                      </a:r>
                      <a:r>
                        <a:rPr sz="1000" spc="-10" dirty="0">
                          <a:latin typeface="Times New Roman"/>
                          <a:cs typeface="Times New Roman"/>
                        </a:rPr>
                        <a:t>Analyst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45"/>
                        </a:lnSpc>
                      </a:pPr>
                      <a:r>
                        <a:rPr sz="1000" spc="-25" dirty="0">
                          <a:latin typeface="Times New Roman"/>
                          <a:cs typeface="Times New Roman"/>
                        </a:rPr>
                        <a:t>151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45"/>
                        </a:lnSpc>
                      </a:pPr>
                      <a:r>
                        <a:rPr sz="1000" dirty="0">
                          <a:latin typeface="Times New Roman"/>
                          <a:cs typeface="Times New Roman"/>
                        </a:rPr>
                        <a:t>Applies</a:t>
                      </a:r>
                      <a:r>
                        <a:rPr sz="1000" spc="-15" dirty="0">
                          <a:latin typeface="Times New Roman"/>
                          <a:cs typeface="Times New Roman"/>
                        </a:rPr>
                        <a:t> </a:t>
                      </a:r>
                      <a:r>
                        <a:rPr sz="1000" dirty="0">
                          <a:latin typeface="Times New Roman"/>
                          <a:cs typeface="Times New Roman"/>
                        </a:rPr>
                        <a:t>language</a:t>
                      </a:r>
                      <a:r>
                        <a:rPr sz="1000" spc="-30" dirty="0">
                          <a:latin typeface="Times New Roman"/>
                          <a:cs typeface="Times New Roman"/>
                        </a:rPr>
                        <a:t> </a:t>
                      </a:r>
                      <a:r>
                        <a:rPr sz="1000" dirty="0">
                          <a:latin typeface="Times New Roman"/>
                          <a:cs typeface="Times New Roman"/>
                        </a:rPr>
                        <a:t>and</a:t>
                      </a:r>
                      <a:r>
                        <a:rPr sz="1000" spc="-15" dirty="0">
                          <a:latin typeface="Times New Roman"/>
                          <a:cs typeface="Times New Roman"/>
                        </a:rPr>
                        <a:t> </a:t>
                      </a:r>
                      <a:r>
                        <a:rPr sz="1000" dirty="0">
                          <a:latin typeface="Times New Roman"/>
                          <a:cs typeface="Times New Roman"/>
                        </a:rPr>
                        <a:t>culture</a:t>
                      </a:r>
                      <a:r>
                        <a:rPr sz="1000" spc="-5" dirty="0">
                          <a:latin typeface="Times New Roman"/>
                          <a:cs typeface="Times New Roman"/>
                        </a:rPr>
                        <a:t> </a:t>
                      </a:r>
                      <a:r>
                        <a:rPr sz="1000" dirty="0">
                          <a:latin typeface="Times New Roman"/>
                          <a:cs typeface="Times New Roman"/>
                        </a:rPr>
                        <a:t>expertise</a:t>
                      </a:r>
                      <a:r>
                        <a:rPr sz="1000" spc="-5" dirty="0">
                          <a:latin typeface="Times New Roman"/>
                          <a:cs typeface="Times New Roman"/>
                        </a:rPr>
                        <a:t> </a:t>
                      </a:r>
                      <a:r>
                        <a:rPr sz="1000" dirty="0">
                          <a:latin typeface="Times New Roman"/>
                          <a:cs typeface="Times New Roman"/>
                        </a:rPr>
                        <a:t>with</a:t>
                      </a:r>
                      <a:r>
                        <a:rPr sz="1000" spc="-45" dirty="0">
                          <a:latin typeface="Times New Roman"/>
                          <a:cs typeface="Times New Roman"/>
                        </a:rPr>
                        <a:t> </a:t>
                      </a:r>
                      <a:r>
                        <a:rPr sz="1000" dirty="0">
                          <a:latin typeface="Times New Roman"/>
                          <a:cs typeface="Times New Roman"/>
                        </a:rPr>
                        <a:t>target/threat</a:t>
                      </a:r>
                      <a:r>
                        <a:rPr sz="1000" spc="5" dirty="0">
                          <a:latin typeface="Times New Roman"/>
                          <a:cs typeface="Times New Roman"/>
                        </a:rPr>
                        <a:t> </a:t>
                      </a:r>
                      <a:r>
                        <a:rPr sz="1000" spc="-25" dirty="0">
                          <a:latin typeface="Times New Roman"/>
                          <a:cs typeface="Times New Roman"/>
                        </a:rPr>
                        <a:t>and</a:t>
                      </a:r>
                      <a:endParaRPr sz="1000">
                        <a:latin typeface="Times New Roman"/>
                        <a:cs typeface="Times New Roman"/>
                      </a:endParaRPr>
                    </a:p>
                    <a:p>
                      <a:pPr marL="66675" marR="105410">
                        <a:lnSpc>
                          <a:spcPct val="103299"/>
                        </a:lnSpc>
                        <a:spcBef>
                          <a:spcPts val="10"/>
                        </a:spcBef>
                      </a:pPr>
                      <a:r>
                        <a:rPr sz="1000" dirty="0">
                          <a:latin typeface="Times New Roman"/>
                          <a:cs typeface="Times New Roman"/>
                        </a:rPr>
                        <a:t>technical</a:t>
                      </a:r>
                      <a:r>
                        <a:rPr sz="1000" spc="-10" dirty="0">
                          <a:latin typeface="Times New Roman"/>
                          <a:cs typeface="Times New Roman"/>
                        </a:rPr>
                        <a:t> </a:t>
                      </a:r>
                      <a:r>
                        <a:rPr sz="1000" dirty="0">
                          <a:latin typeface="Times New Roman"/>
                          <a:cs typeface="Times New Roman"/>
                        </a:rPr>
                        <a:t>knowledge</a:t>
                      </a:r>
                      <a:r>
                        <a:rPr sz="1000" spc="-30" dirty="0">
                          <a:latin typeface="Times New Roman"/>
                          <a:cs typeface="Times New Roman"/>
                        </a:rPr>
                        <a:t> </a:t>
                      </a:r>
                      <a:r>
                        <a:rPr sz="1000" dirty="0">
                          <a:latin typeface="Times New Roman"/>
                          <a:cs typeface="Times New Roman"/>
                        </a:rPr>
                        <a:t>to</a:t>
                      </a:r>
                      <a:r>
                        <a:rPr sz="1000" spc="-25" dirty="0">
                          <a:latin typeface="Times New Roman"/>
                          <a:cs typeface="Times New Roman"/>
                        </a:rPr>
                        <a:t> </a:t>
                      </a:r>
                      <a:r>
                        <a:rPr sz="1000" dirty="0">
                          <a:latin typeface="Times New Roman"/>
                          <a:cs typeface="Times New Roman"/>
                        </a:rPr>
                        <a:t>process,</a:t>
                      </a:r>
                      <a:r>
                        <a:rPr sz="1000" spc="-20" dirty="0">
                          <a:latin typeface="Times New Roman"/>
                          <a:cs typeface="Times New Roman"/>
                        </a:rPr>
                        <a:t> </a:t>
                      </a:r>
                      <a:r>
                        <a:rPr sz="1000" dirty="0">
                          <a:latin typeface="Times New Roman"/>
                          <a:cs typeface="Times New Roman"/>
                        </a:rPr>
                        <a:t>analyze,</a:t>
                      </a:r>
                      <a:r>
                        <a:rPr sz="1000" spc="-20" dirty="0">
                          <a:latin typeface="Times New Roman"/>
                          <a:cs typeface="Times New Roman"/>
                        </a:rPr>
                        <a:t> </a:t>
                      </a:r>
                      <a:r>
                        <a:rPr sz="1000" dirty="0">
                          <a:latin typeface="Times New Roman"/>
                          <a:cs typeface="Times New Roman"/>
                        </a:rPr>
                        <a:t>and/or</a:t>
                      </a:r>
                      <a:r>
                        <a:rPr sz="1000" spc="10" dirty="0">
                          <a:latin typeface="Times New Roman"/>
                          <a:cs typeface="Times New Roman"/>
                        </a:rPr>
                        <a:t> </a:t>
                      </a:r>
                      <a:r>
                        <a:rPr sz="1000" spc="-10" dirty="0">
                          <a:latin typeface="Times New Roman"/>
                          <a:cs typeface="Times New Roman"/>
                        </a:rPr>
                        <a:t>disseminate </a:t>
                      </a:r>
                      <a:r>
                        <a:rPr sz="1000" dirty="0">
                          <a:latin typeface="Times New Roman"/>
                          <a:cs typeface="Times New Roman"/>
                        </a:rPr>
                        <a:t>intelligence</a:t>
                      </a:r>
                      <a:r>
                        <a:rPr sz="1000" spc="-10" dirty="0">
                          <a:latin typeface="Times New Roman"/>
                          <a:cs typeface="Times New Roman"/>
                        </a:rPr>
                        <a:t> </a:t>
                      </a:r>
                      <a:r>
                        <a:rPr sz="1000" dirty="0">
                          <a:latin typeface="Times New Roman"/>
                          <a:cs typeface="Times New Roman"/>
                        </a:rPr>
                        <a:t>information</a:t>
                      </a:r>
                      <a:r>
                        <a:rPr sz="1000" spc="-20" dirty="0">
                          <a:latin typeface="Times New Roman"/>
                          <a:cs typeface="Times New Roman"/>
                        </a:rPr>
                        <a:t> </a:t>
                      </a:r>
                      <a:r>
                        <a:rPr sz="1000" dirty="0">
                          <a:latin typeface="Times New Roman"/>
                          <a:cs typeface="Times New Roman"/>
                        </a:rPr>
                        <a:t>derived</a:t>
                      </a:r>
                      <a:r>
                        <a:rPr sz="1000" spc="-20" dirty="0">
                          <a:latin typeface="Times New Roman"/>
                          <a:cs typeface="Times New Roman"/>
                        </a:rPr>
                        <a:t> </a:t>
                      </a:r>
                      <a:r>
                        <a:rPr sz="1000" dirty="0">
                          <a:latin typeface="Times New Roman"/>
                          <a:cs typeface="Times New Roman"/>
                        </a:rPr>
                        <a:t>from</a:t>
                      </a:r>
                      <a:r>
                        <a:rPr sz="1000" spc="-50" dirty="0">
                          <a:latin typeface="Times New Roman"/>
                          <a:cs typeface="Times New Roman"/>
                        </a:rPr>
                        <a:t> </a:t>
                      </a:r>
                      <a:r>
                        <a:rPr sz="1000" dirty="0">
                          <a:latin typeface="Times New Roman"/>
                          <a:cs typeface="Times New Roman"/>
                        </a:rPr>
                        <a:t>language, </a:t>
                      </a:r>
                      <a:r>
                        <a:rPr sz="1000" spc="-20" dirty="0">
                          <a:latin typeface="Times New Roman"/>
                          <a:cs typeface="Times New Roman"/>
                        </a:rPr>
                        <a:t>voice</a:t>
                      </a:r>
                      <a:r>
                        <a:rPr sz="1000" spc="500" dirty="0">
                          <a:latin typeface="Times New Roman"/>
                          <a:cs typeface="Times New Roman"/>
                        </a:rPr>
                        <a:t> </a:t>
                      </a:r>
                      <a:r>
                        <a:rPr sz="1000" dirty="0">
                          <a:latin typeface="Times New Roman"/>
                          <a:cs typeface="Times New Roman"/>
                        </a:rPr>
                        <a:t>and/or</a:t>
                      </a:r>
                      <a:r>
                        <a:rPr sz="1000" spc="-20" dirty="0">
                          <a:latin typeface="Times New Roman"/>
                          <a:cs typeface="Times New Roman"/>
                        </a:rPr>
                        <a:t> </a:t>
                      </a:r>
                      <a:r>
                        <a:rPr sz="1000" dirty="0">
                          <a:latin typeface="Times New Roman"/>
                          <a:cs typeface="Times New Roman"/>
                        </a:rPr>
                        <a:t>graphic</a:t>
                      </a:r>
                      <a:r>
                        <a:rPr sz="1000" spc="15" dirty="0">
                          <a:latin typeface="Times New Roman"/>
                          <a:cs typeface="Times New Roman"/>
                        </a:rPr>
                        <a:t> </a:t>
                      </a:r>
                      <a:r>
                        <a:rPr sz="1000" dirty="0">
                          <a:latin typeface="Times New Roman"/>
                          <a:cs typeface="Times New Roman"/>
                        </a:rPr>
                        <a:t>material.</a:t>
                      </a:r>
                      <a:r>
                        <a:rPr sz="1000" spc="235" dirty="0">
                          <a:latin typeface="Times New Roman"/>
                          <a:cs typeface="Times New Roman"/>
                        </a:rPr>
                        <a:t> </a:t>
                      </a:r>
                      <a:r>
                        <a:rPr sz="1000" dirty="0">
                          <a:latin typeface="Times New Roman"/>
                          <a:cs typeface="Times New Roman"/>
                        </a:rPr>
                        <a:t>Creates,</a:t>
                      </a:r>
                      <a:r>
                        <a:rPr sz="1000" spc="-25" dirty="0">
                          <a:latin typeface="Times New Roman"/>
                          <a:cs typeface="Times New Roman"/>
                        </a:rPr>
                        <a:t> </a:t>
                      </a:r>
                      <a:r>
                        <a:rPr sz="1000" dirty="0">
                          <a:latin typeface="Times New Roman"/>
                          <a:cs typeface="Times New Roman"/>
                        </a:rPr>
                        <a:t>and</a:t>
                      </a:r>
                      <a:r>
                        <a:rPr sz="1000" spc="-25" dirty="0">
                          <a:latin typeface="Times New Roman"/>
                          <a:cs typeface="Times New Roman"/>
                        </a:rPr>
                        <a:t> </a:t>
                      </a:r>
                      <a:r>
                        <a:rPr sz="1000" dirty="0">
                          <a:latin typeface="Times New Roman"/>
                          <a:cs typeface="Times New Roman"/>
                        </a:rPr>
                        <a:t>maintains</a:t>
                      </a:r>
                      <a:r>
                        <a:rPr sz="1000" spc="-20" dirty="0">
                          <a:latin typeface="Times New Roman"/>
                          <a:cs typeface="Times New Roman"/>
                        </a:rPr>
                        <a:t> </a:t>
                      </a:r>
                      <a:r>
                        <a:rPr sz="1000" spc="-10" dirty="0">
                          <a:latin typeface="Times New Roman"/>
                          <a:cs typeface="Times New Roman"/>
                        </a:rPr>
                        <a:t>language </a:t>
                      </a:r>
                      <a:r>
                        <a:rPr sz="1000" dirty="0">
                          <a:latin typeface="Times New Roman"/>
                          <a:cs typeface="Times New Roman"/>
                        </a:rPr>
                        <a:t>specific databases</a:t>
                      </a:r>
                      <a:r>
                        <a:rPr sz="1000" spc="-5" dirty="0">
                          <a:latin typeface="Times New Roman"/>
                          <a:cs typeface="Times New Roman"/>
                        </a:rPr>
                        <a:t> </a:t>
                      </a:r>
                      <a:r>
                        <a:rPr sz="1000" dirty="0">
                          <a:latin typeface="Times New Roman"/>
                          <a:cs typeface="Times New Roman"/>
                        </a:rPr>
                        <a:t>and</a:t>
                      </a:r>
                      <a:r>
                        <a:rPr sz="1000" spc="-10" dirty="0">
                          <a:latin typeface="Times New Roman"/>
                          <a:cs typeface="Times New Roman"/>
                        </a:rPr>
                        <a:t> </a:t>
                      </a:r>
                      <a:r>
                        <a:rPr sz="1000" dirty="0">
                          <a:latin typeface="Times New Roman"/>
                          <a:cs typeface="Times New Roman"/>
                        </a:rPr>
                        <a:t>working</a:t>
                      </a:r>
                      <a:r>
                        <a:rPr sz="1000" spc="-35" dirty="0">
                          <a:latin typeface="Times New Roman"/>
                          <a:cs typeface="Times New Roman"/>
                        </a:rPr>
                        <a:t> </a:t>
                      </a:r>
                      <a:r>
                        <a:rPr sz="1000" dirty="0">
                          <a:latin typeface="Times New Roman"/>
                          <a:cs typeface="Times New Roman"/>
                        </a:rPr>
                        <a:t>aids</a:t>
                      </a:r>
                      <a:r>
                        <a:rPr sz="1000" spc="-5" dirty="0">
                          <a:latin typeface="Times New Roman"/>
                          <a:cs typeface="Times New Roman"/>
                        </a:rPr>
                        <a:t> </a:t>
                      </a:r>
                      <a:r>
                        <a:rPr sz="1000" dirty="0">
                          <a:latin typeface="Times New Roman"/>
                          <a:cs typeface="Times New Roman"/>
                        </a:rPr>
                        <a:t>to</a:t>
                      </a:r>
                      <a:r>
                        <a:rPr sz="1000" spc="-35" dirty="0">
                          <a:latin typeface="Times New Roman"/>
                          <a:cs typeface="Times New Roman"/>
                        </a:rPr>
                        <a:t> </a:t>
                      </a:r>
                      <a:r>
                        <a:rPr sz="1000" dirty="0">
                          <a:latin typeface="Times New Roman"/>
                          <a:cs typeface="Times New Roman"/>
                        </a:rPr>
                        <a:t>support</a:t>
                      </a:r>
                      <a:r>
                        <a:rPr sz="1000" spc="-15" dirty="0">
                          <a:latin typeface="Times New Roman"/>
                          <a:cs typeface="Times New Roman"/>
                        </a:rPr>
                        <a:t> </a:t>
                      </a:r>
                      <a:r>
                        <a:rPr sz="1000" dirty="0">
                          <a:latin typeface="Times New Roman"/>
                          <a:cs typeface="Times New Roman"/>
                        </a:rPr>
                        <a:t>cyber </a:t>
                      </a:r>
                      <a:r>
                        <a:rPr sz="1000" spc="-10" dirty="0">
                          <a:latin typeface="Times New Roman"/>
                          <a:cs typeface="Times New Roman"/>
                        </a:rPr>
                        <a:t>action </a:t>
                      </a:r>
                      <a:r>
                        <a:rPr sz="1000" dirty="0">
                          <a:latin typeface="Times New Roman"/>
                          <a:cs typeface="Times New Roman"/>
                        </a:rPr>
                        <a:t>execution</a:t>
                      </a:r>
                      <a:r>
                        <a:rPr sz="1000" spc="-40"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ensure critical</a:t>
                      </a:r>
                      <a:r>
                        <a:rPr sz="1000" spc="5" dirty="0">
                          <a:latin typeface="Times New Roman"/>
                          <a:cs typeface="Times New Roman"/>
                        </a:rPr>
                        <a:t> </a:t>
                      </a:r>
                      <a:r>
                        <a:rPr sz="1000" dirty="0">
                          <a:latin typeface="Times New Roman"/>
                          <a:cs typeface="Times New Roman"/>
                        </a:rPr>
                        <a:t>knowledge</a:t>
                      </a:r>
                      <a:r>
                        <a:rPr sz="1000" spc="-25" dirty="0">
                          <a:latin typeface="Times New Roman"/>
                          <a:cs typeface="Times New Roman"/>
                        </a:rPr>
                        <a:t> </a:t>
                      </a:r>
                      <a:r>
                        <a:rPr sz="1000" dirty="0">
                          <a:latin typeface="Times New Roman"/>
                          <a:cs typeface="Times New Roman"/>
                        </a:rPr>
                        <a:t>sharing.</a:t>
                      </a:r>
                      <a:r>
                        <a:rPr sz="1000" spc="275" dirty="0">
                          <a:latin typeface="Times New Roman"/>
                          <a:cs typeface="Times New Roman"/>
                        </a:rPr>
                        <a:t> </a:t>
                      </a:r>
                      <a:r>
                        <a:rPr sz="1000" spc="-10" dirty="0">
                          <a:latin typeface="Times New Roman"/>
                          <a:cs typeface="Times New Roman"/>
                        </a:rPr>
                        <a:t>Provides </a:t>
                      </a:r>
                      <a:r>
                        <a:rPr sz="1000" dirty="0">
                          <a:latin typeface="Times New Roman"/>
                          <a:cs typeface="Times New Roman"/>
                        </a:rPr>
                        <a:t>subject</a:t>
                      </a:r>
                      <a:r>
                        <a:rPr sz="1000" spc="5" dirty="0">
                          <a:latin typeface="Times New Roman"/>
                          <a:cs typeface="Times New Roman"/>
                        </a:rPr>
                        <a:t> </a:t>
                      </a:r>
                      <a:r>
                        <a:rPr sz="1000" dirty="0">
                          <a:latin typeface="Times New Roman"/>
                          <a:cs typeface="Times New Roman"/>
                        </a:rPr>
                        <a:t>matter</a:t>
                      </a:r>
                      <a:r>
                        <a:rPr sz="1000" spc="20" dirty="0">
                          <a:latin typeface="Times New Roman"/>
                          <a:cs typeface="Times New Roman"/>
                        </a:rPr>
                        <a:t> </a:t>
                      </a:r>
                      <a:r>
                        <a:rPr sz="1000" dirty="0">
                          <a:latin typeface="Times New Roman"/>
                          <a:cs typeface="Times New Roman"/>
                        </a:rPr>
                        <a:t>expertise</a:t>
                      </a:r>
                      <a:r>
                        <a:rPr sz="1000" spc="-25" dirty="0">
                          <a:latin typeface="Times New Roman"/>
                          <a:cs typeface="Times New Roman"/>
                        </a:rPr>
                        <a:t> </a:t>
                      </a:r>
                      <a:r>
                        <a:rPr sz="1000" dirty="0">
                          <a:latin typeface="Times New Roman"/>
                          <a:cs typeface="Times New Roman"/>
                        </a:rPr>
                        <a:t>in</a:t>
                      </a:r>
                      <a:r>
                        <a:rPr sz="1000" spc="-15" dirty="0">
                          <a:latin typeface="Times New Roman"/>
                          <a:cs typeface="Times New Roman"/>
                        </a:rPr>
                        <a:t> </a:t>
                      </a:r>
                      <a:r>
                        <a:rPr sz="1000" dirty="0">
                          <a:latin typeface="Times New Roman"/>
                          <a:cs typeface="Times New Roman"/>
                        </a:rPr>
                        <a:t>foreign</a:t>
                      </a:r>
                      <a:r>
                        <a:rPr sz="1000" spc="-40" dirty="0">
                          <a:latin typeface="Times New Roman"/>
                          <a:cs typeface="Times New Roman"/>
                        </a:rPr>
                        <a:t> </a:t>
                      </a:r>
                      <a:r>
                        <a:rPr sz="1000" dirty="0">
                          <a:latin typeface="Times New Roman"/>
                          <a:cs typeface="Times New Roman"/>
                        </a:rPr>
                        <a:t>language-intensive</a:t>
                      </a:r>
                      <a:r>
                        <a:rPr sz="1000" spc="5" dirty="0">
                          <a:latin typeface="Times New Roman"/>
                          <a:cs typeface="Times New Roman"/>
                        </a:rPr>
                        <a:t> </a:t>
                      </a:r>
                      <a:r>
                        <a:rPr sz="1000" spc="-25" dirty="0">
                          <a:latin typeface="Times New Roman"/>
                          <a:cs typeface="Times New Roman"/>
                        </a:rPr>
                        <a:t>or </a:t>
                      </a:r>
                      <a:r>
                        <a:rPr sz="1000" dirty="0">
                          <a:latin typeface="Times New Roman"/>
                          <a:cs typeface="Times New Roman"/>
                        </a:rPr>
                        <a:t>interdisciplinary</a:t>
                      </a:r>
                      <a:r>
                        <a:rPr sz="1000" spc="-50" dirty="0">
                          <a:latin typeface="Times New Roman"/>
                          <a:cs typeface="Times New Roman"/>
                        </a:rPr>
                        <a:t> </a:t>
                      </a:r>
                      <a:r>
                        <a:rPr sz="1000" spc="-10" dirty="0">
                          <a:latin typeface="Times New Roman"/>
                          <a:cs typeface="Times New Roman"/>
                        </a:rPr>
                        <a:t>projects.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227044">
                <a:tc rowSpan="3">
                  <a:txBody>
                    <a:bodyPr/>
                    <a:lstStyle/>
                    <a:p>
                      <a:pPr marL="69850">
                        <a:lnSpc>
                          <a:spcPts val="1270"/>
                        </a:lnSpc>
                      </a:pPr>
                      <a:r>
                        <a:rPr sz="1000" dirty="0">
                          <a:latin typeface="Times New Roman"/>
                          <a:cs typeface="Times New Roman"/>
                        </a:rPr>
                        <a:t>Collect</a:t>
                      </a:r>
                      <a:r>
                        <a:rPr sz="1000" spc="-50" dirty="0">
                          <a:latin typeface="Times New Roman"/>
                          <a:cs typeface="Times New Roman"/>
                        </a:rPr>
                        <a:t> </a:t>
                      </a:r>
                      <a:r>
                        <a:rPr sz="1000" spc="-25" dirty="0">
                          <a:latin typeface="Times New Roman"/>
                          <a:cs typeface="Times New Roman"/>
                        </a:rPr>
                        <a:t>and</a:t>
                      </a:r>
                      <a:endParaRPr sz="1000">
                        <a:latin typeface="Times New Roman"/>
                        <a:cs typeface="Times New Roman"/>
                      </a:endParaRPr>
                    </a:p>
                    <a:p>
                      <a:pPr marL="69850">
                        <a:lnSpc>
                          <a:spcPct val="100000"/>
                        </a:lnSpc>
                        <a:spcBef>
                          <a:spcPts val="30"/>
                        </a:spcBef>
                      </a:pPr>
                      <a:r>
                        <a:rPr sz="1000" spc="-10" dirty="0">
                          <a:latin typeface="Times New Roman"/>
                          <a:cs typeface="Times New Roman"/>
                        </a:rPr>
                        <a:t>Operate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0"/>
                        </a:lnSpc>
                      </a:pPr>
                      <a:r>
                        <a:rPr sz="1000" spc="-10" dirty="0">
                          <a:latin typeface="Times New Roman"/>
                          <a:cs typeface="Times New Roman"/>
                        </a:rPr>
                        <a:t>Collection</a:t>
                      </a:r>
                      <a:endParaRPr sz="1000">
                        <a:latin typeface="Times New Roman"/>
                        <a:cs typeface="Times New Roman"/>
                      </a:endParaRPr>
                    </a:p>
                    <a:p>
                      <a:pPr marL="66675">
                        <a:lnSpc>
                          <a:spcPct val="100000"/>
                        </a:lnSpc>
                        <a:spcBef>
                          <a:spcPts val="30"/>
                        </a:spcBef>
                      </a:pPr>
                      <a:r>
                        <a:rPr sz="1000" spc="-10" dirty="0">
                          <a:latin typeface="Times New Roman"/>
                          <a:cs typeface="Times New Roman"/>
                        </a:rPr>
                        <a:t>Operations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All</a:t>
                      </a:r>
                      <a:r>
                        <a:rPr sz="1000" spc="15" dirty="0">
                          <a:latin typeface="Times New Roman"/>
                          <a:cs typeface="Times New Roman"/>
                        </a:rPr>
                        <a:t> </a:t>
                      </a:r>
                      <a:r>
                        <a:rPr sz="1000" spc="-10" dirty="0">
                          <a:latin typeface="Times New Roman"/>
                          <a:cs typeface="Times New Roman"/>
                        </a:rPr>
                        <a:t>Source-Collection</a:t>
                      </a:r>
                      <a:endParaRPr sz="1000">
                        <a:latin typeface="Times New Roman"/>
                        <a:cs typeface="Times New Roman"/>
                      </a:endParaRPr>
                    </a:p>
                    <a:p>
                      <a:pPr marL="69215">
                        <a:lnSpc>
                          <a:spcPct val="100000"/>
                        </a:lnSpc>
                        <a:spcBef>
                          <a:spcPts val="30"/>
                        </a:spcBef>
                      </a:pPr>
                      <a:r>
                        <a:rPr sz="1000" spc="-10" dirty="0">
                          <a:latin typeface="Times New Roman"/>
                          <a:cs typeface="Times New Roman"/>
                        </a:rPr>
                        <a:t>Manager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311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Identifies</a:t>
                      </a:r>
                      <a:r>
                        <a:rPr sz="1000" spc="5" dirty="0">
                          <a:latin typeface="Times New Roman"/>
                          <a:cs typeface="Times New Roman"/>
                        </a:rPr>
                        <a:t> </a:t>
                      </a:r>
                      <a:r>
                        <a:rPr sz="1000" dirty="0">
                          <a:latin typeface="Times New Roman"/>
                          <a:cs typeface="Times New Roman"/>
                        </a:rPr>
                        <a:t>collection</a:t>
                      </a:r>
                      <a:r>
                        <a:rPr sz="1000" spc="-45" dirty="0">
                          <a:latin typeface="Times New Roman"/>
                          <a:cs typeface="Times New Roman"/>
                        </a:rPr>
                        <a:t> </a:t>
                      </a:r>
                      <a:r>
                        <a:rPr sz="1000" dirty="0">
                          <a:latin typeface="Times New Roman"/>
                          <a:cs typeface="Times New Roman"/>
                        </a:rPr>
                        <a:t>authorities</a:t>
                      </a:r>
                      <a:r>
                        <a:rPr sz="1000" spc="-10" dirty="0">
                          <a:latin typeface="Times New Roman"/>
                          <a:cs typeface="Times New Roman"/>
                        </a:rPr>
                        <a:t> </a:t>
                      </a:r>
                      <a:r>
                        <a:rPr sz="1000" dirty="0">
                          <a:latin typeface="Times New Roman"/>
                          <a:cs typeface="Times New Roman"/>
                        </a:rPr>
                        <a:t>and</a:t>
                      </a:r>
                      <a:r>
                        <a:rPr sz="1000" spc="-20" dirty="0">
                          <a:latin typeface="Times New Roman"/>
                          <a:cs typeface="Times New Roman"/>
                        </a:rPr>
                        <a:t> </a:t>
                      </a:r>
                      <a:r>
                        <a:rPr sz="1000" spc="-10" dirty="0">
                          <a:latin typeface="Times New Roman"/>
                          <a:cs typeface="Times New Roman"/>
                        </a:rPr>
                        <a:t>environment;</a:t>
                      </a:r>
                      <a:endParaRPr sz="1000">
                        <a:latin typeface="Times New Roman"/>
                        <a:cs typeface="Times New Roman"/>
                      </a:endParaRPr>
                    </a:p>
                    <a:p>
                      <a:pPr marL="66675">
                        <a:lnSpc>
                          <a:spcPct val="100000"/>
                        </a:lnSpc>
                        <a:spcBef>
                          <a:spcPts val="30"/>
                        </a:spcBef>
                      </a:pPr>
                      <a:r>
                        <a:rPr sz="1000" dirty="0">
                          <a:latin typeface="Times New Roman"/>
                          <a:cs typeface="Times New Roman"/>
                        </a:rPr>
                        <a:t>incorporates</a:t>
                      </a:r>
                      <a:r>
                        <a:rPr sz="1000" spc="-5" dirty="0">
                          <a:latin typeface="Times New Roman"/>
                          <a:cs typeface="Times New Roman"/>
                        </a:rPr>
                        <a:t> </a:t>
                      </a:r>
                      <a:r>
                        <a:rPr sz="1000" dirty="0">
                          <a:latin typeface="Times New Roman"/>
                          <a:cs typeface="Times New Roman"/>
                        </a:rPr>
                        <a:t>priority</a:t>
                      </a:r>
                      <a:r>
                        <a:rPr sz="1000" spc="-30" dirty="0">
                          <a:latin typeface="Times New Roman"/>
                          <a:cs typeface="Times New Roman"/>
                        </a:rPr>
                        <a:t> </a:t>
                      </a:r>
                      <a:r>
                        <a:rPr sz="1000" dirty="0">
                          <a:latin typeface="Times New Roman"/>
                          <a:cs typeface="Times New Roman"/>
                        </a:rPr>
                        <a:t>information</a:t>
                      </a:r>
                      <a:r>
                        <a:rPr sz="1000" spc="-50" dirty="0">
                          <a:latin typeface="Times New Roman"/>
                          <a:cs typeface="Times New Roman"/>
                        </a:rPr>
                        <a:t> </a:t>
                      </a:r>
                      <a:r>
                        <a:rPr sz="1000" dirty="0">
                          <a:latin typeface="Times New Roman"/>
                          <a:cs typeface="Times New Roman"/>
                        </a:rPr>
                        <a:t>requirements</a:t>
                      </a:r>
                      <a:r>
                        <a:rPr sz="1000" spc="-25" dirty="0">
                          <a:latin typeface="Times New Roman"/>
                          <a:cs typeface="Times New Roman"/>
                        </a:rPr>
                        <a:t> </a:t>
                      </a:r>
                      <a:r>
                        <a:rPr sz="1000" spc="-20" dirty="0">
                          <a:latin typeface="Times New Roman"/>
                          <a:cs typeface="Times New Roman"/>
                        </a:rPr>
                        <a:t>into</a:t>
                      </a:r>
                      <a:endParaRPr sz="1000">
                        <a:latin typeface="Times New Roman"/>
                        <a:cs typeface="Times New Roman"/>
                      </a:endParaRPr>
                    </a:p>
                    <a:p>
                      <a:pPr marL="66675" marR="156845">
                        <a:lnSpc>
                          <a:spcPct val="103099"/>
                        </a:lnSpc>
                        <a:spcBef>
                          <a:spcPts val="15"/>
                        </a:spcBef>
                      </a:pPr>
                      <a:r>
                        <a:rPr sz="1000" dirty="0">
                          <a:latin typeface="Times New Roman"/>
                          <a:cs typeface="Times New Roman"/>
                        </a:rPr>
                        <a:t>collection</a:t>
                      </a:r>
                      <a:r>
                        <a:rPr sz="1000" spc="-30" dirty="0">
                          <a:latin typeface="Times New Roman"/>
                          <a:cs typeface="Times New Roman"/>
                        </a:rPr>
                        <a:t> </a:t>
                      </a:r>
                      <a:r>
                        <a:rPr sz="1000" dirty="0">
                          <a:latin typeface="Times New Roman"/>
                          <a:cs typeface="Times New Roman"/>
                        </a:rPr>
                        <a:t>management;</a:t>
                      </a:r>
                      <a:r>
                        <a:rPr sz="1000" spc="-10" dirty="0">
                          <a:latin typeface="Times New Roman"/>
                          <a:cs typeface="Times New Roman"/>
                        </a:rPr>
                        <a:t> </a:t>
                      </a:r>
                      <a:r>
                        <a:rPr sz="1000" dirty="0">
                          <a:latin typeface="Times New Roman"/>
                          <a:cs typeface="Times New Roman"/>
                        </a:rPr>
                        <a:t>develops</a:t>
                      </a:r>
                      <a:r>
                        <a:rPr sz="1000" spc="-5" dirty="0">
                          <a:latin typeface="Times New Roman"/>
                          <a:cs typeface="Times New Roman"/>
                        </a:rPr>
                        <a:t> </a:t>
                      </a:r>
                      <a:r>
                        <a:rPr sz="1000" dirty="0">
                          <a:latin typeface="Times New Roman"/>
                          <a:cs typeface="Times New Roman"/>
                        </a:rPr>
                        <a:t>concepts</a:t>
                      </a:r>
                      <a:r>
                        <a:rPr sz="1000" spc="-25" dirty="0">
                          <a:latin typeface="Times New Roman"/>
                          <a:cs typeface="Times New Roman"/>
                        </a:rPr>
                        <a:t> </a:t>
                      </a:r>
                      <a:r>
                        <a:rPr sz="1000" dirty="0">
                          <a:latin typeface="Times New Roman"/>
                          <a:cs typeface="Times New Roman"/>
                        </a:rPr>
                        <a:t>to</a:t>
                      </a:r>
                      <a:r>
                        <a:rPr sz="1000" spc="-25" dirty="0">
                          <a:latin typeface="Times New Roman"/>
                          <a:cs typeface="Times New Roman"/>
                        </a:rPr>
                        <a:t> </a:t>
                      </a:r>
                      <a:r>
                        <a:rPr sz="1000" spc="-20" dirty="0">
                          <a:latin typeface="Times New Roman"/>
                          <a:cs typeface="Times New Roman"/>
                        </a:rPr>
                        <a:t>meet </a:t>
                      </a:r>
                      <a:r>
                        <a:rPr sz="1000" dirty="0">
                          <a:latin typeface="Times New Roman"/>
                          <a:cs typeface="Times New Roman"/>
                        </a:rPr>
                        <a:t>leadership's</a:t>
                      </a:r>
                      <a:r>
                        <a:rPr sz="1000" spc="-25" dirty="0">
                          <a:latin typeface="Times New Roman"/>
                          <a:cs typeface="Times New Roman"/>
                        </a:rPr>
                        <a:t> </a:t>
                      </a:r>
                      <a:r>
                        <a:rPr sz="1000" dirty="0">
                          <a:latin typeface="Times New Roman"/>
                          <a:cs typeface="Times New Roman"/>
                        </a:rPr>
                        <a:t>intent.</a:t>
                      </a:r>
                      <a:r>
                        <a:rPr sz="1000" spc="-25" dirty="0">
                          <a:latin typeface="Times New Roman"/>
                          <a:cs typeface="Times New Roman"/>
                        </a:rPr>
                        <a:t> </a:t>
                      </a:r>
                      <a:r>
                        <a:rPr sz="1000" dirty="0">
                          <a:latin typeface="Times New Roman"/>
                          <a:cs typeface="Times New Roman"/>
                        </a:rPr>
                        <a:t>Determines</a:t>
                      </a:r>
                      <a:r>
                        <a:rPr sz="1000" spc="-20" dirty="0">
                          <a:latin typeface="Times New Roman"/>
                          <a:cs typeface="Times New Roman"/>
                        </a:rPr>
                        <a:t> </a:t>
                      </a:r>
                      <a:r>
                        <a:rPr sz="1000" dirty="0">
                          <a:latin typeface="Times New Roman"/>
                          <a:cs typeface="Times New Roman"/>
                        </a:rPr>
                        <a:t>capabilities</a:t>
                      </a:r>
                      <a:r>
                        <a:rPr sz="1000" spc="-5" dirty="0">
                          <a:latin typeface="Times New Roman"/>
                          <a:cs typeface="Times New Roman"/>
                        </a:rPr>
                        <a:t> </a:t>
                      </a:r>
                      <a:r>
                        <a:rPr sz="1000" dirty="0">
                          <a:latin typeface="Times New Roman"/>
                          <a:cs typeface="Times New Roman"/>
                        </a:rPr>
                        <a:t>of</a:t>
                      </a:r>
                      <a:r>
                        <a:rPr sz="1000" spc="-40" dirty="0">
                          <a:latin typeface="Times New Roman"/>
                          <a:cs typeface="Times New Roman"/>
                        </a:rPr>
                        <a:t> </a:t>
                      </a:r>
                      <a:r>
                        <a:rPr sz="1000" spc="-10" dirty="0">
                          <a:latin typeface="Times New Roman"/>
                          <a:cs typeface="Times New Roman"/>
                        </a:rPr>
                        <a:t>available </a:t>
                      </a:r>
                      <a:r>
                        <a:rPr sz="1000" dirty="0">
                          <a:latin typeface="Times New Roman"/>
                          <a:cs typeface="Times New Roman"/>
                        </a:rPr>
                        <a:t>collection</a:t>
                      </a:r>
                      <a:r>
                        <a:rPr sz="1000" spc="-45" dirty="0">
                          <a:latin typeface="Times New Roman"/>
                          <a:cs typeface="Times New Roman"/>
                        </a:rPr>
                        <a:t> </a:t>
                      </a:r>
                      <a:r>
                        <a:rPr sz="1000" dirty="0">
                          <a:latin typeface="Times New Roman"/>
                          <a:cs typeface="Times New Roman"/>
                        </a:rPr>
                        <a:t>assets,</a:t>
                      </a:r>
                      <a:r>
                        <a:rPr sz="1000" spc="-15" dirty="0">
                          <a:latin typeface="Times New Roman"/>
                          <a:cs typeface="Times New Roman"/>
                        </a:rPr>
                        <a:t> </a:t>
                      </a:r>
                      <a:r>
                        <a:rPr sz="1000" dirty="0">
                          <a:latin typeface="Times New Roman"/>
                          <a:cs typeface="Times New Roman"/>
                        </a:rPr>
                        <a:t>identifies</a:t>
                      </a:r>
                      <a:r>
                        <a:rPr sz="1000" spc="5" dirty="0">
                          <a:latin typeface="Times New Roman"/>
                          <a:cs typeface="Times New Roman"/>
                        </a:rPr>
                        <a:t> </a:t>
                      </a:r>
                      <a:r>
                        <a:rPr sz="1000" dirty="0">
                          <a:latin typeface="Times New Roman"/>
                          <a:cs typeface="Times New Roman"/>
                        </a:rPr>
                        <a:t>new</a:t>
                      </a:r>
                      <a:r>
                        <a:rPr sz="1000" spc="-10" dirty="0">
                          <a:latin typeface="Times New Roman"/>
                          <a:cs typeface="Times New Roman"/>
                        </a:rPr>
                        <a:t> </a:t>
                      </a:r>
                      <a:r>
                        <a:rPr sz="1000" dirty="0">
                          <a:latin typeface="Times New Roman"/>
                          <a:cs typeface="Times New Roman"/>
                        </a:rPr>
                        <a:t>collection</a:t>
                      </a:r>
                      <a:r>
                        <a:rPr sz="1000" spc="-40" dirty="0">
                          <a:latin typeface="Times New Roman"/>
                          <a:cs typeface="Times New Roman"/>
                        </a:rPr>
                        <a:t> </a:t>
                      </a:r>
                      <a:r>
                        <a:rPr sz="1000" dirty="0">
                          <a:latin typeface="Times New Roman"/>
                          <a:cs typeface="Times New Roman"/>
                        </a:rPr>
                        <a:t>capabilities;</a:t>
                      </a:r>
                      <a:r>
                        <a:rPr sz="1000" spc="-25" dirty="0">
                          <a:latin typeface="Times New Roman"/>
                          <a:cs typeface="Times New Roman"/>
                        </a:rPr>
                        <a:t> and </a:t>
                      </a:r>
                      <a:r>
                        <a:rPr sz="1000" dirty="0">
                          <a:latin typeface="Times New Roman"/>
                          <a:cs typeface="Times New Roman"/>
                        </a:rPr>
                        <a:t>constructs</a:t>
                      </a:r>
                      <a:r>
                        <a:rPr sz="1000" spc="-20" dirty="0">
                          <a:latin typeface="Times New Roman"/>
                          <a:cs typeface="Times New Roman"/>
                        </a:rPr>
                        <a:t> </a:t>
                      </a:r>
                      <a:r>
                        <a:rPr sz="1000" dirty="0">
                          <a:latin typeface="Times New Roman"/>
                          <a:cs typeface="Times New Roman"/>
                        </a:rPr>
                        <a:t>and</a:t>
                      </a:r>
                      <a:r>
                        <a:rPr sz="1000" spc="-20" dirty="0">
                          <a:latin typeface="Times New Roman"/>
                          <a:cs typeface="Times New Roman"/>
                        </a:rPr>
                        <a:t> </a:t>
                      </a:r>
                      <a:r>
                        <a:rPr sz="1000" dirty="0">
                          <a:latin typeface="Times New Roman"/>
                          <a:cs typeface="Times New Roman"/>
                        </a:rPr>
                        <a:t>disseminates</a:t>
                      </a:r>
                      <a:r>
                        <a:rPr sz="1000" spc="-15" dirty="0">
                          <a:latin typeface="Times New Roman"/>
                          <a:cs typeface="Times New Roman"/>
                        </a:rPr>
                        <a:t> </a:t>
                      </a:r>
                      <a:r>
                        <a:rPr sz="1000" dirty="0">
                          <a:latin typeface="Times New Roman"/>
                          <a:cs typeface="Times New Roman"/>
                        </a:rPr>
                        <a:t>collection</a:t>
                      </a:r>
                      <a:r>
                        <a:rPr sz="1000" spc="-20" dirty="0">
                          <a:latin typeface="Times New Roman"/>
                          <a:cs typeface="Times New Roman"/>
                        </a:rPr>
                        <a:t> </a:t>
                      </a:r>
                      <a:r>
                        <a:rPr sz="1000" dirty="0">
                          <a:latin typeface="Times New Roman"/>
                          <a:cs typeface="Times New Roman"/>
                        </a:rPr>
                        <a:t>plans.</a:t>
                      </a:r>
                      <a:r>
                        <a:rPr sz="1000" spc="245" dirty="0">
                          <a:latin typeface="Times New Roman"/>
                          <a:cs typeface="Times New Roman"/>
                        </a:rPr>
                        <a:t> </a:t>
                      </a:r>
                      <a:r>
                        <a:rPr sz="1000" spc="-10" dirty="0">
                          <a:latin typeface="Times New Roman"/>
                          <a:cs typeface="Times New Roman"/>
                        </a:rPr>
                        <a:t>Monitors </a:t>
                      </a:r>
                      <a:r>
                        <a:rPr sz="1000" dirty="0">
                          <a:latin typeface="Times New Roman"/>
                          <a:cs typeface="Times New Roman"/>
                        </a:rPr>
                        <a:t>execution</a:t>
                      </a:r>
                      <a:r>
                        <a:rPr sz="1000" spc="-5" dirty="0">
                          <a:latin typeface="Times New Roman"/>
                          <a:cs typeface="Times New Roman"/>
                        </a:rPr>
                        <a:t> </a:t>
                      </a:r>
                      <a:r>
                        <a:rPr sz="1000" dirty="0">
                          <a:latin typeface="Times New Roman"/>
                          <a:cs typeface="Times New Roman"/>
                        </a:rPr>
                        <a:t>of</a:t>
                      </a:r>
                      <a:r>
                        <a:rPr sz="1000" spc="-15" dirty="0">
                          <a:latin typeface="Times New Roman"/>
                          <a:cs typeface="Times New Roman"/>
                        </a:rPr>
                        <a:t> </a:t>
                      </a:r>
                      <a:r>
                        <a:rPr sz="1000" dirty="0">
                          <a:latin typeface="Times New Roman"/>
                          <a:cs typeface="Times New Roman"/>
                        </a:rPr>
                        <a:t>tasked</a:t>
                      </a:r>
                      <a:r>
                        <a:rPr sz="1000" spc="-5" dirty="0">
                          <a:latin typeface="Times New Roman"/>
                          <a:cs typeface="Times New Roman"/>
                        </a:rPr>
                        <a:t> </a:t>
                      </a:r>
                      <a:r>
                        <a:rPr sz="1000" dirty="0">
                          <a:latin typeface="Times New Roman"/>
                          <a:cs typeface="Times New Roman"/>
                        </a:rPr>
                        <a:t>collection</a:t>
                      </a:r>
                      <a:r>
                        <a:rPr sz="1000" spc="-5" dirty="0">
                          <a:latin typeface="Times New Roman"/>
                          <a:cs typeface="Times New Roman"/>
                        </a:rPr>
                        <a:t> </a:t>
                      </a:r>
                      <a:r>
                        <a:rPr sz="1000" dirty="0">
                          <a:latin typeface="Times New Roman"/>
                          <a:cs typeface="Times New Roman"/>
                        </a:rPr>
                        <a:t>to</a:t>
                      </a:r>
                      <a:r>
                        <a:rPr sz="1000" spc="-30" dirty="0">
                          <a:latin typeface="Times New Roman"/>
                          <a:cs typeface="Times New Roman"/>
                        </a:rPr>
                        <a:t> </a:t>
                      </a:r>
                      <a:r>
                        <a:rPr sz="1000" dirty="0">
                          <a:latin typeface="Times New Roman"/>
                          <a:cs typeface="Times New Roman"/>
                        </a:rPr>
                        <a:t>ensure</a:t>
                      </a:r>
                      <a:r>
                        <a:rPr sz="1000" spc="-10" dirty="0">
                          <a:latin typeface="Times New Roman"/>
                          <a:cs typeface="Times New Roman"/>
                        </a:rPr>
                        <a:t> </a:t>
                      </a:r>
                      <a:r>
                        <a:rPr sz="1000" dirty="0">
                          <a:latin typeface="Times New Roman"/>
                          <a:cs typeface="Times New Roman"/>
                        </a:rPr>
                        <a:t>effective</a:t>
                      </a:r>
                      <a:r>
                        <a:rPr sz="1000" spc="-10" dirty="0">
                          <a:latin typeface="Times New Roman"/>
                          <a:cs typeface="Times New Roman"/>
                        </a:rPr>
                        <a:t> execution </a:t>
                      </a:r>
                      <a:r>
                        <a:rPr sz="1000" dirty="0">
                          <a:latin typeface="Times New Roman"/>
                          <a:cs typeface="Times New Roman"/>
                        </a:rPr>
                        <a:t>of</a:t>
                      </a:r>
                      <a:r>
                        <a:rPr sz="1000" spc="-35" dirty="0">
                          <a:latin typeface="Times New Roman"/>
                          <a:cs typeface="Times New Roman"/>
                        </a:rPr>
                        <a:t> </a:t>
                      </a:r>
                      <a:r>
                        <a:rPr sz="1000" dirty="0">
                          <a:latin typeface="Times New Roman"/>
                          <a:cs typeface="Times New Roman"/>
                        </a:rPr>
                        <a:t>the</a:t>
                      </a:r>
                      <a:r>
                        <a:rPr sz="1000" spc="5" dirty="0">
                          <a:latin typeface="Times New Roman"/>
                          <a:cs typeface="Times New Roman"/>
                        </a:rPr>
                        <a:t> </a:t>
                      </a:r>
                      <a:r>
                        <a:rPr sz="1000" dirty="0">
                          <a:latin typeface="Times New Roman"/>
                          <a:cs typeface="Times New Roman"/>
                        </a:rPr>
                        <a:t>collection</a:t>
                      </a:r>
                      <a:r>
                        <a:rPr sz="1000" spc="-10" dirty="0">
                          <a:latin typeface="Times New Roman"/>
                          <a:cs typeface="Times New Roman"/>
                        </a:rPr>
                        <a:t> </a:t>
                      </a:r>
                      <a:r>
                        <a:rPr sz="1000" spc="-20" dirty="0">
                          <a:latin typeface="Times New Roman"/>
                          <a:cs typeface="Times New Roman"/>
                        </a:rPr>
                        <a:t>plan.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9222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All</a:t>
                      </a:r>
                      <a:r>
                        <a:rPr sz="1000" spc="15" dirty="0">
                          <a:latin typeface="Times New Roman"/>
                          <a:cs typeface="Times New Roman"/>
                        </a:rPr>
                        <a:t> </a:t>
                      </a:r>
                      <a:r>
                        <a:rPr sz="1000" spc="-10" dirty="0">
                          <a:latin typeface="Times New Roman"/>
                          <a:cs typeface="Times New Roman"/>
                        </a:rPr>
                        <a:t>Source-Collection</a:t>
                      </a:r>
                      <a:endParaRPr sz="1000">
                        <a:latin typeface="Times New Roman"/>
                        <a:cs typeface="Times New Roman"/>
                      </a:endParaRPr>
                    </a:p>
                    <a:p>
                      <a:pPr marL="69215">
                        <a:lnSpc>
                          <a:spcPct val="100000"/>
                        </a:lnSpc>
                        <a:spcBef>
                          <a:spcPts val="55"/>
                        </a:spcBef>
                      </a:pPr>
                      <a:r>
                        <a:rPr sz="1000" dirty="0">
                          <a:latin typeface="Times New Roman"/>
                          <a:cs typeface="Times New Roman"/>
                        </a:rPr>
                        <a:t>Requirements</a:t>
                      </a:r>
                      <a:r>
                        <a:rPr sz="1000" spc="-50" dirty="0">
                          <a:latin typeface="Times New Roman"/>
                          <a:cs typeface="Times New Roman"/>
                        </a:rPr>
                        <a:t> </a:t>
                      </a:r>
                      <a:r>
                        <a:rPr sz="1000" spc="-10" dirty="0">
                          <a:latin typeface="Times New Roman"/>
                          <a:cs typeface="Times New Roman"/>
                        </a:rPr>
                        <a:t>Manager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312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Evaluates collection</a:t>
                      </a:r>
                      <a:r>
                        <a:rPr sz="1000" spc="-25" dirty="0">
                          <a:latin typeface="Times New Roman"/>
                          <a:cs typeface="Times New Roman"/>
                        </a:rPr>
                        <a:t> </a:t>
                      </a:r>
                      <a:r>
                        <a:rPr sz="1000" dirty="0">
                          <a:latin typeface="Times New Roman"/>
                          <a:cs typeface="Times New Roman"/>
                        </a:rPr>
                        <a:t>operations</a:t>
                      </a:r>
                      <a:r>
                        <a:rPr sz="1000" spc="-20" dirty="0">
                          <a:latin typeface="Times New Roman"/>
                          <a:cs typeface="Times New Roman"/>
                        </a:rPr>
                        <a:t> </a:t>
                      </a:r>
                      <a:r>
                        <a:rPr sz="1000" dirty="0">
                          <a:latin typeface="Times New Roman"/>
                          <a:cs typeface="Times New Roman"/>
                        </a:rPr>
                        <a:t>and</a:t>
                      </a:r>
                      <a:r>
                        <a:rPr sz="1000" spc="-20" dirty="0">
                          <a:latin typeface="Times New Roman"/>
                          <a:cs typeface="Times New Roman"/>
                        </a:rPr>
                        <a:t> </a:t>
                      </a:r>
                      <a:r>
                        <a:rPr sz="1000" dirty="0">
                          <a:latin typeface="Times New Roman"/>
                          <a:cs typeface="Times New Roman"/>
                        </a:rPr>
                        <a:t>develops</a:t>
                      </a:r>
                      <a:r>
                        <a:rPr sz="1000" spc="-20" dirty="0">
                          <a:latin typeface="Times New Roman"/>
                          <a:cs typeface="Times New Roman"/>
                        </a:rPr>
                        <a:t> </a:t>
                      </a:r>
                      <a:r>
                        <a:rPr sz="1000" dirty="0">
                          <a:latin typeface="Times New Roman"/>
                          <a:cs typeface="Times New Roman"/>
                        </a:rPr>
                        <a:t>effects-</a:t>
                      </a:r>
                      <a:r>
                        <a:rPr sz="1000" spc="-10" dirty="0">
                          <a:latin typeface="Times New Roman"/>
                          <a:cs typeface="Times New Roman"/>
                        </a:rPr>
                        <a:t>based</a:t>
                      </a:r>
                      <a:endParaRPr sz="1000">
                        <a:latin typeface="Times New Roman"/>
                        <a:cs typeface="Times New Roman"/>
                      </a:endParaRPr>
                    </a:p>
                    <a:p>
                      <a:pPr marL="66675" marR="269240">
                        <a:lnSpc>
                          <a:spcPct val="103200"/>
                        </a:lnSpc>
                        <a:spcBef>
                          <a:spcPts val="15"/>
                        </a:spcBef>
                      </a:pPr>
                      <a:r>
                        <a:rPr sz="1000" dirty="0">
                          <a:latin typeface="Times New Roman"/>
                          <a:cs typeface="Times New Roman"/>
                        </a:rPr>
                        <a:t>collection</a:t>
                      </a:r>
                      <a:r>
                        <a:rPr sz="1000" spc="-40" dirty="0">
                          <a:latin typeface="Times New Roman"/>
                          <a:cs typeface="Times New Roman"/>
                        </a:rPr>
                        <a:t> </a:t>
                      </a:r>
                      <a:r>
                        <a:rPr sz="1000" dirty="0">
                          <a:latin typeface="Times New Roman"/>
                          <a:cs typeface="Times New Roman"/>
                        </a:rPr>
                        <a:t>requirements</a:t>
                      </a:r>
                      <a:r>
                        <a:rPr sz="1000" spc="-10" dirty="0">
                          <a:latin typeface="Times New Roman"/>
                          <a:cs typeface="Times New Roman"/>
                        </a:rPr>
                        <a:t> </a:t>
                      </a:r>
                      <a:r>
                        <a:rPr sz="1000" dirty="0">
                          <a:latin typeface="Times New Roman"/>
                          <a:cs typeface="Times New Roman"/>
                        </a:rPr>
                        <a:t>strategies</a:t>
                      </a:r>
                      <a:r>
                        <a:rPr sz="1000" spc="5" dirty="0">
                          <a:latin typeface="Times New Roman"/>
                          <a:cs typeface="Times New Roman"/>
                        </a:rPr>
                        <a:t> </a:t>
                      </a:r>
                      <a:r>
                        <a:rPr sz="1000" dirty="0">
                          <a:latin typeface="Times New Roman"/>
                          <a:cs typeface="Times New Roman"/>
                        </a:rPr>
                        <a:t>using</a:t>
                      </a:r>
                      <a:r>
                        <a:rPr sz="1000" spc="-35" dirty="0">
                          <a:latin typeface="Times New Roman"/>
                          <a:cs typeface="Times New Roman"/>
                        </a:rPr>
                        <a:t> </a:t>
                      </a:r>
                      <a:r>
                        <a:rPr sz="1000" dirty="0">
                          <a:latin typeface="Times New Roman"/>
                          <a:cs typeface="Times New Roman"/>
                        </a:rPr>
                        <a:t>available</a:t>
                      </a:r>
                      <a:r>
                        <a:rPr sz="1000" spc="-25" dirty="0">
                          <a:latin typeface="Times New Roman"/>
                          <a:cs typeface="Times New Roman"/>
                        </a:rPr>
                        <a:t> </a:t>
                      </a:r>
                      <a:r>
                        <a:rPr sz="1000" spc="-10" dirty="0">
                          <a:latin typeface="Times New Roman"/>
                          <a:cs typeface="Times New Roman"/>
                        </a:rPr>
                        <a:t>sources </a:t>
                      </a:r>
                      <a:r>
                        <a:rPr sz="1000" dirty="0">
                          <a:latin typeface="Times New Roman"/>
                          <a:cs typeface="Times New Roman"/>
                        </a:rPr>
                        <a:t>and</a:t>
                      </a:r>
                      <a:r>
                        <a:rPr sz="1000" spc="-15" dirty="0">
                          <a:latin typeface="Times New Roman"/>
                          <a:cs typeface="Times New Roman"/>
                        </a:rPr>
                        <a:t> </a:t>
                      </a:r>
                      <a:r>
                        <a:rPr sz="1000" dirty="0">
                          <a:latin typeface="Times New Roman"/>
                          <a:cs typeface="Times New Roman"/>
                        </a:rPr>
                        <a:t>methods</a:t>
                      </a:r>
                      <a:r>
                        <a:rPr sz="1000" spc="-10" dirty="0">
                          <a:latin typeface="Times New Roman"/>
                          <a:cs typeface="Times New Roman"/>
                        </a:rPr>
                        <a:t> </a:t>
                      </a:r>
                      <a:r>
                        <a:rPr sz="1000" dirty="0">
                          <a:latin typeface="Times New Roman"/>
                          <a:cs typeface="Times New Roman"/>
                        </a:rPr>
                        <a:t>to</a:t>
                      </a:r>
                      <a:r>
                        <a:rPr sz="1000" spc="-40" dirty="0">
                          <a:latin typeface="Times New Roman"/>
                          <a:cs typeface="Times New Roman"/>
                        </a:rPr>
                        <a:t> </a:t>
                      </a:r>
                      <a:r>
                        <a:rPr sz="1000" dirty="0">
                          <a:latin typeface="Times New Roman"/>
                          <a:cs typeface="Times New Roman"/>
                        </a:rPr>
                        <a:t>improve</a:t>
                      </a:r>
                      <a:r>
                        <a:rPr sz="1000" spc="-15" dirty="0">
                          <a:latin typeface="Times New Roman"/>
                          <a:cs typeface="Times New Roman"/>
                        </a:rPr>
                        <a:t> </a:t>
                      </a:r>
                      <a:r>
                        <a:rPr sz="1000" dirty="0">
                          <a:latin typeface="Times New Roman"/>
                          <a:cs typeface="Times New Roman"/>
                        </a:rPr>
                        <a:t>collection.</a:t>
                      </a:r>
                      <a:r>
                        <a:rPr sz="1000" spc="-5" dirty="0">
                          <a:latin typeface="Times New Roman"/>
                          <a:cs typeface="Times New Roman"/>
                        </a:rPr>
                        <a:t> </a:t>
                      </a:r>
                      <a:r>
                        <a:rPr sz="1000" dirty="0">
                          <a:latin typeface="Times New Roman"/>
                          <a:cs typeface="Times New Roman"/>
                        </a:rPr>
                        <a:t>Develops,</a:t>
                      </a:r>
                      <a:r>
                        <a:rPr sz="1000" spc="10" dirty="0">
                          <a:latin typeface="Times New Roman"/>
                          <a:cs typeface="Times New Roman"/>
                        </a:rPr>
                        <a:t> </a:t>
                      </a:r>
                      <a:r>
                        <a:rPr sz="1000" spc="-10" dirty="0">
                          <a:latin typeface="Times New Roman"/>
                          <a:cs typeface="Times New Roman"/>
                        </a:rPr>
                        <a:t>processes, </a:t>
                      </a:r>
                      <a:r>
                        <a:rPr sz="1000" dirty="0">
                          <a:latin typeface="Times New Roman"/>
                          <a:cs typeface="Times New Roman"/>
                        </a:rPr>
                        <a:t>validates,</a:t>
                      </a:r>
                      <a:r>
                        <a:rPr sz="1000" spc="-15"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coordinates</a:t>
                      </a:r>
                      <a:r>
                        <a:rPr sz="1000" spc="-10" dirty="0">
                          <a:latin typeface="Times New Roman"/>
                          <a:cs typeface="Times New Roman"/>
                        </a:rPr>
                        <a:t> </a:t>
                      </a:r>
                      <a:r>
                        <a:rPr sz="1000" dirty="0">
                          <a:latin typeface="Times New Roman"/>
                          <a:cs typeface="Times New Roman"/>
                        </a:rPr>
                        <a:t>submission</a:t>
                      </a:r>
                      <a:r>
                        <a:rPr sz="1000" spc="-20" dirty="0">
                          <a:latin typeface="Times New Roman"/>
                          <a:cs typeface="Times New Roman"/>
                        </a:rPr>
                        <a:t> </a:t>
                      </a:r>
                      <a:r>
                        <a:rPr sz="1000" dirty="0">
                          <a:latin typeface="Times New Roman"/>
                          <a:cs typeface="Times New Roman"/>
                        </a:rPr>
                        <a:t>of</a:t>
                      </a:r>
                      <a:r>
                        <a:rPr sz="1000" spc="-5" dirty="0">
                          <a:latin typeface="Times New Roman"/>
                          <a:cs typeface="Times New Roman"/>
                        </a:rPr>
                        <a:t> </a:t>
                      </a:r>
                      <a:r>
                        <a:rPr sz="1000" spc="-10" dirty="0">
                          <a:latin typeface="Times New Roman"/>
                          <a:cs typeface="Times New Roman"/>
                        </a:rPr>
                        <a:t>collection </a:t>
                      </a:r>
                      <a:r>
                        <a:rPr sz="1000" dirty="0">
                          <a:latin typeface="Times New Roman"/>
                          <a:cs typeface="Times New Roman"/>
                        </a:rPr>
                        <a:t>requirements.</a:t>
                      </a:r>
                      <a:r>
                        <a:rPr sz="1000" spc="-25" dirty="0">
                          <a:latin typeface="Times New Roman"/>
                          <a:cs typeface="Times New Roman"/>
                        </a:rPr>
                        <a:t> </a:t>
                      </a:r>
                      <a:r>
                        <a:rPr sz="1000" dirty="0">
                          <a:latin typeface="Times New Roman"/>
                          <a:cs typeface="Times New Roman"/>
                        </a:rPr>
                        <a:t>Evaluates performance</a:t>
                      </a:r>
                      <a:r>
                        <a:rPr sz="1000" spc="-15" dirty="0">
                          <a:latin typeface="Times New Roman"/>
                          <a:cs typeface="Times New Roman"/>
                        </a:rPr>
                        <a:t> </a:t>
                      </a:r>
                      <a:r>
                        <a:rPr sz="1000" dirty="0">
                          <a:latin typeface="Times New Roman"/>
                          <a:cs typeface="Times New Roman"/>
                        </a:rPr>
                        <a:t>of</a:t>
                      </a:r>
                      <a:r>
                        <a:rPr sz="1000" spc="-40" dirty="0">
                          <a:latin typeface="Times New Roman"/>
                          <a:cs typeface="Times New Roman"/>
                        </a:rPr>
                        <a:t> </a:t>
                      </a:r>
                      <a:r>
                        <a:rPr sz="1000" dirty="0">
                          <a:latin typeface="Times New Roman"/>
                          <a:cs typeface="Times New Roman"/>
                        </a:rPr>
                        <a:t>collection</a:t>
                      </a:r>
                      <a:r>
                        <a:rPr sz="1000" spc="-50" dirty="0">
                          <a:latin typeface="Times New Roman"/>
                          <a:cs typeface="Times New Roman"/>
                        </a:rPr>
                        <a:t> </a:t>
                      </a:r>
                      <a:r>
                        <a:rPr sz="1000" spc="-10" dirty="0">
                          <a:latin typeface="Times New Roman"/>
                          <a:cs typeface="Times New Roman"/>
                        </a:rPr>
                        <a:t>assets </a:t>
                      </a:r>
                      <a:r>
                        <a:rPr sz="1000" dirty="0">
                          <a:latin typeface="Times New Roman"/>
                          <a:cs typeface="Times New Roman"/>
                        </a:rPr>
                        <a:t>and</a:t>
                      </a:r>
                      <a:r>
                        <a:rPr sz="1000" spc="-30" dirty="0">
                          <a:latin typeface="Times New Roman"/>
                          <a:cs typeface="Times New Roman"/>
                        </a:rPr>
                        <a:t> </a:t>
                      </a:r>
                      <a:r>
                        <a:rPr sz="1000" dirty="0">
                          <a:latin typeface="Times New Roman"/>
                          <a:cs typeface="Times New Roman"/>
                        </a:rPr>
                        <a:t>collection </a:t>
                      </a:r>
                      <a:r>
                        <a:rPr sz="1000" spc="-10" dirty="0">
                          <a:latin typeface="Times New Roman"/>
                          <a:cs typeface="Times New Roman"/>
                        </a:rPr>
                        <a:t>operations.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075765">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Cyber</a:t>
                      </a:r>
                      <a:r>
                        <a:rPr sz="1000" spc="-35" dirty="0">
                          <a:latin typeface="Times New Roman"/>
                          <a:cs typeface="Times New Roman"/>
                        </a:rPr>
                        <a:t> </a:t>
                      </a:r>
                      <a:r>
                        <a:rPr sz="1000" spc="-10" dirty="0">
                          <a:latin typeface="Times New Roman"/>
                          <a:cs typeface="Times New Roman"/>
                        </a:rPr>
                        <a:t>Operational</a:t>
                      </a:r>
                      <a:endParaRPr sz="1000">
                        <a:latin typeface="Times New Roman"/>
                        <a:cs typeface="Times New Roman"/>
                      </a:endParaRPr>
                    </a:p>
                    <a:p>
                      <a:pPr marL="66675">
                        <a:lnSpc>
                          <a:spcPct val="100000"/>
                        </a:lnSpc>
                        <a:spcBef>
                          <a:spcPts val="55"/>
                        </a:spcBef>
                      </a:pPr>
                      <a:r>
                        <a:rPr sz="1000" spc="-10" dirty="0">
                          <a:latin typeface="Times New Roman"/>
                          <a:cs typeface="Times New Roman"/>
                        </a:rPr>
                        <a:t>Planning</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502920" algn="r">
                        <a:lnSpc>
                          <a:spcPts val="1270"/>
                        </a:lnSpc>
                      </a:pPr>
                      <a:r>
                        <a:rPr sz="1000" dirty="0">
                          <a:latin typeface="Times New Roman"/>
                          <a:cs typeface="Times New Roman"/>
                        </a:rPr>
                        <a:t>Cyber</a:t>
                      </a:r>
                      <a:r>
                        <a:rPr sz="1000" spc="-25" dirty="0">
                          <a:latin typeface="Times New Roman"/>
                          <a:cs typeface="Times New Roman"/>
                        </a:rPr>
                        <a:t> </a:t>
                      </a:r>
                      <a:r>
                        <a:rPr sz="1000" dirty="0">
                          <a:latin typeface="Times New Roman"/>
                          <a:cs typeface="Times New Roman"/>
                        </a:rPr>
                        <a:t>Intel</a:t>
                      </a:r>
                      <a:r>
                        <a:rPr sz="1000" spc="-10" dirty="0">
                          <a:latin typeface="Times New Roman"/>
                          <a:cs typeface="Times New Roman"/>
                        </a:rPr>
                        <a:t> Planner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331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Develops</a:t>
                      </a:r>
                      <a:r>
                        <a:rPr sz="1000" spc="5" dirty="0">
                          <a:latin typeface="Times New Roman"/>
                          <a:cs typeface="Times New Roman"/>
                        </a:rPr>
                        <a:t> </a:t>
                      </a:r>
                      <a:r>
                        <a:rPr sz="1000" dirty="0">
                          <a:latin typeface="Times New Roman"/>
                          <a:cs typeface="Times New Roman"/>
                        </a:rPr>
                        <a:t>detailed</a:t>
                      </a:r>
                      <a:r>
                        <a:rPr sz="1000" spc="-15" dirty="0">
                          <a:latin typeface="Times New Roman"/>
                          <a:cs typeface="Times New Roman"/>
                        </a:rPr>
                        <a:t> </a:t>
                      </a:r>
                      <a:r>
                        <a:rPr sz="1000" dirty="0">
                          <a:latin typeface="Times New Roman"/>
                          <a:cs typeface="Times New Roman"/>
                        </a:rPr>
                        <a:t>intelligence plans</a:t>
                      </a:r>
                      <a:r>
                        <a:rPr sz="1000" spc="-10" dirty="0">
                          <a:latin typeface="Times New Roman"/>
                          <a:cs typeface="Times New Roman"/>
                        </a:rPr>
                        <a:t> </a:t>
                      </a:r>
                      <a:r>
                        <a:rPr sz="1000" dirty="0">
                          <a:latin typeface="Times New Roman"/>
                          <a:cs typeface="Times New Roman"/>
                        </a:rPr>
                        <a:t>to</a:t>
                      </a:r>
                      <a:r>
                        <a:rPr sz="1000" spc="-40" dirty="0">
                          <a:latin typeface="Times New Roman"/>
                          <a:cs typeface="Times New Roman"/>
                        </a:rPr>
                        <a:t> </a:t>
                      </a:r>
                      <a:r>
                        <a:rPr sz="1000" dirty="0">
                          <a:latin typeface="Times New Roman"/>
                          <a:cs typeface="Times New Roman"/>
                        </a:rPr>
                        <a:t>satisfy</a:t>
                      </a:r>
                      <a:r>
                        <a:rPr sz="1000" spc="-40" dirty="0">
                          <a:latin typeface="Times New Roman"/>
                          <a:cs typeface="Times New Roman"/>
                        </a:rPr>
                        <a:t> </a:t>
                      </a:r>
                      <a:r>
                        <a:rPr sz="1000" spc="-20" dirty="0">
                          <a:latin typeface="Times New Roman"/>
                          <a:cs typeface="Times New Roman"/>
                        </a:rPr>
                        <a:t>cyber</a:t>
                      </a:r>
                      <a:endParaRPr sz="1000">
                        <a:latin typeface="Times New Roman"/>
                        <a:cs typeface="Times New Roman"/>
                      </a:endParaRPr>
                    </a:p>
                    <a:p>
                      <a:pPr marL="66675" marR="109855">
                        <a:lnSpc>
                          <a:spcPct val="103400"/>
                        </a:lnSpc>
                        <a:spcBef>
                          <a:spcPts val="10"/>
                        </a:spcBef>
                      </a:pPr>
                      <a:r>
                        <a:rPr sz="1000" dirty="0">
                          <a:latin typeface="Times New Roman"/>
                          <a:cs typeface="Times New Roman"/>
                        </a:rPr>
                        <a:t>operations</a:t>
                      </a:r>
                      <a:r>
                        <a:rPr sz="1000" spc="-20" dirty="0">
                          <a:latin typeface="Times New Roman"/>
                          <a:cs typeface="Times New Roman"/>
                        </a:rPr>
                        <a:t> </a:t>
                      </a:r>
                      <a:r>
                        <a:rPr sz="1000" dirty="0">
                          <a:latin typeface="Times New Roman"/>
                          <a:cs typeface="Times New Roman"/>
                        </a:rPr>
                        <a:t>requirements.</a:t>
                      </a:r>
                      <a:r>
                        <a:rPr sz="1000" spc="-20" dirty="0">
                          <a:latin typeface="Times New Roman"/>
                          <a:cs typeface="Times New Roman"/>
                        </a:rPr>
                        <a:t> </a:t>
                      </a:r>
                      <a:r>
                        <a:rPr sz="1000" dirty="0">
                          <a:latin typeface="Times New Roman"/>
                          <a:cs typeface="Times New Roman"/>
                        </a:rPr>
                        <a:t>Collaborates</a:t>
                      </a:r>
                      <a:r>
                        <a:rPr sz="1000" spc="-5" dirty="0">
                          <a:latin typeface="Times New Roman"/>
                          <a:cs typeface="Times New Roman"/>
                        </a:rPr>
                        <a:t> </a:t>
                      </a:r>
                      <a:r>
                        <a:rPr sz="1000" dirty="0">
                          <a:latin typeface="Times New Roman"/>
                          <a:cs typeface="Times New Roman"/>
                        </a:rPr>
                        <a:t>with</a:t>
                      </a:r>
                      <a:r>
                        <a:rPr sz="1000" spc="-45" dirty="0">
                          <a:latin typeface="Times New Roman"/>
                          <a:cs typeface="Times New Roman"/>
                        </a:rPr>
                        <a:t> </a:t>
                      </a:r>
                      <a:r>
                        <a:rPr sz="1000" dirty="0">
                          <a:latin typeface="Times New Roman"/>
                          <a:cs typeface="Times New Roman"/>
                        </a:rPr>
                        <a:t>cyber</a:t>
                      </a:r>
                      <a:r>
                        <a:rPr sz="1000" spc="-15" dirty="0">
                          <a:latin typeface="Times New Roman"/>
                          <a:cs typeface="Times New Roman"/>
                        </a:rPr>
                        <a:t> </a:t>
                      </a:r>
                      <a:r>
                        <a:rPr sz="1000" spc="-10" dirty="0">
                          <a:latin typeface="Times New Roman"/>
                          <a:cs typeface="Times New Roman"/>
                        </a:rPr>
                        <a:t>operations </a:t>
                      </a:r>
                      <a:r>
                        <a:rPr sz="1000" dirty="0">
                          <a:latin typeface="Times New Roman"/>
                          <a:cs typeface="Times New Roman"/>
                        </a:rPr>
                        <a:t>planners</a:t>
                      </a:r>
                      <a:r>
                        <a:rPr sz="1000" spc="-10" dirty="0">
                          <a:latin typeface="Times New Roman"/>
                          <a:cs typeface="Times New Roman"/>
                        </a:rPr>
                        <a:t> </a:t>
                      </a:r>
                      <a:r>
                        <a:rPr sz="1000" dirty="0">
                          <a:latin typeface="Times New Roman"/>
                          <a:cs typeface="Times New Roman"/>
                        </a:rPr>
                        <a:t>to</a:t>
                      </a:r>
                      <a:r>
                        <a:rPr sz="1000" spc="-15" dirty="0">
                          <a:latin typeface="Times New Roman"/>
                          <a:cs typeface="Times New Roman"/>
                        </a:rPr>
                        <a:t> </a:t>
                      </a:r>
                      <a:r>
                        <a:rPr sz="1000" dirty="0">
                          <a:latin typeface="Times New Roman"/>
                          <a:cs typeface="Times New Roman"/>
                        </a:rPr>
                        <a:t>identify,</a:t>
                      </a:r>
                      <a:r>
                        <a:rPr sz="1000" spc="5" dirty="0">
                          <a:latin typeface="Times New Roman"/>
                          <a:cs typeface="Times New Roman"/>
                        </a:rPr>
                        <a:t> </a:t>
                      </a:r>
                      <a:r>
                        <a:rPr sz="1000" dirty="0">
                          <a:latin typeface="Times New Roman"/>
                          <a:cs typeface="Times New Roman"/>
                        </a:rPr>
                        <a:t>validate,</a:t>
                      </a:r>
                      <a:r>
                        <a:rPr sz="1000" spc="-5"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levy</a:t>
                      </a:r>
                      <a:r>
                        <a:rPr sz="1000" spc="-40" dirty="0">
                          <a:latin typeface="Times New Roman"/>
                          <a:cs typeface="Times New Roman"/>
                        </a:rPr>
                        <a:t> </a:t>
                      </a:r>
                      <a:r>
                        <a:rPr sz="1000" dirty="0">
                          <a:latin typeface="Times New Roman"/>
                          <a:cs typeface="Times New Roman"/>
                        </a:rPr>
                        <a:t>requirements</a:t>
                      </a:r>
                      <a:r>
                        <a:rPr sz="1000" spc="-10" dirty="0">
                          <a:latin typeface="Times New Roman"/>
                          <a:cs typeface="Times New Roman"/>
                        </a:rPr>
                        <a:t> </a:t>
                      </a:r>
                      <a:r>
                        <a:rPr sz="1000" spc="-25" dirty="0">
                          <a:latin typeface="Times New Roman"/>
                          <a:cs typeface="Times New Roman"/>
                        </a:rPr>
                        <a:t>for </a:t>
                      </a:r>
                      <a:r>
                        <a:rPr sz="1000" dirty="0">
                          <a:latin typeface="Times New Roman"/>
                          <a:cs typeface="Times New Roman"/>
                        </a:rPr>
                        <a:t>collection</a:t>
                      </a:r>
                      <a:r>
                        <a:rPr sz="1000" spc="-35" dirty="0">
                          <a:latin typeface="Times New Roman"/>
                          <a:cs typeface="Times New Roman"/>
                        </a:rPr>
                        <a:t> </a:t>
                      </a:r>
                      <a:r>
                        <a:rPr sz="1000" dirty="0">
                          <a:latin typeface="Times New Roman"/>
                          <a:cs typeface="Times New Roman"/>
                        </a:rPr>
                        <a:t>and</a:t>
                      </a:r>
                      <a:r>
                        <a:rPr sz="1000" spc="-30" dirty="0">
                          <a:latin typeface="Times New Roman"/>
                          <a:cs typeface="Times New Roman"/>
                        </a:rPr>
                        <a:t> </a:t>
                      </a:r>
                      <a:r>
                        <a:rPr sz="1000" dirty="0">
                          <a:latin typeface="Times New Roman"/>
                          <a:cs typeface="Times New Roman"/>
                        </a:rPr>
                        <a:t>analysis.</a:t>
                      </a:r>
                      <a:r>
                        <a:rPr sz="1000" spc="-5" dirty="0">
                          <a:latin typeface="Times New Roman"/>
                          <a:cs typeface="Times New Roman"/>
                        </a:rPr>
                        <a:t> </a:t>
                      </a:r>
                      <a:r>
                        <a:rPr sz="1000" dirty="0">
                          <a:latin typeface="Times New Roman"/>
                          <a:cs typeface="Times New Roman"/>
                        </a:rPr>
                        <a:t>Participates in</a:t>
                      </a:r>
                      <a:r>
                        <a:rPr sz="1000" spc="-5" dirty="0">
                          <a:latin typeface="Times New Roman"/>
                          <a:cs typeface="Times New Roman"/>
                        </a:rPr>
                        <a:t> </a:t>
                      </a:r>
                      <a:r>
                        <a:rPr sz="1000" dirty="0">
                          <a:latin typeface="Times New Roman"/>
                          <a:cs typeface="Times New Roman"/>
                        </a:rPr>
                        <a:t>targeting</a:t>
                      </a:r>
                      <a:r>
                        <a:rPr sz="1000" spc="-35" dirty="0">
                          <a:latin typeface="Times New Roman"/>
                          <a:cs typeface="Times New Roman"/>
                        </a:rPr>
                        <a:t> </a:t>
                      </a:r>
                      <a:r>
                        <a:rPr sz="1000" spc="-10" dirty="0">
                          <a:latin typeface="Times New Roman"/>
                          <a:cs typeface="Times New Roman"/>
                        </a:rPr>
                        <a:t>selection, </a:t>
                      </a:r>
                      <a:r>
                        <a:rPr sz="1000" dirty="0">
                          <a:latin typeface="Times New Roman"/>
                          <a:cs typeface="Times New Roman"/>
                        </a:rPr>
                        <a:t>validation,</a:t>
                      </a:r>
                      <a:r>
                        <a:rPr sz="1000" spc="-20" dirty="0">
                          <a:latin typeface="Times New Roman"/>
                          <a:cs typeface="Times New Roman"/>
                        </a:rPr>
                        <a:t> </a:t>
                      </a:r>
                      <a:r>
                        <a:rPr sz="1000" dirty="0">
                          <a:latin typeface="Times New Roman"/>
                          <a:cs typeface="Times New Roman"/>
                        </a:rPr>
                        <a:t>synchronization,</a:t>
                      </a:r>
                      <a:r>
                        <a:rPr sz="1000" spc="-15"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execution</a:t>
                      </a:r>
                      <a:r>
                        <a:rPr sz="1000" spc="-20" dirty="0">
                          <a:latin typeface="Times New Roman"/>
                          <a:cs typeface="Times New Roman"/>
                        </a:rPr>
                        <a:t> </a:t>
                      </a:r>
                      <a:r>
                        <a:rPr sz="1000" dirty="0">
                          <a:latin typeface="Times New Roman"/>
                          <a:cs typeface="Times New Roman"/>
                        </a:rPr>
                        <a:t>of</a:t>
                      </a:r>
                      <a:r>
                        <a:rPr sz="1000" spc="-10" dirty="0">
                          <a:latin typeface="Times New Roman"/>
                          <a:cs typeface="Times New Roman"/>
                        </a:rPr>
                        <a:t> </a:t>
                      </a:r>
                      <a:r>
                        <a:rPr sz="1000" dirty="0">
                          <a:latin typeface="Times New Roman"/>
                          <a:cs typeface="Times New Roman"/>
                        </a:rPr>
                        <a:t>cyber</a:t>
                      </a:r>
                      <a:r>
                        <a:rPr sz="1000" spc="-15" dirty="0">
                          <a:latin typeface="Times New Roman"/>
                          <a:cs typeface="Times New Roman"/>
                        </a:rPr>
                        <a:t> </a:t>
                      </a:r>
                      <a:r>
                        <a:rPr sz="1000" spc="-10" dirty="0">
                          <a:latin typeface="Times New Roman"/>
                          <a:cs typeface="Times New Roman"/>
                        </a:rPr>
                        <a:t>actions. </a:t>
                      </a:r>
                      <a:r>
                        <a:rPr sz="1000" dirty="0">
                          <a:latin typeface="Times New Roman"/>
                          <a:cs typeface="Times New Roman"/>
                        </a:rPr>
                        <a:t>Synchronizes</a:t>
                      </a:r>
                      <a:r>
                        <a:rPr sz="1000" spc="-15" dirty="0">
                          <a:latin typeface="Times New Roman"/>
                          <a:cs typeface="Times New Roman"/>
                        </a:rPr>
                        <a:t> </a:t>
                      </a:r>
                      <a:r>
                        <a:rPr sz="1000" dirty="0">
                          <a:latin typeface="Times New Roman"/>
                          <a:cs typeface="Times New Roman"/>
                        </a:rPr>
                        <a:t>intelligence</a:t>
                      </a:r>
                      <a:r>
                        <a:rPr sz="1000" spc="-25" dirty="0">
                          <a:latin typeface="Times New Roman"/>
                          <a:cs typeface="Times New Roman"/>
                        </a:rPr>
                        <a:t> </a:t>
                      </a:r>
                      <a:r>
                        <a:rPr sz="1000" dirty="0">
                          <a:latin typeface="Times New Roman"/>
                          <a:cs typeface="Times New Roman"/>
                        </a:rPr>
                        <a:t>activities</a:t>
                      </a:r>
                      <a:r>
                        <a:rPr sz="1000" spc="-10" dirty="0">
                          <a:latin typeface="Times New Roman"/>
                          <a:cs typeface="Times New Roman"/>
                        </a:rPr>
                        <a:t> </a:t>
                      </a:r>
                      <a:r>
                        <a:rPr sz="1000" dirty="0">
                          <a:latin typeface="Times New Roman"/>
                          <a:cs typeface="Times New Roman"/>
                        </a:rPr>
                        <a:t>to</a:t>
                      </a:r>
                      <a:r>
                        <a:rPr sz="1000" spc="-15" dirty="0">
                          <a:latin typeface="Times New Roman"/>
                          <a:cs typeface="Times New Roman"/>
                        </a:rPr>
                        <a:t> </a:t>
                      </a:r>
                      <a:r>
                        <a:rPr sz="1000" dirty="0">
                          <a:latin typeface="Times New Roman"/>
                          <a:cs typeface="Times New Roman"/>
                        </a:rPr>
                        <a:t>support</a:t>
                      </a:r>
                      <a:r>
                        <a:rPr sz="1000" spc="-20" dirty="0">
                          <a:latin typeface="Times New Roman"/>
                          <a:cs typeface="Times New Roman"/>
                        </a:rPr>
                        <a:t> </a:t>
                      </a:r>
                      <a:r>
                        <a:rPr sz="1000" spc="-10" dirty="0">
                          <a:latin typeface="Times New Roman"/>
                          <a:cs typeface="Times New Roman"/>
                        </a:rPr>
                        <a:t>organization </a:t>
                      </a:r>
                      <a:r>
                        <a:rPr sz="1000" dirty="0">
                          <a:latin typeface="Times New Roman"/>
                          <a:cs typeface="Times New Roman"/>
                        </a:rPr>
                        <a:t>objectives in</a:t>
                      </a:r>
                      <a:r>
                        <a:rPr sz="1000" spc="-50" dirty="0">
                          <a:latin typeface="Times New Roman"/>
                          <a:cs typeface="Times New Roman"/>
                        </a:rPr>
                        <a:t> </a:t>
                      </a:r>
                      <a:r>
                        <a:rPr sz="1000" spc="-10" dirty="0">
                          <a:latin typeface="Times New Roman"/>
                          <a:cs typeface="Times New Roman"/>
                        </a:rPr>
                        <a:t>cyberspace.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97457" y="1894691"/>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3" name="object 3"/>
          <p:cNvSpPr/>
          <p:nvPr/>
        </p:nvSpPr>
        <p:spPr>
          <a:xfrm>
            <a:off x="6097457" y="2816599"/>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4" name="object 4"/>
          <p:cNvSpPr/>
          <p:nvPr/>
        </p:nvSpPr>
        <p:spPr>
          <a:xfrm>
            <a:off x="6097457" y="3433146"/>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5" name="object 5"/>
          <p:cNvSpPr/>
          <p:nvPr/>
        </p:nvSpPr>
        <p:spPr>
          <a:xfrm>
            <a:off x="6097457" y="3898526"/>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6" name="object 6"/>
          <p:cNvSpPr/>
          <p:nvPr/>
        </p:nvSpPr>
        <p:spPr>
          <a:xfrm>
            <a:off x="6097457" y="4515186"/>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sp>
        <p:nvSpPr>
          <p:cNvPr id="7" name="object 7"/>
          <p:cNvSpPr/>
          <p:nvPr/>
        </p:nvSpPr>
        <p:spPr>
          <a:xfrm>
            <a:off x="6097457" y="4980230"/>
            <a:ext cx="184897" cy="142875"/>
          </a:xfrm>
          <a:custGeom>
            <a:avLst/>
            <a:gdLst/>
            <a:ahLst/>
            <a:cxnLst/>
            <a:rect l="l" t="t" r="r" b="b"/>
            <a:pathLst>
              <a:path w="209550" h="161925">
                <a:moveTo>
                  <a:pt x="209550" y="0"/>
                </a:moveTo>
                <a:lnTo>
                  <a:pt x="0" y="0"/>
                </a:lnTo>
                <a:lnTo>
                  <a:pt x="0" y="161925"/>
                </a:lnTo>
                <a:lnTo>
                  <a:pt x="209550" y="161925"/>
                </a:lnTo>
                <a:lnTo>
                  <a:pt x="209550" y="0"/>
                </a:lnTo>
                <a:close/>
              </a:path>
            </a:pathLst>
          </a:custGeom>
          <a:solidFill>
            <a:srgbClr val="FFFF00"/>
          </a:solidFill>
        </p:spPr>
        <p:txBody>
          <a:bodyPr wrap="square" lIns="0" tIns="0" rIns="0" bIns="0" rtlCol="0"/>
          <a:lstStyle/>
          <a:p>
            <a:endParaRPr sz="1588"/>
          </a:p>
        </p:txBody>
      </p:sp>
      <p:graphicFrame>
        <p:nvGraphicFramePr>
          <p:cNvPr id="8" name="object 8"/>
          <p:cNvGraphicFramePr>
            <a:graphicFrameLocks noGrp="1"/>
          </p:cNvGraphicFramePr>
          <p:nvPr/>
        </p:nvGraphicFramePr>
        <p:xfrm>
          <a:off x="2664479" y="804358"/>
          <a:ext cx="6860801" cy="5355529"/>
        </p:xfrm>
        <a:graphic>
          <a:graphicData uri="http://schemas.openxmlformats.org/drawingml/2006/table">
            <a:tbl>
              <a:tblPr firstRow="1" bandRow="1">
                <a:tableStyleId>{2D5ABB26-0587-4C30-8999-92F81FD0307C}</a:tableStyleId>
              </a:tblPr>
              <a:tblGrid>
                <a:gridCol w="782171">
                  <a:extLst>
                    <a:ext uri="{9D8B030D-6E8A-4147-A177-3AD203B41FA5}">
                      <a16:colId xmlns:a16="http://schemas.microsoft.com/office/drawing/2014/main" val="20000"/>
                    </a:ext>
                  </a:extLst>
                </a:gridCol>
                <a:gridCol w="1065119">
                  <a:extLst>
                    <a:ext uri="{9D8B030D-6E8A-4147-A177-3AD203B41FA5}">
                      <a16:colId xmlns:a16="http://schemas.microsoft.com/office/drawing/2014/main" val="20001"/>
                    </a:ext>
                  </a:extLst>
                </a:gridCol>
                <a:gridCol w="1474133">
                  <a:extLst>
                    <a:ext uri="{9D8B030D-6E8A-4147-A177-3AD203B41FA5}">
                      <a16:colId xmlns:a16="http://schemas.microsoft.com/office/drawing/2014/main" val="20002"/>
                    </a:ext>
                  </a:extLst>
                </a:gridCol>
                <a:gridCol w="409015">
                  <a:extLst>
                    <a:ext uri="{9D8B030D-6E8A-4147-A177-3AD203B41FA5}">
                      <a16:colId xmlns:a16="http://schemas.microsoft.com/office/drawing/2014/main" val="20003"/>
                    </a:ext>
                  </a:extLst>
                </a:gridCol>
                <a:gridCol w="3130363">
                  <a:extLst>
                    <a:ext uri="{9D8B030D-6E8A-4147-A177-3AD203B41FA5}">
                      <a16:colId xmlns:a16="http://schemas.microsoft.com/office/drawing/2014/main" val="20004"/>
                    </a:ext>
                  </a:extLst>
                </a:gridCol>
              </a:tblGrid>
              <a:tr h="316566">
                <a:tc>
                  <a:txBody>
                    <a:bodyPr/>
                    <a:lstStyle/>
                    <a:p>
                      <a:pPr marL="167640">
                        <a:lnSpc>
                          <a:spcPts val="1295"/>
                        </a:lnSpc>
                      </a:pPr>
                      <a:r>
                        <a:rPr sz="1000" b="1" spc="-10" dirty="0">
                          <a:solidFill>
                            <a:srgbClr val="FFFFFF"/>
                          </a:solidFill>
                          <a:latin typeface="Times New Roman"/>
                          <a:cs typeface="Times New Roman"/>
                        </a:rPr>
                        <a:t>Category</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165100">
                        <a:lnSpc>
                          <a:spcPts val="1295"/>
                        </a:lnSpc>
                      </a:pPr>
                      <a:r>
                        <a:rPr sz="1000" b="1" dirty="0">
                          <a:solidFill>
                            <a:srgbClr val="FFFFFF"/>
                          </a:solidFill>
                          <a:latin typeface="Times New Roman"/>
                          <a:cs typeface="Times New Roman"/>
                        </a:rPr>
                        <a:t>Specialty</a:t>
                      </a:r>
                      <a:r>
                        <a:rPr sz="1000" b="1" spc="-35" dirty="0">
                          <a:solidFill>
                            <a:srgbClr val="FFFFFF"/>
                          </a:solidFill>
                          <a:latin typeface="Times New Roman"/>
                          <a:cs typeface="Times New Roman"/>
                        </a:rPr>
                        <a:t> </a:t>
                      </a:r>
                      <a:r>
                        <a:rPr sz="1000" b="1" spc="-20" dirty="0">
                          <a:solidFill>
                            <a:srgbClr val="FFFFFF"/>
                          </a:solidFill>
                          <a:latin typeface="Times New Roman"/>
                          <a:cs typeface="Times New Roman"/>
                        </a:rPr>
                        <a:t>Area</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504825">
                        <a:lnSpc>
                          <a:spcPts val="1295"/>
                        </a:lnSpc>
                      </a:pPr>
                      <a:r>
                        <a:rPr sz="1000" b="1" dirty="0">
                          <a:solidFill>
                            <a:srgbClr val="FFFFFF"/>
                          </a:solidFill>
                          <a:latin typeface="Times New Roman"/>
                          <a:cs typeface="Times New Roman"/>
                        </a:rPr>
                        <a:t>Work</a:t>
                      </a:r>
                      <a:r>
                        <a:rPr sz="1000" b="1" spc="-15" dirty="0">
                          <a:solidFill>
                            <a:srgbClr val="FFFFFF"/>
                          </a:solidFill>
                          <a:latin typeface="Times New Roman"/>
                          <a:cs typeface="Times New Roman"/>
                        </a:rPr>
                        <a:t> </a:t>
                      </a:r>
                      <a:r>
                        <a:rPr sz="1000" b="1" spc="-20" dirty="0">
                          <a:solidFill>
                            <a:srgbClr val="FFFFFF"/>
                          </a:solidFill>
                          <a:latin typeface="Times New Roman"/>
                          <a:cs typeface="Times New Roman"/>
                        </a:rPr>
                        <a:t>Role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66675">
                        <a:lnSpc>
                          <a:spcPts val="1295"/>
                        </a:lnSpc>
                      </a:pPr>
                      <a:r>
                        <a:rPr sz="1000" b="1" spc="-25" dirty="0">
                          <a:solidFill>
                            <a:srgbClr val="FFFFFF"/>
                          </a:solidFill>
                          <a:latin typeface="Times New Roman"/>
                          <a:cs typeface="Times New Roman"/>
                        </a:rPr>
                        <a:t>OPM</a:t>
                      </a:r>
                      <a:endParaRPr sz="1000">
                        <a:latin typeface="Times New Roman"/>
                        <a:cs typeface="Times New Roman"/>
                      </a:endParaRPr>
                    </a:p>
                    <a:p>
                      <a:pPr marL="73025">
                        <a:lnSpc>
                          <a:spcPct val="100000"/>
                        </a:lnSpc>
                        <a:spcBef>
                          <a:spcPts val="55"/>
                        </a:spcBef>
                      </a:pPr>
                      <a:r>
                        <a:rPr sz="1000" b="1" spc="-20" dirty="0">
                          <a:solidFill>
                            <a:srgbClr val="FFFFFF"/>
                          </a:solidFill>
                          <a:latin typeface="Times New Roman"/>
                          <a:cs typeface="Times New Roman"/>
                        </a:rPr>
                        <a:t>Code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tc>
                  <a:txBody>
                    <a:bodyPr/>
                    <a:lstStyle/>
                    <a:p>
                      <a:pPr marL="1079500">
                        <a:lnSpc>
                          <a:spcPts val="1295"/>
                        </a:lnSpc>
                      </a:pPr>
                      <a:r>
                        <a:rPr sz="1000" b="1" dirty="0">
                          <a:solidFill>
                            <a:srgbClr val="FFFFFF"/>
                          </a:solidFill>
                          <a:latin typeface="Times New Roman"/>
                          <a:cs typeface="Times New Roman"/>
                        </a:rPr>
                        <a:t>Work</a:t>
                      </a:r>
                      <a:r>
                        <a:rPr sz="1000" b="1" spc="-25" dirty="0">
                          <a:solidFill>
                            <a:srgbClr val="FFFFFF"/>
                          </a:solidFill>
                          <a:latin typeface="Times New Roman"/>
                          <a:cs typeface="Times New Roman"/>
                        </a:rPr>
                        <a:t> </a:t>
                      </a:r>
                      <a:r>
                        <a:rPr sz="1000" b="1" dirty="0">
                          <a:solidFill>
                            <a:srgbClr val="FFFFFF"/>
                          </a:solidFill>
                          <a:latin typeface="Times New Roman"/>
                          <a:cs typeface="Times New Roman"/>
                        </a:rPr>
                        <a:t>Role</a:t>
                      </a:r>
                      <a:r>
                        <a:rPr sz="1000" b="1" spc="5" dirty="0">
                          <a:solidFill>
                            <a:srgbClr val="FFFFFF"/>
                          </a:solidFill>
                          <a:latin typeface="Times New Roman"/>
                          <a:cs typeface="Times New Roman"/>
                        </a:rPr>
                        <a:t> </a:t>
                      </a:r>
                      <a:r>
                        <a:rPr sz="1000" b="1" spc="-10" dirty="0">
                          <a:solidFill>
                            <a:srgbClr val="FFFFFF"/>
                          </a:solidFill>
                          <a:latin typeface="Times New Roman"/>
                          <a:cs typeface="Times New Roman"/>
                        </a:rPr>
                        <a:t>Description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solidFill>
                      <a:srgbClr val="000000"/>
                    </a:solidFill>
                  </a:tcPr>
                </a:tc>
                <a:extLst>
                  <a:ext uri="{0D108BD9-81ED-4DB2-BD59-A6C34878D82A}">
                    <a16:rowId xmlns:a16="http://schemas.microsoft.com/office/drawing/2014/main" val="10000"/>
                  </a:ext>
                </a:extLst>
              </a:tr>
              <a:tr h="767603">
                <a:tc rowSpan="3">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pP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45"/>
                        </a:lnSpc>
                      </a:pPr>
                      <a:r>
                        <a:rPr sz="1000" dirty="0">
                          <a:latin typeface="Times New Roman"/>
                          <a:cs typeface="Times New Roman"/>
                        </a:rPr>
                        <a:t>Cyber</a:t>
                      </a:r>
                      <a:r>
                        <a:rPr sz="1000" spc="-35" dirty="0">
                          <a:latin typeface="Times New Roman"/>
                          <a:cs typeface="Times New Roman"/>
                        </a:rPr>
                        <a:t> </a:t>
                      </a:r>
                      <a:r>
                        <a:rPr sz="1000" dirty="0">
                          <a:latin typeface="Times New Roman"/>
                          <a:cs typeface="Times New Roman"/>
                        </a:rPr>
                        <a:t>Ops</a:t>
                      </a:r>
                      <a:r>
                        <a:rPr sz="1000" spc="-20" dirty="0">
                          <a:latin typeface="Times New Roman"/>
                          <a:cs typeface="Times New Roman"/>
                        </a:rPr>
                        <a:t> </a:t>
                      </a:r>
                      <a:r>
                        <a:rPr sz="1000" spc="-10" dirty="0">
                          <a:latin typeface="Times New Roman"/>
                          <a:cs typeface="Times New Roman"/>
                        </a:rPr>
                        <a:t>Planner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45"/>
                        </a:lnSpc>
                      </a:pPr>
                      <a:r>
                        <a:rPr sz="1000" spc="-25" dirty="0">
                          <a:latin typeface="Times New Roman"/>
                          <a:cs typeface="Times New Roman"/>
                        </a:rPr>
                        <a:t>332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45"/>
                        </a:lnSpc>
                      </a:pPr>
                      <a:r>
                        <a:rPr sz="1000" dirty="0">
                          <a:latin typeface="Times New Roman"/>
                          <a:cs typeface="Times New Roman"/>
                        </a:rPr>
                        <a:t>Develops detailed</a:t>
                      </a:r>
                      <a:r>
                        <a:rPr sz="1000" spc="-20" dirty="0">
                          <a:latin typeface="Times New Roman"/>
                          <a:cs typeface="Times New Roman"/>
                        </a:rPr>
                        <a:t> </a:t>
                      </a:r>
                      <a:r>
                        <a:rPr sz="1000" dirty="0">
                          <a:latin typeface="Times New Roman"/>
                          <a:cs typeface="Times New Roman"/>
                        </a:rPr>
                        <a:t>plans for</a:t>
                      </a:r>
                      <a:r>
                        <a:rPr sz="1000" spc="-10" dirty="0">
                          <a:latin typeface="Times New Roman"/>
                          <a:cs typeface="Times New Roman"/>
                        </a:rPr>
                        <a:t> </a:t>
                      </a:r>
                      <a:r>
                        <a:rPr sz="1000" dirty="0">
                          <a:latin typeface="Times New Roman"/>
                          <a:cs typeface="Times New Roman"/>
                        </a:rPr>
                        <a:t>the</a:t>
                      </a:r>
                      <a:r>
                        <a:rPr sz="1000" spc="-10" dirty="0">
                          <a:latin typeface="Times New Roman"/>
                          <a:cs typeface="Times New Roman"/>
                        </a:rPr>
                        <a:t> </a:t>
                      </a:r>
                      <a:r>
                        <a:rPr sz="1000" dirty="0">
                          <a:latin typeface="Times New Roman"/>
                          <a:cs typeface="Times New Roman"/>
                        </a:rPr>
                        <a:t>conduct or</a:t>
                      </a:r>
                      <a:r>
                        <a:rPr sz="1000" spc="-15" dirty="0">
                          <a:latin typeface="Times New Roman"/>
                          <a:cs typeface="Times New Roman"/>
                        </a:rPr>
                        <a:t> </a:t>
                      </a:r>
                      <a:r>
                        <a:rPr sz="1000" dirty="0">
                          <a:latin typeface="Times New Roman"/>
                          <a:cs typeface="Times New Roman"/>
                        </a:rPr>
                        <a:t>support</a:t>
                      </a:r>
                      <a:r>
                        <a:rPr sz="1000" spc="-25" dirty="0">
                          <a:latin typeface="Times New Roman"/>
                          <a:cs typeface="Times New Roman"/>
                        </a:rPr>
                        <a:t> </a:t>
                      </a:r>
                      <a:r>
                        <a:rPr sz="1000" dirty="0">
                          <a:latin typeface="Times New Roman"/>
                          <a:cs typeface="Times New Roman"/>
                        </a:rPr>
                        <a:t>of</a:t>
                      </a:r>
                      <a:r>
                        <a:rPr sz="1000" spc="-35" dirty="0">
                          <a:latin typeface="Times New Roman"/>
                          <a:cs typeface="Times New Roman"/>
                        </a:rPr>
                        <a:t> </a:t>
                      </a:r>
                      <a:r>
                        <a:rPr sz="1000" spc="-25" dirty="0">
                          <a:latin typeface="Times New Roman"/>
                          <a:cs typeface="Times New Roman"/>
                        </a:rPr>
                        <a:t>the</a:t>
                      </a:r>
                      <a:endParaRPr sz="1000">
                        <a:latin typeface="Times New Roman"/>
                        <a:cs typeface="Times New Roman"/>
                      </a:endParaRPr>
                    </a:p>
                    <a:p>
                      <a:pPr marL="66675" marR="202565">
                        <a:lnSpc>
                          <a:spcPct val="103000"/>
                        </a:lnSpc>
                        <a:spcBef>
                          <a:spcPts val="15"/>
                        </a:spcBef>
                      </a:pPr>
                      <a:r>
                        <a:rPr sz="1000" dirty="0">
                          <a:latin typeface="Times New Roman"/>
                          <a:cs typeface="Times New Roman"/>
                        </a:rPr>
                        <a:t>applicable</a:t>
                      </a:r>
                      <a:r>
                        <a:rPr sz="1000" spc="-30" dirty="0">
                          <a:latin typeface="Times New Roman"/>
                          <a:cs typeface="Times New Roman"/>
                        </a:rPr>
                        <a:t> </a:t>
                      </a:r>
                      <a:r>
                        <a:rPr sz="1000" dirty="0">
                          <a:latin typeface="Times New Roman"/>
                          <a:cs typeface="Times New Roman"/>
                        </a:rPr>
                        <a:t>range</a:t>
                      </a:r>
                      <a:r>
                        <a:rPr sz="1000" spc="-5" dirty="0">
                          <a:latin typeface="Times New Roman"/>
                          <a:cs typeface="Times New Roman"/>
                        </a:rPr>
                        <a:t> </a:t>
                      </a:r>
                      <a:r>
                        <a:rPr sz="1000" dirty="0">
                          <a:latin typeface="Times New Roman"/>
                          <a:cs typeface="Times New Roman"/>
                        </a:rPr>
                        <a:t>of</a:t>
                      </a:r>
                      <a:r>
                        <a:rPr sz="1000" spc="-10" dirty="0">
                          <a:latin typeface="Times New Roman"/>
                          <a:cs typeface="Times New Roman"/>
                        </a:rPr>
                        <a:t> </a:t>
                      </a:r>
                      <a:r>
                        <a:rPr sz="1000" dirty="0">
                          <a:latin typeface="Times New Roman"/>
                          <a:cs typeface="Times New Roman"/>
                        </a:rPr>
                        <a:t>cyber</a:t>
                      </a:r>
                      <a:r>
                        <a:rPr sz="1000" spc="15" dirty="0">
                          <a:latin typeface="Times New Roman"/>
                          <a:cs typeface="Times New Roman"/>
                        </a:rPr>
                        <a:t> </a:t>
                      </a:r>
                      <a:r>
                        <a:rPr sz="1000" dirty="0">
                          <a:latin typeface="Times New Roman"/>
                          <a:cs typeface="Times New Roman"/>
                        </a:rPr>
                        <a:t>operations</a:t>
                      </a:r>
                      <a:r>
                        <a:rPr sz="1000" spc="-15" dirty="0">
                          <a:latin typeface="Times New Roman"/>
                          <a:cs typeface="Times New Roman"/>
                        </a:rPr>
                        <a:t> </a:t>
                      </a:r>
                      <a:r>
                        <a:rPr sz="1000" dirty="0">
                          <a:latin typeface="Times New Roman"/>
                          <a:cs typeface="Times New Roman"/>
                        </a:rPr>
                        <a:t>through</a:t>
                      </a:r>
                      <a:r>
                        <a:rPr sz="1000" spc="-20" dirty="0">
                          <a:latin typeface="Times New Roman"/>
                          <a:cs typeface="Times New Roman"/>
                        </a:rPr>
                        <a:t> </a:t>
                      </a:r>
                      <a:r>
                        <a:rPr sz="1000" spc="-10" dirty="0">
                          <a:latin typeface="Times New Roman"/>
                          <a:cs typeface="Times New Roman"/>
                        </a:rPr>
                        <a:t>collaboration </a:t>
                      </a:r>
                      <a:r>
                        <a:rPr sz="1000" dirty="0">
                          <a:latin typeface="Times New Roman"/>
                          <a:cs typeface="Times New Roman"/>
                        </a:rPr>
                        <a:t>with</a:t>
                      </a:r>
                      <a:r>
                        <a:rPr sz="1000" spc="-30" dirty="0">
                          <a:latin typeface="Times New Roman"/>
                          <a:cs typeface="Times New Roman"/>
                        </a:rPr>
                        <a:t> </a:t>
                      </a:r>
                      <a:r>
                        <a:rPr sz="1000" dirty="0">
                          <a:latin typeface="Times New Roman"/>
                          <a:cs typeface="Times New Roman"/>
                        </a:rPr>
                        <a:t>other</a:t>
                      </a:r>
                      <a:r>
                        <a:rPr sz="1000" spc="5" dirty="0">
                          <a:latin typeface="Times New Roman"/>
                          <a:cs typeface="Times New Roman"/>
                        </a:rPr>
                        <a:t> </a:t>
                      </a:r>
                      <a:r>
                        <a:rPr sz="1000" dirty="0">
                          <a:latin typeface="Times New Roman"/>
                          <a:cs typeface="Times New Roman"/>
                        </a:rPr>
                        <a:t>planners, operators</a:t>
                      </a:r>
                      <a:r>
                        <a:rPr sz="1000" spc="-20" dirty="0">
                          <a:latin typeface="Times New Roman"/>
                          <a:cs typeface="Times New Roman"/>
                        </a:rPr>
                        <a:t> </a:t>
                      </a:r>
                      <a:r>
                        <a:rPr sz="1000" dirty="0">
                          <a:latin typeface="Times New Roman"/>
                          <a:cs typeface="Times New Roman"/>
                        </a:rPr>
                        <a:t>and/or</a:t>
                      </a:r>
                      <a:r>
                        <a:rPr sz="1000" spc="-20" dirty="0">
                          <a:latin typeface="Times New Roman"/>
                          <a:cs typeface="Times New Roman"/>
                        </a:rPr>
                        <a:t> </a:t>
                      </a:r>
                      <a:r>
                        <a:rPr sz="1000" dirty="0">
                          <a:latin typeface="Times New Roman"/>
                          <a:cs typeface="Times New Roman"/>
                        </a:rPr>
                        <a:t>analysts.</a:t>
                      </a:r>
                      <a:r>
                        <a:rPr sz="1000" spc="-25" dirty="0">
                          <a:latin typeface="Times New Roman"/>
                          <a:cs typeface="Times New Roman"/>
                        </a:rPr>
                        <a:t> </a:t>
                      </a:r>
                      <a:r>
                        <a:rPr sz="1000" spc="-10" dirty="0">
                          <a:latin typeface="Times New Roman"/>
                          <a:cs typeface="Times New Roman"/>
                        </a:rPr>
                        <a:t>Participates </a:t>
                      </a:r>
                      <a:r>
                        <a:rPr sz="1000" dirty="0">
                          <a:latin typeface="Times New Roman"/>
                          <a:cs typeface="Times New Roman"/>
                        </a:rPr>
                        <a:t>in</a:t>
                      </a:r>
                      <a:r>
                        <a:rPr sz="1000" spc="-45" dirty="0">
                          <a:latin typeface="Times New Roman"/>
                          <a:cs typeface="Times New Roman"/>
                        </a:rPr>
                        <a:t> </a:t>
                      </a:r>
                      <a:r>
                        <a:rPr sz="1000" dirty="0">
                          <a:latin typeface="Times New Roman"/>
                          <a:cs typeface="Times New Roman"/>
                        </a:rPr>
                        <a:t>targeting</a:t>
                      </a:r>
                      <a:r>
                        <a:rPr sz="1000" spc="-45" dirty="0">
                          <a:latin typeface="Times New Roman"/>
                          <a:cs typeface="Times New Roman"/>
                        </a:rPr>
                        <a:t> </a:t>
                      </a:r>
                      <a:r>
                        <a:rPr sz="1000" dirty="0">
                          <a:latin typeface="Times New Roman"/>
                          <a:cs typeface="Times New Roman"/>
                        </a:rPr>
                        <a:t>selection, validation,</a:t>
                      </a:r>
                      <a:r>
                        <a:rPr sz="1000" spc="-15" dirty="0">
                          <a:latin typeface="Times New Roman"/>
                          <a:cs typeface="Times New Roman"/>
                        </a:rPr>
                        <a:t> </a:t>
                      </a:r>
                      <a:r>
                        <a:rPr sz="1000" dirty="0">
                          <a:latin typeface="Times New Roman"/>
                          <a:cs typeface="Times New Roman"/>
                        </a:rPr>
                        <a:t>synchronization,</a:t>
                      </a:r>
                      <a:r>
                        <a:rPr sz="1000" spc="-15" dirty="0">
                          <a:latin typeface="Times New Roman"/>
                          <a:cs typeface="Times New Roman"/>
                        </a:rPr>
                        <a:t> </a:t>
                      </a:r>
                      <a:r>
                        <a:rPr sz="1000" spc="-25" dirty="0">
                          <a:latin typeface="Times New Roman"/>
                          <a:cs typeface="Times New Roman"/>
                        </a:rPr>
                        <a:t>and </a:t>
                      </a:r>
                      <a:r>
                        <a:rPr sz="1000" dirty="0">
                          <a:latin typeface="Times New Roman"/>
                          <a:cs typeface="Times New Roman"/>
                        </a:rPr>
                        <a:t>enables</a:t>
                      </a:r>
                      <a:r>
                        <a:rPr sz="1000" spc="-15" dirty="0">
                          <a:latin typeface="Times New Roman"/>
                          <a:cs typeface="Times New Roman"/>
                        </a:rPr>
                        <a:t> </a:t>
                      </a:r>
                      <a:r>
                        <a:rPr sz="1000" dirty="0">
                          <a:latin typeface="Times New Roman"/>
                          <a:cs typeface="Times New Roman"/>
                        </a:rPr>
                        <a:t>integration</a:t>
                      </a:r>
                      <a:r>
                        <a:rPr sz="1000" spc="-20" dirty="0">
                          <a:latin typeface="Times New Roman"/>
                          <a:cs typeface="Times New Roman"/>
                        </a:rPr>
                        <a:t> </a:t>
                      </a:r>
                      <a:r>
                        <a:rPr sz="1000" dirty="0">
                          <a:latin typeface="Times New Roman"/>
                          <a:cs typeface="Times New Roman"/>
                        </a:rPr>
                        <a:t>during</a:t>
                      </a:r>
                      <a:r>
                        <a:rPr sz="1000" spc="-20" dirty="0">
                          <a:latin typeface="Times New Roman"/>
                          <a:cs typeface="Times New Roman"/>
                        </a:rPr>
                        <a:t> </a:t>
                      </a:r>
                      <a:r>
                        <a:rPr sz="1000" dirty="0">
                          <a:latin typeface="Times New Roman"/>
                          <a:cs typeface="Times New Roman"/>
                        </a:rPr>
                        <a:t>the</a:t>
                      </a:r>
                      <a:r>
                        <a:rPr sz="1000" spc="-5" dirty="0">
                          <a:latin typeface="Times New Roman"/>
                          <a:cs typeface="Times New Roman"/>
                        </a:rPr>
                        <a:t> </a:t>
                      </a:r>
                      <a:r>
                        <a:rPr sz="1000" dirty="0">
                          <a:latin typeface="Times New Roman"/>
                          <a:cs typeface="Times New Roman"/>
                        </a:rPr>
                        <a:t>execution</a:t>
                      </a:r>
                      <a:r>
                        <a:rPr sz="1000" spc="-20" dirty="0">
                          <a:latin typeface="Times New Roman"/>
                          <a:cs typeface="Times New Roman"/>
                        </a:rPr>
                        <a:t> </a:t>
                      </a:r>
                      <a:r>
                        <a:rPr sz="1000" dirty="0">
                          <a:latin typeface="Times New Roman"/>
                          <a:cs typeface="Times New Roman"/>
                        </a:rPr>
                        <a:t>of</a:t>
                      </a:r>
                      <a:r>
                        <a:rPr sz="1000" spc="-10" dirty="0">
                          <a:latin typeface="Times New Roman"/>
                          <a:cs typeface="Times New Roman"/>
                        </a:rPr>
                        <a:t> </a:t>
                      </a:r>
                      <a:r>
                        <a:rPr sz="1000" dirty="0">
                          <a:latin typeface="Times New Roman"/>
                          <a:cs typeface="Times New Roman"/>
                        </a:rPr>
                        <a:t>cyber</a:t>
                      </a:r>
                      <a:r>
                        <a:rPr sz="1000" spc="-15" dirty="0">
                          <a:latin typeface="Times New Roman"/>
                          <a:cs typeface="Times New Roman"/>
                        </a:rPr>
                        <a:t> </a:t>
                      </a:r>
                      <a:r>
                        <a:rPr sz="1000" spc="-10" dirty="0">
                          <a:latin typeface="Times New Roman"/>
                          <a:cs typeface="Times New Roman"/>
                        </a:rPr>
                        <a:t>actions.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92168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Partner</a:t>
                      </a:r>
                      <a:r>
                        <a:rPr sz="1000" spc="-10" dirty="0">
                          <a:latin typeface="Times New Roman"/>
                          <a:cs typeface="Times New Roman"/>
                        </a:rPr>
                        <a:t> </a:t>
                      </a:r>
                      <a:r>
                        <a:rPr sz="1000" dirty="0">
                          <a:latin typeface="Times New Roman"/>
                          <a:cs typeface="Times New Roman"/>
                        </a:rPr>
                        <a:t>Integration</a:t>
                      </a:r>
                      <a:r>
                        <a:rPr sz="1000" spc="-35" dirty="0">
                          <a:latin typeface="Times New Roman"/>
                          <a:cs typeface="Times New Roman"/>
                        </a:rPr>
                        <a:t> </a:t>
                      </a:r>
                      <a:r>
                        <a:rPr sz="1000" spc="-10" dirty="0">
                          <a:latin typeface="Times New Roman"/>
                          <a:cs typeface="Times New Roman"/>
                        </a:rPr>
                        <a:t>Planner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333</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Works</a:t>
                      </a:r>
                      <a:r>
                        <a:rPr sz="1000" spc="5" dirty="0">
                          <a:latin typeface="Times New Roman"/>
                          <a:cs typeface="Times New Roman"/>
                        </a:rPr>
                        <a:t> </a:t>
                      </a:r>
                      <a:r>
                        <a:rPr sz="1000" dirty="0">
                          <a:latin typeface="Times New Roman"/>
                          <a:cs typeface="Times New Roman"/>
                        </a:rPr>
                        <a:t>to</a:t>
                      </a:r>
                      <a:r>
                        <a:rPr sz="1000" spc="-40" dirty="0">
                          <a:latin typeface="Times New Roman"/>
                          <a:cs typeface="Times New Roman"/>
                        </a:rPr>
                        <a:t> </a:t>
                      </a:r>
                      <a:r>
                        <a:rPr sz="1000" dirty="0">
                          <a:latin typeface="Times New Roman"/>
                          <a:cs typeface="Times New Roman"/>
                        </a:rPr>
                        <a:t>advance</a:t>
                      </a:r>
                      <a:r>
                        <a:rPr sz="1000" spc="-25" dirty="0">
                          <a:latin typeface="Times New Roman"/>
                          <a:cs typeface="Times New Roman"/>
                        </a:rPr>
                        <a:t> </a:t>
                      </a:r>
                      <a:r>
                        <a:rPr sz="1000" dirty="0">
                          <a:latin typeface="Times New Roman"/>
                          <a:cs typeface="Times New Roman"/>
                        </a:rPr>
                        <a:t>cooperation</a:t>
                      </a:r>
                      <a:r>
                        <a:rPr sz="1000" spc="-40" dirty="0">
                          <a:latin typeface="Times New Roman"/>
                          <a:cs typeface="Times New Roman"/>
                        </a:rPr>
                        <a:t> </a:t>
                      </a:r>
                      <a:r>
                        <a:rPr sz="1000" dirty="0">
                          <a:latin typeface="Times New Roman"/>
                          <a:cs typeface="Times New Roman"/>
                        </a:rPr>
                        <a:t>across organizational</a:t>
                      </a:r>
                      <a:r>
                        <a:rPr sz="1000" spc="5" dirty="0">
                          <a:latin typeface="Times New Roman"/>
                          <a:cs typeface="Times New Roman"/>
                        </a:rPr>
                        <a:t> </a:t>
                      </a:r>
                      <a:r>
                        <a:rPr sz="1000" spc="-25" dirty="0">
                          <a:latin typeface="Times New Roman"/>
                          <a:cs typeface="Times New Roman"/>
                        </a:rPr>
                        <a:t>or</a:t>
                      </a:r>
                      <a:endParaRPr sz="1000">
                        <a:latin typeface="Times New Roman"/>
                        <a:cs typeface="Times New Roman"/>
                      </a:endParaRPr>
                    </a:p>
                    <a:p>
                      <a:pPr marL="66675" marR="86360">
                        <a:lnSpc>
                          <a:spcPts val="1380"/>
                        </a:lnSpc>
                        <a:spcBef>
                          <a:spcPts val="25"/>
                        </a:spcBef>
                      </a:pPr>
                      <a:r>
                        <a:rPr sz="1000" dirty="0">
                          <a:latin typeface="Times New Roman"/>
                          <a:cs typeface="Times New Roman"/>
                        </a:rPr>
                        <a:t>national</a:t>
                      </a:r>
                      <a:r>
                        <a:rPr sz="1000" spc="-30" dirty="0">
                          <a:latin typeface="Times New Roman"/>
                          <a:cs typeface="Times New Roman"/>
                        </a:rPr>
                        <a:t> </a:t>
                      </a:r>
                      <a:r>
                        <a:rPr sz="1000" dirty="0">
                          <a:latin typeface="Times New Roman"/>
                          <a:cs typeface="Times New Roman"/>
                        </a:rPr>
                        <a:t>borders</a:t>
                      </a:r>
                      <a:r>
                        <a:rPr sz="1000" spc="-25" dirty="0">
                          <a:latin typeface="Times New Roman"/>
                          <a:cs typeface="Times New Roman"/>
                        </a:rPr>
                        <a:t> </a:t>
                      </a:r>
                      <a:r>
                        <a:rPr sz="1000" dirty="0">
                          <a:latin typeface="Times New Roman"/>
                          <a:cs typeface="Times New Roman"/>
                        </a:rPr>
                        <a:t>between</a:t>
                      </a:r>
                      <a:r>
                        <a:rPr sz="1000" spc="-30" dirty="0">
                          <a:latin typeface="Times New Roman"/>
                          <a:cs typeface="Times New Roman"/>
                        </a:rPr>
                        <a:t> </a:t>
                      </a:r>
                      <a:r>
                        <a:rPr sz="1000" dirty="0">
                          <a:latin typeface="Times New Roman"/>
                          <a:cs typeface="Times New Roman"/>
                        </a:rPr>
                        <a:t>cyber operations</a:t>
                      </a:r>
                      <a:r>
                        <a:rPr sz="1000" spc="-5" dirty="0">
                          <a:latin typeface="Times New Roman"/>
                          <a:cs typeface="Times New Roman"/>
                        </a:rPr>
                        <a:t> </a:t>
                      </a:r>
                      <a:r>
                        <a:rPr sz="1000" dirty="0">
                          <a:latin typeface="Times New Roman"/>
                          <a:cs typeface="Times New Roman"/>
                        </a:rPr>
                        <a:t>partners.</a:t>
                      </a:r>
                      <a:r>
                        <a:rPr sz="1000" spc="-10" dirty="0">
                          <a:latin typeface="Times New Roman"/>
                          <a:cs typeface="Times New Roman"/>
                        </a:rPr>
                        <a:t> </a:t>
                      </a:r>
                      <a:r>
                        <a:rPr sz="1000" dirty="0">
                          <a:latin typeface="Times New Roman"/>
                          <a:cs typeface="Times New Roman"/>
                        </a:rPr>
                        <a:t>Aids</a:t>
                      </a:r>
                      <a:r>
                        <a:rPr sz="1000" spc="-10" dirty="0">
                          <a:latin typeface="Times New Roman"/>
                          <a:cs typeface="Times New Roman"/>
                        </a:rPr>
                        <a:t> </a:t>
                      </a:r>
                      <a:r>
                        <a:rPr sz="1000" spc="-25" dirty="0">
                          <a:latin typeface="Times New Roman"/>
                          <a:cs typeface="Times New Roman"/>
                        </a:rPr>
                        <a:t>the </a:t>
                      </a:r>
                      <a:r>
                        <a:rPr sz="1000" dirty="0">
                          <a:latin typeface="Times New Roman"/>
                          <a:cs typeface="Times New Roman"/>
                        </a:rPr>
                        <a:t>integration</a:t>
                      </a:r>
                      <a:r>
                        <a:rPr sz="1000" spc="-20" dirty="0">
                          <a:latin typeface="Times New Roman"/>
                          <a:cs typeface="Times New Roman"/>
                        </a:rPr>
                        <a:t> </a:t>
                      </a:r>
                      <a:r>
                        <a:rPr sz="1000" dirty="0">
                          <a:latin typeface="Times New Roman"/>
                          <a:cs typeface="Times New Roman"/>
                        </a:rPr>
                        <a:t>of</a:t>
                      </a:r>
                      <a:r>
                        <a:rPr sz="1000" spc="-10" dirty="0">
                          <a:latin typeface="Times New Roman"/>
                          <a:cs typeface="Times New Roman"/>
                        </a:rPr>
                        <a:t> </a:t>
                      </a:r>
                      <a:r>
                        <a:rPr sz="1000" dirty="0">
                          <a:latin typeface="Times New Roman"/>
                          <a:cs typeface="Times New Roman"/>
                        </a:rPr>
                        <a:t>partner</a:t>
                      </a:r>
                      <a:r>
                        <a:rPr sz="1000" spc="-10" dirty="0">
                          <a:latin typeface="Times New Roman"/>
                          <a:cs typeface="Times New Roman"/>
                        </a:rPr>
                        <a:t> </a:t>
                      </a:r>
                      <a:r>
                        <a:rPr sz="1000" dirty="0">
                          <a:latin typeface="Times New Roman"/>
                          <a:cs typeface="Times New Roman"/>
                        </a:rPr>
                        <a:t>cyber</a:t>
                      </a:r>
                      <a:r>
                        <a:rPr sz="1000" spc="-15" dirty="0">
                          <a:latin typeface="Times New Roman"/>
                          <a:cs typeface="Times New Roman"/>
                        </a:rPr>
                        <a:t> </a:t>
                      </a:r>
                      <a:r>
                        <a:rPr sz="1000" dirty="0">
                          <a:latin typeface="Times New Roman"/>
                          <a:cs typeface="Times New Roman"/>
                        </a:rPr>
                        <a:t>teams</a:t>
                      </a:r>
                      <a:r>
                        <a:rPr sz="1000" spc="-10" dirty="0">
                          <a:latin typeface="Times New Roman"/>
                          <a:cs typeface="Times New Roman"/>
                        </a:rPr>
                        <a:t> </a:t>
                      </a:r>
                      <a:r>
                        <a:rPr sz="1000" dirty="0">
                          <a:latin typeface="Times New Roman"/>
                          <a:cs typeface="Times New Roman"/>
                        </a:rPr>
                        <a:t>by</a:t>
                      </a:r>
                      <a:r>
                        <a:rPr sz="1000" spc="-20" dirty="0">
                          <a:latin typeface="Times New Roman"/>
                          <a:cs typeface="Times New Roman"/>
                        </a:rPr>
                        <a:t> </a:t>
                      </a:r>
                      <a:r>
                        <a:rPr sz="1000" dirty="0">
                          <a:latin typeface="Times New Roman"/>
                          <a:cs typeface="Times New Roman"/>
                        </a:rPr>
                        <a:t>providing</a:t>
                      </a:r>
                      <a:r>
                        <a:rPr sz="1000" spc="-20" dirty="0">
                          <a:latin typeface="Times New Roman"/>
                          <a:cs typeface="Times New Roman"/>
                        </a:rPr>
                        <a:t> </a:t>
                      </a:r>
                      <a:r>
                        <a:rPr sz="1000" spc="-10" dirty="0">
                          <a:latin typeface="Times New Roman"/>
                          <a:cs typeface="Times New Roman"/>
                        </a:rPr>
                        <a:t>guidance,</a:t>
                      </a:r>
                      <a:endParaRPr sz="1000">
                        <a:latin typeface="Times New Roman"/>
                        <a:cs typeface="Times New Roman"/>
                      </a:endParaRPr>
                    </a:p>
                    <a:p>
                      <a:pPr marL="66675" marR="177800">
                        <a:lnSpc>
                          <a:spcPts val="1350"/>
                        </a:lnSpc>
                        <a:spcBef>
                          <a:spcPts val="15"/>
                        </a:spcBef>
                      </a:pPr>
                      <a:r>
                        <a:rPr sz="1000" dirty="0">
                          <a:latin typeface="Times New Roman"/>
                          <a:cs typeface="Times New Roman"/>
                        </a:rPr>
                        <a:t>resources,</a:t>
                      </a:r>
                      <a:r>
                        <a:rPr sz="1000" spc="-5" dirty="0">
                          <a:latin typeface="Times New Roman"/>
                          <a:cs typeface="Times New Roman"/>
                        </a:rPr>
                        <a:t> </a:t>
                      </a:r>
                      <a:r>
                        <a:rPr sz="1000" dirty="0">
                          <a:latin typeface="Times New Roman"/>
                          <a:cs typeface="Times New Roman"/>
                        </a:rPr>
                        <a:t>and</a:t>
                      </a:r>
                      <a:r>
                        <a:rPr sz="1000" spc="-30" dirty="0">
                          <a:latin typeface="Times New Roman"/>
                          <a:cs typeface="Times New Roman"/>
                        </a:rPr>
                        <a:t> </a:t>
                      </a:r>
                      <a:r>
                        <a:rPr sz="1000" dirty="0">
                          <a:latin typeface="Times New Roman"/>
                          <a:cs typeface="Times New Roman"/>
                        </a:rPr>
                        <a:t>collaboration</a:t>
                      </a:r>
                      <a:r>
                        <a:rPr sz="1000" spc="-30" dirty="0">
                          <a:latin typeface="Times New Roman"/>
                          <a:cs typeface="Times New Roman"/>
                        </a:rPr>
                        <a:t> </a:t>
                      </a:r>
                      <a:r>
                        <a:rPr sz="1000" dirty="0">
                          <a:latin typeface="Times New Roman"/>
                          <a:cs typeface="Times New Roman"/>
                        </a:rPr>
                        <a:t>to</a:t>
                      </a:r>
                      <a:r>
                        <a:rPr sz="1000" spc="-10" dirty="0">
                          <a:latin typeface="Times New Roman"/>
                          <a:cs typeface="Times New Roman"/>
                        </a:rPr>
                        <a:t> </a:t>
                      </a:r>
                      <a:r>
                        <a:rPr sz="1000" dirty="0">
                          <a:latin typeface="Times New Roman"/>
                          <a:cs typeface="Times New Roman"/>
                        </a:rPr>
                        <a:t>develop</a:t>
                      </a:r>
                      <a:r>
                        <a:rPr sz="1000" spc="-30" dirty="0">
                          <a:latin typeface="Times New Roman"/>
                          <a:cs typeface="Times New Roman"/>
                        </a:rPr>
                        <a:t> </a:t>
                      </a:r>
                      <a:r>
                        <a:rPr sz="1000" dirty="0">
                          <a:latin typeface="Times New Roman"/>
                          <a:cs typeface="Times New Roman"/>
                        </a:rPr>
                        <a:t>best</a:t>
                      </a:r>
                      <a:r>
                        <a:rPr sz="1000" spc="15" dirty="0">
                          <a:latin typeface="Times New Roman"/>
                          <a:cs typeface="Times New Roman"/>
                        </a:rPr>
                        <a:t> </a:t>
                      </a:r>
                      <a:r>
                        <a:rPr sz="1000" dirty="0">
                          <a:latin typeface="Times New Roman"/>
                          <a:cs typeface="Times New Roman"/>
                        </a:rPr>
                        <a:t>practices </a:t>
                      </a:r>
                      <a:r>
                        <a:rPr sz="1000" spc="-25" dirty="0">
                          <a:latin typeface="Times New Roman"/>
                          <a:cs typeface="Times New Roman"/>
                        </a:rPr>
                        <a:t>and </a:t>
                      </a:r>
                      <a:r>
                        <a:rPr sz="1000" dirty="0">
                          <a:latin typeface="Times New Roman"/>
                          <a:cs typeface="Times New Roman"/>
                        </a:rPr>
                        <a:t>facilitate</a:t>
                      </a:r>
                      <a:r>
                        <a:rPr sz="1000" spc="-15" dirty="0">
                          <a:latin typeface="Times New Roman"/>
                          <a:cs typeface="Times New Roman"/>
                        </a:rPr>
                        <a:t> </a:t>
                      </a:r>
                      <a:r>
                        <a:rPr sz="1000" dirty="0">
                          <a:latin typeface="Times New Roman"/>
                          <a:cs typeface="Times New Roman"/>
                        </a:rPr>
                        <a:t>organizational</a:t>
                      </a:r>
                      <a:r>
                        <a:rPr sz="1000" spc="-30" dirty="0">
                          <a:latin typeface="Times New Roman"/>
                          <a:cs typeface="Times New Roman"/>
                        </a:rPr>
                        <a:t> </a:t>
                      </a:r>
                      <a:r>
                        <a:rPr sz="1000" dirty="0">
                          <a:latin typeface="Times New Roman"/>
                          <a:cs typeface="Times New Roman"/>
                        </a:rPr>
                        <a:t>support</a:t>
                      </a:r>
                      <a:r>
                        <a:rPr sz="1000" spc="-30" dirty="0">
                          <a:latin typeface="Times New Roman"/>
                          <a:cs typeface="Times New Roman"/>
                        </a:rPr>
                        <a:t> </a:t>
                      </a:r>
                      <a:r>
                        <a:rPr sz="1000" dirty="0">
                          <a:latin typeface="Times New Roman"/>
                          <a:cs typeface="Times New Roman"/>
                        </a:rPr>
                        <a:t>for</a:t>
                      </a:r>
                      <a:r>
                        <a:rPr sz="1000" spc="-15" dirty="0">
                          <a:latin typeface="Times New Roman"/>
                          <a:cs typeface="Times New Roman"/>
                        </a:rPr>
                        <a:t> </a:t>
                      </a:r>
                      <a:r>
                        <a:rPr sz="1000" dirty="0">
                          <a:latin typeface="Times New Roman"/>
                          <a:cs typeface="Times New Roman"/>
                        </a:rPr>
                        <a:t>achieving</a:t>
                      </a:r>
                      <a:r>
                        <a:rPr sz="1000" spc="-25" dirty="0">
                          <a:latin typeface="Times New Roman"/>
                          <a:cs typeface="Times New Roman"/>
                        </a:rPr>
                        <a:t> </a:t>
                      </a:r>
                      <a:r>
                        <a:rPr sz="1000" dirty="0">
                          <a:latin typeface="Times New Roman"/>
                          <a:cs typeface="Times New Roman"/>
                        </a:rPr>
                        <a:t>objectives </a:t>
                      </a:r>
                      <a:r>
                        <a:rPr sz="1000" spc="-25" dirty="0">
                          <a:latin typeface="Times New Roman"/>
                          <a:cs typeface="Times New Roman"/>
                        </a:rPr>
                        <a:t>in</a:t>
                      </a:r>
                      <a:endParaRPr sz="1000">
                        <a:latin typeface="Times New Roman"/>
                        <a:cs typeface="Times New Roman"/>
                      </a:endParaRPr>
                    </a:p>
                    <a:p>
                      <a:pPr marL="66675">
                        <a:lnSpc>
                          <a:spcPct val="100000"/>
                        </a:lnSpc>
                        <a:spcBef>
                          <a:spcPts val="5"/>
                        </a:spcBef>
                      </a:pPr>
                      <a:r>
                        <a:rPr sz="1000" dirty="0">
                          <a:latin typeface="Times New Roman"/>
                          <a:cs typeface="Times New Roman"/>
                        </a:rPr>
                        <a:t>integrated</a:t>
                      </a:r>
                      <a:r>
                        <a:rPr sz="1000" spc="-45" dirty="0">
                          <a:latin typeface="Times New Roman"/>
                          <a:cs typeface="Times New Roman"/>
                        </a:rPr>
                        <a:t> </a:t>
                      </a:r>
                      <a:r>
                        <a:rPr sz="1000" dirty="0">
                          <a:latin typeface="Times New Roman"/>
                          <a:cs typeface="Times New Roman"/>
                        </a:rPr>
                        <a:t>cyber</a:t>
                      </a:r>
                      <a:r>
                        <a:rPr sz="1000" spc="-10" dirty="0">
                          <a:latin typeface="Times New Roman"/>
                          <a:cs typeface="Times New Roman"/>
                        </a:rPr>
                        <a:t> actions.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61632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Cyber</a:t>
                      </a:r>
                      <a:r>
                        <a:rPr sz="1000" spc="-35" dirty="0">
                          <a:latin typeface="Times New Roman"/>
                          <a:cs typeface="Times New Roman"/>
                        </a:rPr>
                        <a:t> </a:t>
                      </a:r>
                      <a:r>
                        <a:rPr sz="1000" spc="-10" dirty="0">
                          <a:latin typeface="Times New Roman"/>
                          <a:cs typeface="Times New Roman"/>
                        </a:rPr>
                        <a:t>Operations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Cyber</a:t>
                      </a:r>
                      <a:r>
                        <a:rPr sz="1000" spc="-35" dirty="0">
                          <a:latin typeface="Times New Roman"/>
                          <a:cs typeface="Times New Roman"/>
                        </a:rPr>
                        <a:t> </a:t>
                      </a:r>
                      <a:r>
                        <a:rPr sz="1000" spc="-10" dirty="0">
                          <a:latin typeface="Times New Roman"/>
                          <a:cs typeface="Times New Roman"/>
                        </a:rPr>
                        <a:t>Operator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321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Conducts</a:t>
                      </a:r>
                      <a:r>
                        <a:rPr sz="1000" spc="-5" dirty="0">
                          <a:latin typeface="Times New Roman"/>
                          <a:cs typeface="Times New Roman"/>
                        </a:rPr>
                        <a:t> </a:t>
                      </a:r>
                      <a:r>
                        <a:rPr sz="1000" dirty="0">
                          <a:latin typeface="Times New Roman"/>
                          <a:cs typeface="Times New Roman"/>
                        </a:rPr>
                        <a:t>collection,</a:t>
                      </a:r>
                      <a:r>
                        <a:rPr sz="1000" spc="-5" dirty="0">
                          <a:latin typeface="Times New Roman"/>
                          <a:cs typeface="Times New Roman"/>
                        </a:rPr>
                        <a:t> </a:t>
                      </a:r>
                      <a:r>
                        <a:rPr sz="1000" dirty="0">
                          <a:latin typeface="Times New Roman"/>
                          <a:cs typeface="Times New Roman"/>
                        </a:rPr>
                        <a:t>processing,</a:t>
                      </a:r>
                      <a:r>
                        <a:rPr sz="1000" spc="-25" dirty="0">
                          <a:latin typeface="Times New Roman"/>
                          <a:cs typeface="Times New Roman"/>
                        </a:rPr>
                        <a:t> </a:t>
                      </a:r>
                      <a:r>
                        <a:rPr sz="1000" dirty="0">
                          <a:latin typeface="Times New Roman"/>
                          <a:cs typeface="Times New Roman"/>
                        </a:rPr>
                        <a:t>and/or</a:t>
                      </a:r>
                      <a:r>
                        <a:rPr sz="1000" spc="-20" dirty="0">
                          <a:latin typeface="Times New Roman"/>
                          <a:cs typeface="Times New Roman"/>
                        </a:rPr>
                        <a:t> </a:t>
                      </a:r>
                      <a:r>
                        <a:rPr sz="1000" dirty="0">
                          <a:latin typeface="Times New Roman"/>
                          <a:cs typeface="Times New Roman"/>
                        </a:rPr>
                        <a:t>geolocation</a:t>
                      </a:r>
                      <a:r>
                        <a:rPr sz="1000" spc="-25" dirty="0">
                          <a:latin typeface="Times New Roman"/>
                          <a:cs typeface="Times New Roman"/>
                        </a:rPr>
                        <a:t> of</a:t>
                      </a:r>
                      <a:endParaRPr sz="1000">
                        <a:latin typeface="Times New Roman"/>
                        <a:cs typeface="Times New Roman"/>
                      </a:endParaRPr>
                    </a:p>
                    <a:p>
                      <a:pPr marL="66675" marR="240029">
                        <a:lnSpc>
                          <a:spcPct val="103299"/>
                        </a:lnSpc>
                        <a:spcBef>
                          <a:spcPts val="10"/>
                        </a:spcBef>
                      </a:pPr>
                      <a:r>
                        <a:rPr sz="1000" dirty="0">
                          <a:latin typeface="Times New Roman"/>
                          <a:cs typeface="Times New Roman"/>
                        </a:rPr>
                        <a:t>systems</a:t>
                      </a:r>
                      <a:r>
                        <a:rPr sz="1000" spc="10" dirty="0">
                          <a:latin typeface="Times New Roman"/>
                          <a:cs typeface="Times New Roman"/>
                        </a:rPr>
                        <a:t> </a:t>
                      </a:r>
                      <a:r>
                        <a:rPr sz="1000" dirty="0">
                          <a:latin typeface="Times New Roman"/>
                          <a:cs typeface="Times New Roman"/>
                        </a:rPr>
                        <a:t>in</a:t>
                      </a:r>
                      <a:r>
                        <a:rPr sz="1000" spc="-15" dirty="0">
                          <a:latin typeface="Times New Roman"/>
                          <a:cs typeface="Times New Roman"/>
                        </a:rPr>
                        <a:t> </a:t>
                      </a:r>
                      <a:r>
                        <a:rPr sz="1000" dirty="0">
                          <a:latin typeface="Times New Roman"/>
                          <a:cs typeface="Times New Roman"/>
                        </a:rPr>
                        <a:t>order</a:t>
                      </a:r>
                      <a:r>
                        <a:rPr sz="1000" spc="-5" dirty="0">
                          <a:latin typeface="Times New Roman"/>
                          <a:cs typeface="Times New Roman"/>
                        </a:rPr>
                        <a:t> </a:t>
                      </a:r>
                      <a:r>
                        <a:rPr sz="1000" dirty="0">
                          <a:latin typeface="Times New Roman"/>
                          <a:cs typeface="Times New Roman"/>
                        </a:rPr>
                        <a:t>to</a:t>
                      </a:r>
                      <a:r>
                        <a:rPr sz="1000" spc="-40" dirty="0">
                          <a:latin typeface="Times New Roman"/>
                          <a:cs typeface="Times New Roman"/>
                        </a:rPr>
                        <a:t> </a:t>
                      </a:r>
                      <a:r>
                        <a:rPr sz="1000" dirty="0">
                          <a:latin typeface="Times New Roman"/>
                          <a:cs typeface="Times New Roman"/>
                        </a:rPr>
                        <a:t>exploit,</a:t>
                      </a:r>
                      <a:r>
                        <a:rPr sz="1000" spc="-10" dirty="0">
                          <a:latin typeface="Times New Roman"/>
                          <a:cs typeface="Times New Roman"/>
                        </a:rPr>
                        <a:t> </a:t>
                      </a:r>
                      <a:r>
                        <a:rPr sz="1000" dirty="0">
                          <a:latin typeface="Times New Roman"/>
                          <a:cs typeface="Times New Roman"/>
                        </a:rPr>
                        <a:t>locate,</a:t>
                      </a:r>
                      <a:r>
                        <a:rPr sz="1000" spc="-5" dirty="0">
                          <a:latin typeface="Times New Roman"/>
                          <a:cs typeface="Times New Roman"/>
                        </a:rPr>
                        <a:t> </a:t>
                      </a:r>
                      <a:r>
                        <a:rPr sz="1000" dirty="0">
                          <a:latin typeface="Times New Roman"/>
                          <a:cs typeface="Times New Roman"/>
                        </a:rPr>
                        <a:t>and/or</a:t>
                      </a:r>
                      <a:r>
                        <a:rPr sz="1000" spc="-5" dirty="0">
                          <a:latin typeface="Times New Roman"/>
                          <a:cs typeface="Times New Roman"/>
                        </a:rPr>
                        <a:t> </a:t>
                      </a:r>
                      <a:r>
                        <a:rPr sz="1000" dirty="0">
                          <a:latin typeface="Times New Roman"/>
                          <a:cs typeface="Times New Roman"/>
                        </a:rPr>
                        <a:t>track</a:t>
                      </a:r>
                      <a:r>
                        <a:rPr sz="1000" spc="-15" dirty="0">
                          <a:latin typeface="Times New Roman"/>
                          <a:cs typeface="Times New Roman"/>
                        </a:rPr>
                        <a:t> </a:t>
                      </a:r>
                      <a:r>
                        <a:rPr sz="1000" dirty="0">
                          <a:latin typeface="Times New Roman"/>
                          <a:cs typeface="Times New Roman"/>
                        </a:rPr>
                        <a:t>targets</a:t>
                      </a:r>
                      <a:r>
                        <a:rPr sz="1000" spc="10" dirty="0">
                          <a:latin typeface="Times New Roman"/>
                          <a:cs typeface="Times New Roman"/>
                        </a:rPr>
                        <a:t> </a:t>
                      </a:r>
                      <a:r>
                        <a:rPr sz="1000" spc="-25" dirty="0">
                          <a:latin typeface="Times New Roman"/>
                          <a:cs typeface="Times New Roman"/>
                        </a:rPr>
                        <a:t>of </a:t>
                      </a:r>
                      <a:r>
                        <a:rPr sz="1000" dirty="0">
                          <a:latin typeface="Times New Roman"/>
                          <a:cs typeface="Times New Roman"/>
                        </a:rPr>
                        <a:t>interest.</a:t>
                      </a:r>
                      <a:r>
                        <a:rPr sz="1000" spc="-30" dirty="0">
                          <a:latin typeface="Times New Roman"/>
                          <a:cs typeface="Times New Roman"/>
                        </a:rPr>
                        <a:t> </a:t>
                      </a:r>
                      <a:r>
                        <a:rPr sz="1000" dirty="0">
                          <a:latin typeface="Times New Roman"/>
                          <a:cs typeface="Times New Roman"/>
                        </a:rPr>
                        <a:t>Performs</a:t>
                      </a:r>
                      <a:r>
                        <a:rPr sz="1000" spc="-5" dirty="0">
                          <a:latin typeface="Times New Roman"/>
                          <a:cs typeface="Times New Roman"/>
                        </a:rPr>
                        <a:t> </a:t>
                      </a:r>
                      <a:r>
                        <a:rPr sz="1000" dirty="0">
                          <a:latin typeface="Times New Roman"/>
                          <a:cs typeface="Times New Roman"/>
                        </a:rPr>
                        <a:t>network</a:t>
                      </a:r>
                      <a:r>
                        <a:rPr sz="1000" spc="-35" dirty="0">
                          <a:latin typeface="Times New Roman"/>
                          <a:cs typeface="Times New Roman"/>
                        </a:rPr>
                        <a:t> </a:t>
                      </a:r>
                      <a:r>
                        <a:rPr sz="1000" dirty="0">
                          <a:latin typeface="Times New Roman"/>
                          <a:cs typeface="Times New Roman"/>
                        </a:rPr>
                        <a:t>navigation,</a:t>
                      </a:r>
                      <a:r>
                        <a:rPr sz="1000" spc="-25" dirty="0">
                          <a:latin typeface="Times New Roman"/>
                          <a:cs typeface="Times New Roman"/>
                        </a:rPr>
                        <a:t> </a:t>
                      </a:r>
                      <a:r>
                        <a:rPr sz="1000" dirty="0">
                          <a:latin typeface="Times New Roman"/>
                          <a:cs typeface="Times New Roman"/>
                        </a:rPr>
                        <a:t>tactical</a:t>
                      </a:r>
                      <a:r>
                        <a:rPr sz="1000" spc="-35" dirty="0">
                          <a:latin typeface="Times New Roman"/>
                          <a:cs typeface="Times New Roman"/>
                        </a:rPr>
                        <a:t> </a:t>
                      </a:r>
                      <a:r>
                        <a:rPr sz="1000" spc="-10" dirty="0">
                          <a:latin typeface="Times New Roman"/>
                          <a:cs typeface="Times New Roman"/>
                        </a:rPr>
                        <a:t>forensic </a:t>
                      </a:r>
                      <a:r>
                        <a:rPr sz="1000" dirty="0">
                          <a:latin typeface="Times New Roman"/>
                          <a:cs typeface="Times New Roman"/>
                        </a:rPr>
                        <a:t>analysis,</a:t>
                      </a:r>
                      <a:r>
                        <a:rPr sz="1000" spc="-20" dirty="0">
                          <a:latin typeface="Times New Roman"/>
                          <a:cs typeface="Times New Roman"/>
                        </a:rPr>
                        <a:t> </a:t>
                      </a:r>
                      <a:r>
                        <a:rPr sz="1000" dirty="0">
                          <a:latin typeface="Times New Roman"/>
                          <a:cs typeface="Times New Roman"/>
                        </a:rPr>
                        <a:t>and, when</a:t>
                      </a:r>
                      <a:r>
                        <a:rPr sz="1000" spc="-25" dirty="0">
                          <a:latin typeface="Times New Roman"/>
                          <a:cs typeface="Times New Roman"/>
                        </a:rPr>
                        <a:t> </a:t>
                      </a:r>
                      <a:r>
                        <a:rPr sz="1000" dirty="0">
                          <a:latin typeface="Times New Roman"/>
                          <a:cs typeface="Times New Roman"/>
                        </a:rPr>
                        <a:t>directed, executing</a:t>
                      </a:r>
                      <a:r>
                        <a:rPr sz="1000" spc="-25" dirty="0">
                          <a:latin typeface="Times New Roman"/>
                          <a:cs typeface="Times New Roman"/>
                        </a:rPr>
                        <a:t> </a:t>
                      </a:r>
                      <a:r>
                        <a:rPr sz="1000" dirty="0">
                          <a:latin typeface="Times New Roman"/>
                          <a:cs typeface="Times New Roman"/>
                        </a:rPr>
                        <a:t>on-net </a:t>
                      </a:r>
                      <a:r>
                        <a:rPr sz="1000" spc="-10" dirty="0">
                          <a:latin typeface="Times New Roman"/>
                          <a:cs typeface="Times New Roman"/>
                        </a:rPr>
                        <a:t>operations.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65044">
                <a:tc rowSpan="3">
                  <a:txBody>
                    <a:bodyPr/>
                    <a:lstStyle/>
                    <a:p>
                      <a:pPr marL="69850">
                        <a:lnSpc>
                          <a:spcPts val="1270"/>
                        </a:lnSpc>
                      </a:pPr>
                      <a:r>
                        <a:rPr sz="1000" spc="-10" dirty="0">
                          <a:latin typeface="Times New Roman"/>
                          <a:cs typeface="Times New Roman"/>
                        </a:rPr>
                        <a:t>Investigate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spc="-10" dirty="0">
                          <a:latin typeface="Times New Roman"/>
                          <a:cs typeface="Times New Roman"/>
                        </a:rPr>
                        <a:t>Cyber</a:t>
                      </a:r>
                      <a:endParaRPr sz="1000">
                        <a:latin typeface="Times New Roman"/>
                        <a:cs typeface="Times New Roman"/>
                      </a:endParaRPr>
                    </a:p>
                    <a:p>
                      <a:pPr marL="66675">
                        <a:lnSpc>
                          <a:spcPct val="100000"/>
                        </a:lnSpc>
                        <a:spcBef>
                          <a:spcPts val="55"/>
                        </a:spcBef>
                      </a:pPr>
                      <a:r>
                        <a:rPr sz="1000" spc="-10" dirty="0">
                          <a:latin typeface="Times New Roman"/>
                          <a:cs typeface="Times New Roman"/>
                        </a:rPr>
                        <a:t>Investigation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Cyber</a:t>
                      </a:r>
                      <a:r>
                        <a:rPr sz="1000" spc="-30" dirty="0">
                          <a:latin typeface="Times New Roman"/>
                          <a:cs typeface="Times New Roman"/>
                        </a:rPr>
                        <a:t> </a:t>
                      </a:r>
                      <a:r>
                        <a:rPr sz="1000" dirty="0">
                          <a:latin typeface="Times New Roman"/>
                          <a:cs typeface="Times New Roman"/>
                        </a:rPr>
                        <a:t>Crime</a:t>
                      </a:r>
                      <a:r>
                        <a:rPr sz="1000" spc="-20" dirty="0">
                          <a:latin typeface="Times New Roman"/>
                          <a:cs typeface="Times New Roman"/>
                        </a:rPr>
                        <a:t> </a:t>
                      </a:r>
                      <a:r>
                        <a:rPr sz="1000" spc="-10" dirty="0">
                          <a:latin typeface="Times New Roman"/>
                          <a:cs typeface="Times New Roman"/>
                        </a:rPr>
                        <a:t>Investigator</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221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Identifies,</a:t>
                      </a:r>
                      <a:r>
                        <a:rPr sz="1000" spc="-5" dirty="0">
                          <a:latin typeface="Times New Roman"/>
                          <a:cs typeface="Times New Roman"/>
                        </a:rPr>
                        <a:t> </a:t>
                      </a:r>
                      <a:r>
                        <a:rPr sz="1000" dirty="0">
                          <a:latin typeface="Times New Roman"/>
                          <a:cs typeface="Times New Roman"/>
                        </a:rPr>
                        <a:t>collects,</a:t>
                      </a:r>
                      <a:r>
                        <a:rPr sz="1000" spc="-20" dirty="0">
                          <a:latin typeface="Times New Roman"/>
                          <a:cs typeface="Times New Roman"/>
                        </a:rPr>
                        <a:t> </a:t>
                      </a:r>
                      <a:r>
                        <a:rPr sz="1000" dirty="0">
                          <a:latin typeface="Times New Roman"/>
                          <a:cs typeface="Times New Roman"/>
                        </a:rPr>
                        <a:t>examines,</a:t>
                      </a:r>
                      <a:r>
                        <a:rPr sz="1000" spc="-25" dirty="0">
                          <a:latin typeface="Times New Roman"/>
                          <a:cs typeface="Times New Roman"/>
                        </a:rPr>
                        <a:t> </a:t>
                      </a:r>
                      <a:r>
                        <a:rPr sz="1000" dirty="0">
                          <a:latin typeface="Times New Roman"/>
                          <a:cs typeface="Times New Roman"/>
                        </a:rPr>
                        <a:t>and</a:t>
                      </a:r>
                      <a:r>
                        <a:rPr sz="1000" spc="-25" dirty="0">
                          <a:latin typeface="Times New Roman"/>
                          <a:cs typeface="Times New Roman"/>
                        </a:rPr>
                        <a:t> </a:t>
                      </a:r>
                      <a:r>
                        <a:rPr sz="1000" dirty="0">
                          <a:latin typeface="Times New Roman"/>
                          <a:cs typeface="Times New Roman"/>
                        </a:rPr>
                        <a:t>preserves evidence</a:t>
                      </a:r>
                      <a:r>
                        <a:rPr sz="1000" spc="-15" dirty="0">
                          <a:latin typeface="Times New Roman"/>
                          <a:cs typeface="Times New Roman"/>
                        </a:rPr>
                        <a:t> </a:t>
                      </a:r>
                      <a:r>
                        <a:rPr sz="1000" spc="-10" dirty="0">
                          <a:latin typeface="Times New Roman"/>
                          <a:cs typeface="Times New Roman"/>
                        </a:rPr>
                        <a:t>using</a:t>
                      </a:r>
                      <a:endParaRPr sz="1000">
                        <a:latin typeface="Times New Roman"/>
                        <a:cs typeface="Times New Roman"/>
                      </a:endParaRPr>
                    </a:p>
                    <a:p>
                      <a:pPr marL="66675" marR="394970">
                        <a:lnSpc>
                          <a:spcPts val="1380"/>
                        </a:lnSpc>
                        <a:spcBef>
                          <a:spcPts val="20"/>
                        </a:spcBef>
                      </a:pPr>
                      <a:r>
                        <a:rPr sz="1000" dirty="0">
                          <a:latin typeface="Times New Roman"/>
                          <a:cs typeface="Times New Roman"/>
                        </a:rPr>
                        <a:t>controlled</a:t>
                      </a:r>
                      <a:r>
                        <a:rPr sz="1000" spc="-30" dirty="0">
                          <a:latin typeface="Times New Roman"/>
                          <a:cs typeface="Times New Roman"/>
                        </a:rPr>
                        <a:t> </a:t>
                      </a:r>
                      <a:r>
                        <a:rPr sz="1000" dirty="0">
                          <a:latin typeface="Times New Roman"/>
                          <a:cs typeface="Times New Roman"/>
                        </a:rPr>
                        <a:t>and</a:t>
                      </a:r>
                      <a:r>
                        <a:rPr sz="1000" spc="-5" dirty="0">
                          <a:latin typeface="Times New Roman"/>
                          <a:cs typeface="Times New Roman"/>
                        </a:rPr>
                        <a:t> </a:t>
                      </a:r>
                      <a:r>
                        <a:rPr sz="1000" dirty="0">
                          <a:latin typeface="Times New Roman"/>
                          <a:cs typeface="Times New Roman"/>
                        </a:rPr>
                        <a:t>documented</a:t>
                      </a:r>
                      <a:r>
                        <a:rPr sz="1000" spc="-30" dirty="0">
                          <a:latin typeface="Times New Roman"/>
                          <a:cs typeface="Times New Roman"/>
                        </a:rPr>
                        <a:t> </a:t>
                      </a:r>
                      <a:r>
                        <a:rPr sz="1000" dirty="0">
                          <a:latin typeface="Times New Roman"/>
                          <a:cs typeface="Times New Roman"/>
                        </a:rPr>
                        <a:t>analytical</a:t>
                      </a:r>
                      <a:r>
                        <a:rPr sz="1000" spc="-5" dirty="0">
                          <a:latin typeface="Times New Roman"/>
                          <a:cs typeface="Times New Roman"/>
                        </a:rPr>
                        <a:t> </a:t>
                      </a:r>
                      <a:r>
                        <a:rPr sz="1000" dirty="0">
                          <a:latin typeface="Times New Roman"/>
                          <a:cs typeface="Times New Roman"/>
                        </a:rPr>
                        <a:t>and</a:t>
                      </a:r>
                      <a:r>
                        <a:rPr sz="1000" spc="-30" dirty="0">
                          <a:latin typeface="Times New Roman"/>
                          <a:cs typeface="Times New Roman"/>
                        </a:rPr>
                        <a:t> </a:t>
                      </a:r>
                      <a:r>
                        <a:rPr sz="1000" spc="-10" dirty="0">
                          <a:latin typeface="Times New Roman"/>
                          <a:cs typeface="Times New Roman"/>
                        </a:rPr>
                        <a:t>investigative techniques.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61632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6675">
                        <a:lnSpc>
                          <a:spcPts val="1270"/>
                        </a:lnSpc>
                      </a:pPr>
                      <a:r>
                        <a:rPr sz="1000" dirty="0">
                          <a:latin typeface="Times New Roman"/>
                          <a:cs typeface="Times New Roman"/>
                        </a:rPr>
                        <a:t>Digital</a:t>
                      </a:r>
                      <a:r>
                        <a:rPr sz="1000" spc="-35" dirty="0">
                          <a:latin typeface="Times New Roman"/>
                          <a:cs typeface="Times New Roman"/>
                        </a:rPr>
                        <a:t> </a:t>
                      </a:r>
                      <a:r>
                        <a:rPr sz="1000" spc="-10" dirty="0">
                          <a:latin typeface="Times New Roman"/>
                          <a:cs typeface="Times New Roman"/>
                        </a:rPr>
                        <a:t>Forensics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Forensics</a:t>
                      </a:r>
                      <a:r>
                        <a:rPr sz="1000" spc="-35" dirty="0">
                          <a:latin typeface="Times New Roman"/>
                          <a:cs typeface="Times New Roman"/>
                        </a:rPr>
                        <a:t> </a:t>
                      </a:r>
                      <a:r>
                        <a:rPr sz="1000" spc="-10" dirty="0">
                          <a:latin typeface="Times New Roman"/>
                          <a:cs typeface="Times New Roman"/>
                        </a:rPr>
                        <a:t>Analyst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211</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Conducts deep-dive</a:t>
                      </a:r>
                      <a:r>
                        <a:rPr sz="1000" spc="-30" dirty="0">
                          <a:latin typeface="Times New Roman"/>
                          <a:cs typeface="Times New Roman"/>
                        </a:rPr>
                        <a:t> </a:t>
                      </a:r>
                      <a:r>
                        <a:rPr sz="1000" dirty="0">
                          <a:latin typeface="Times New Roman"/>
                          <a:cs typeface="Times New Roman"/>
                        </a:rPr>
                        <a:t>investigations</a:t>
                      </a:r>
                      <a:r>
                        <a:rPr sz="1000" spc="5" dirty="0">
                          <a:latin typeface="Times New Roman"/>
                          <a:cs typeface="Times New Roman"/>
                        </a:rPr>
                        <a:t> </a:t>
                      </a:r>
                      <a:r>
                        <a:rPr sz="1000" dirty="0">
                          <a:latin typeface="Times New Roman"/>
                          <a:cs typeface="Times New Roman"/>
                        </a:rPr>
                        <a:t>on</a:t>
                      </a:r>
                      <a:r>
                        <a:rPr sz="1000" spc="-20" dirty="0">
                          <a:latin typeface="Times New Roman"/>
                          <a:cs typeface="Times New Roman"/>
                        </a:rPr>
                        <a:t> </a:t>
                      </a:r>
                      <a:r>
                        <a:rPr sz="1000" dirty="0">
                          <a:latin typeface="Times New Roman"/>
                          <a:cs typeface="Times New Roman"/>
                        </a:rPr>
                        <a:t>computer-</a:t>
                      </a:r>
                      <a:r>
                        <a:rPr sz="1000" spc="-20" dirty="0">
                          <a:latin typeface="Times New Roman"/>
                          <a:cs typeface="Times New Roman"/>
                        </a:rPr>
                        <a:t>based</a:t>
                      </a:r>
                      <a:endParaRPr sz="1000">
                        <a:latin typeface="Times New Roman"/>
                        <a:cs typeface="Times New Roman"/>
                      </a:endParaRPr>
                    </a:p>
                    <a:p>
                      <a:pPr marL="66675" marR="275590">
                        <a:lnSpc>
                          <a:spcPct val="103200"/>
                        </a:lnSpc>
                        <a:spcBef>
                          <a:spcPts val="10"/>
                        </a:spcBef>
                      </a:pPr>
                      <a:r>
                        <a:rPr sz="1000" dirty="0">
                          <a:latin typeface="Times New Roman"/>
                          <a:cs typeface="Times New Roman"/>
                        </a:rPr>
                        <a:t>crimes</a:t>
                      </a:r>
                      <a:r>
                        <a:rPr sz="1000" spc="-5" dirty="0">
                          <a:latin typeface="Times New Roman"/>
                          <a:cs typeface="Times New Roman"/>
                        </a:rPr>
                        <a:t> </a:t>
                      </a:r>
                      <a:r>
                        <a:rPr sz="1000" dirty="0">
                          <a:latin typeface="Times New Roman"/>
                          <a:cs typeface="Times New Roman"/>
                        </a:rPr>
                        <a:t>establishing</a:t>
                      </a:r>
                      <a:r>
                        <a:rPr sz="1000" spc="-25" dirty="0">
                          <a:latin typeface="Times New Roman"/>
                          <a:cs typeface="Times New Roman"/>
                        </a:rPr>
                        <a:t> </a:t>
                      </a:r>
                      <a:r>
                        <a:rPr sz="1000" dirty="0">
                          <a:latin typeface="Times New Roman"/>
                          <a:cs typeface="Times New Roman"/>
                        </a:rPr>
                        <a:t>documentary</a:t>
                      </a:r>
                      <a:r>
                        <a:rPr sz="1000" spc="-25" dirty="0">
                          <a:latin typeface="Times New Roman"/>
                          <a:cs typeface="Times New Roman"/>
                        </a:rPr>
                        <a:t> </a:t>
                      </a:r>
                      <a:r>
                        <a:rPr sz="1000" dirty="0">
                          <a:latin typeface="Times New Roman"/>
                          <a:cs typeface="Times New Roman"/>
                        </a:rPr>
                        <a:t>or</a:t>
                      </a:r>
                      <a:r>
                        <a:rPr sz="1000" spc="5" dirty="0">
                          <a:latin typeface="Times New Roman"/>
                          <a:cs typeface="Times New Roman"/>
                        </a:rPr>
                        <a:t> </a:t>
                      </a:r>
                      <a:r>
                        <a:rPr sz="1000" dirty="0">
                          <a:latin typeface="Times New Roman"/>
                          <a:cs typeface="Times New Roman"/>
                        </a:rPr>
                        <a:t>physical</a:t>
                      </a:r>
                      <a:r>
                        <a:rPr sz="1000" spc="-30" dirty="0">
                          <a:latin typeface="Times New Roman"/>
                          <a:cs typeface="Times New Roman"/>
                        </a:rPr>
                        <a:t> </a:t>
                      </a:r>
                      <a:r>
                        <a:rPr sz="1000" dirty="0">
                          <a:latin typeface="Times New Roman"/>
                          <a:cs typeface="Times New Roman"/>
                        </a:rPr>
                        <a:t>evidence,</a:t>
                      </a:r>
                      <a:r>
                        <a:rPr sz="1000" spc="-20" dirty="0">
                          <a:latin typeface="Times New Roman"/>
                          <a:cs typeface="Times New Roman"/>
                        </a:rPr>
                        <a:t> </a:t>
                      </a:r>
                      <a:r>
                        <a:rPr sz="1000" spc="-25" dirty="0">
                          <a:latin typeface="Times New Roman"/>
                          <a:cs typeface="Times New Roman"/>
                        </a:rPr>
                        <a:t>to </a:t>
                      </a:r>
                      <a:r>
                        <a:rPr sz="1000" dirty="0">
                          <a:latin typeface="Times New Roman"/>
                          <a:cs typeface="Times New Roman"/>
                        </a:rPr>
                        <a:t>include</a:t>
                      </a:r>
                      <a:r>
                        <a:rPr sz="1000" spc="-5" dirty="0">
                          <a:latin typeface="Times New Roman"/>
                          <a:cs typeface="Times New Roman"/>
                        </a:rPr>
                        <a:t> </a:t>
                      </a:r>
                      <a:r>
                        <a:rPr sz="1000" dirty="0">
                          <a:latin typeface="Times New Roman"/>
                          <a:cs typeface="Times New Roman"/>
                        </a:rPr>
                        <a:t>digital media</a:t>
                      </a:r>
                      <a:r>
                        <a:rPr sz="1000" spc="-5"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logs</a:t>
                      </a:r>
                      <a:r>
                        <a:rPr sz="1000" spc="-10" dirty="0">
                          <a:latin typeface="Times New Roman"/>
                          <a:cs typeface="Times New Roman"/>
                        </a:rPr>
                        <a:t> </a:t>
                      </a:r>
                      <a:r>
                        <a:rPr sz="1000" dirty="0">
                          <a:latin typeface="Times New Roman"/>
                          <a:cs typeface="Times New Roman"/>
                        </a:rPr>
                        <a:t>associated</a:t>
                      </a:r>
                      <a:r>
                        <a:rPr sz="1000" spc="-20" dirty="0">
                          <a:latin typeface="Times New Roman"/>
                          <a:cs typeface="Times New Roman"/>
                        </a:rPr>
                        <a:t> </a:t>
                      </a:r>
                      <a:r>
                        <a:rPr sz="1000" dirty="0">
                          <a:latin typeface="Times New Roman"/>
                          <a:cs typeface="Times New Roman"/>
                        </a:rPr>
                        <a:t>with</a:t>
                      </a:r>
                      <a:r>
                        <a:rPr sz="1000" spc="-15" dirty="0">
                          <a:latin typeface="Times New Roman"/>
                          <a:cs typeface="Times New Roman"/>
                        </a:rPr>
                        <a:t> </a:t>
                      </a:r>
                      <a:r>
                        <a:rPr sz="1000" spc="-20" dirty="0">
                          <a:latin typeface="Times New Roman"/>
                          <a:cs typeface="Times New Roman"/>
                        </a:rPr>
                        <a:t>cyber </a:t>
                      </a:r>
                      <a:r>
                        <a:rPr sz="1000" dirty="0">
                          <a:latin typeface="Times New Roman"/>
                          <a:cs typeface="Times New Roman"/>
                        </a:rPr>
                        <a:t>intrusion</a:t>
                      </a:r>
                      <a:r>
                        <a:rPr sz="1000" spc="-25" dirty="0">
                          <a:latin typeface="Times New Roman"/>
                          <a:cs typeface="Times New Roman"/>
                        </a:rPr>
                        <a:t> </a:t>
                      </a:r>
                      <a:r>
                        <a:rPr sz="1000" spc="-10" dirty="0">
                          <a:latin typeface="Times New Roman"/>
                          <a:cs typeface="Times New Roman"/>
                        </a:rPr>
                        <a:t>incidents.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65044">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Cyber</a:t>
                      </a:r>
                      <a:r>
                        <a:rPr sz="1000" spc="-25" dirty="0">
                          <a:latin typeface="Times New Roman"/>
                          <a:cs typeface="Times New Roman"/>
                        </a:rPr>
                        <a:t> </a:t>
                      </a:r>
                      <a:r>
                        <a:rPr sz="1000" dirty="0">
                          <a:latin typeface="Times New Roman"/>
                          <a:cs typeface="Times New Roman"/>
                        </a:rPr>
                        <a:t>Defense</a:t>
                      </a:r>
                      <a:r>
                        <a:rPr sz="1000" spc="-40" dirty="0">
                          <a:latin typeface="Times New Roman"/>
                          <a:cs typeface="Times New Roman"/>
                        </a:rPr>
                        <a:t> </a:t>
                      </a:r>
                      <a:r>
                        <a:rPr sz="1000" spc="-10" dirty="0">
                          <a:latin typeface="Times New Roman"/>
                          <a:cs typeface="Times New Roman"/>
                        </a:rPr>
                        <a:t>Forensics</a:t>
                      </a:r>
                      <a:endParaRPr sz="1000">
                        <a:latin typeface="Times New Roman"/>
                        <a:cs typeface="Times New Roman"/>
                      </a:endParaRPr>
                    </a:p>
                    <a:p>
                      <a:pPr marL="69215">
                        <a:lnSpc>
                          <a:spcPct val="100000"/>
                        </a:lnSpc>
                        <a:spcBef>
                          <a:spcPts val="55"/>
                        </a:spcBef>
                      </a:pPr>
                      <a:r>
                        <a:rPr sz="1000" spc="-10" dirty="0">
                          <a:latin typeface="Times New Roman"/>
                          <a:cs typeface="Times New Roman"/>
                        </a:rPr>
                        <a:t>Analyst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212</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Analyzes</a:t>
                      </a:r>
                      <a:r>
                        <a:rPr sz="1000" spc="5" dirty="0">
                          <a:latin typeface="Times New Roman"/>
                          <a:cs typeface="Times New Roman"/>
                        </a:rPr>
                        <a:t> </a:t>
                      </a:r>
                      <a:r>
                        <a:rPr sz="1000" dirty="0">
                          <a:latin typeface="Times New Roman"/>
                          <a:cs typeface="Times New Roman"/>
                        </a:rPr>
                        <a:t>digital evidence</a:t>
                      </a:r>
                      <a:r>
                        <a:rPr sz="1000" spc="-30" dirty="0">
                          <a:latin typeface="Times New Roman"/>
                          <a:cs typeface="Times New Roman"/>
                        </a:rPr>
                        <a:t> </a:t>
                      </a:r>
                      <a:r>
                        <a:rPr sz="1000" dirty="0">
                          <a:latin typeface="Times New Roman"/>
                          <a:cs typeface="Times New Roman"/>
                        </a:rPr>
                        <a:t>and</a:t>
                      </a:r>
                      <a:r>
                        <a:rPr sz="1000" spc="-40" dirty="0">
                          <a:latin typeface="Times New Roman"/>
                          <a:cs typeface="Times New Roman"/>
                        </a:rPr>
                        <a:t> </a:t>
                      </a:r>
                      <a:r>
                        <a:rPr sz="1000" dirty="0">
                          <a:latin typeface="Times New Roman"/>
                          <a:cs typeface="Times New Roman"/>
                        </a:rPr>
                        <a:t>investigates</a:t>
                      </a:r>
                      <a:r>
                        <a:rPr sz="1000" spc="-15" dirty="0">
                          <a:latin typeface="Times New Roman"/>
                          <a:cs typeface="Times New Roman"/>
                        </a:rPr>
                        <a:t> </a:t>
                      </a:r>
                      <a:r>
                        <a:rPr sz="1000" spc="-10" dirty="0">
                          <a:latin typeface="Times New Roman"/>
                          <a:cs typeface="Times New Roman"/>
                        </a:rPr>
                        <a:t>computer</a:t>
                      </a:r>
                      <a:endParaRPr sz="1000">
                        <a:latin typeface="Times New Roman"/>
                        <a:cs typeface="Times New Roman"/>
                      </a:endParaRPr>
                    </a:p>
                    <a:p>
                      <a:pPr marL="66675" marR="147955">
                        <a:lnSpc>
                          <a:spcPct val="102299"/>
                        </a:lnSpc>
                        <a:spcBef>
                          <a:spcPts val="25"/>
                        </a:spcBef>
                      </a:pPr>
                      <a:r>
                        <a:rPr sz="1000" dirty="0">
                          <a:latin typeface="Times New Roman"/>
                          <a:cs typeface="Times New Roman"/>
                        </a:rPr>
                        <a:t>security</a:t>
                      </a:r>
                      <a:r>
                        <a:rPr sz="1000" spc="-15" dirty="0">
                          <a:latin typeface="Times New Roman"/>
                          <a:cs typeface="Times New Roman"/>
                        </a:rPr>
                        <a:t> </a:t>
                      </a:r>
                      <a:r>
                        <a:rPr sz="1000" dirty="0">
                          <a:latin typeface="Times New Roman"/>
                          <a:cs typeface="Times New Roman"/>
                        </a:rPr>
                        <a:t>incidents</a:t>
                      </a:r>
                      <a:r>
                        <a:rPr sz="1000" spc="-5" dirty="0">
                          <a:latin typeface="Times New Roman"/>
                          <a:cs typeface="Times New Roman"/>
                        </a:rPr>
                        <a:t> </a:t>
                      </a:r>
                      <a:r>
                        <a:rPr sz="1000" dirty="0">
                          <a:latin typeface="Times New Roman"/>
                          <a:cs typeface="Times New Roman"/>
                        </a:rPr>
                        <a:t>to</a:t>
                      </a:r>
                      <a:r>
                        <a:rPr sz="1000" spc="-10" dirty="0">
                          <a:latin typeface="Times New Roman"/>
                          <a:cs typeface="Times New Roman"/>
                        </a:rPr>
                        <a:t> </a:t>
                      </a:r>
                      <a:r>
                        <a:rPr sz="1000" dirty="0">
                          <a:latin typeface="Times New Roman"/>
                          <a:cs typeface="Times New Roman"/>
                        </a:rPr>
                        <a:t>derive</a:t>
                      </a:r>
                      <a:r>
                        <a:rPr sz="1000" spc="5" dirty="0">
                          <a:latin typeface="Times New Roman"/>
                          <a:cs typeface="Times New Roman"/>
                        </a:rPr>
                        <a:t> </a:t>
                      </a:r>
                      <a:r>
                        <a:rPr sz="1000" dirty="0">
                          <a:latin typeface="Times New Roman"/>
                          <a:cs typeface="Times New Roman"/>
                        </a:rPr>
                        <a:t>useful</a:t>
                      </a:r>
                      <a:r>
                        <a:rPr sz="1000" spc="-15" dirty="0">
                          <a:latin typeface="Times New Roman"/>
                          <a:cs typeface="Times New Roman"/>
                        </a:rPr>
                        <a:t> </a:t>
                      </a:r>
                      <a:r>
                        <a:rPr sz="1000" dirty="0">
                          <a:latin typeface="Times New Roman"/>
                          <a:cs typeface="Times New Roman"/>
                        </a:rPr>
                        <a:t>information</a:t>
                      </a:r>
                      <a:r>
                        <a:rPr sz="1000" spc="-35" dirty="0">
                          <a:latin typeface="Times New Roman"/>
                          <a:cs typeface="Times New Roman"/>
                        </a:rPr>
                        <a:t> </a:t>
                      </a:r>
                      <a:r>
                        <a:rPr sz="1000" dirty="0">
                          <a:latin typeface="Times New Roman"/>
                          <a:cs typeface="Times New Roman"/>
                        </a:rPr>
                        <a:t>in</a:t>
                      </a:r>
                      <a:r>
                        <a:rPr sz="1000" spc="-35" dirty="0">
                          <a:latin typeface="Times New Roman"/>
                          <a:cs typeface="Times New Roman"/>
                        </a:rPr>
                        <a:t> </a:t>
                      </a:r>
                      <a:r>
                        <a:rPr sz="1000" dirty="0">
                          <a:latin typeface="Times New Roman"/>
                          <a:cs typeface="Times New Roman"/>
                        </a:rPr>
                        <a:t>support</a:t>
                      </a:r>
                      <a:r>
                        <a:rPr sz="1000" spc="10" dirty="0">
                          <a:latin typeface="Times New Roman"/>
                          <a:cs typeface="Times New Roman"/>
                        </a:rPr>
                        <a:t> </a:t>
                      </a:r>
                      <a:r>
                        <a:rPr sz="1000" spc="-25" dirty="0">
                          <a:latin typeface="Times New Roman"/>
                          <a:cs typeface="Times New Roman"/>
                        </a:rPr>
                        <a:t>of </a:t>
                      </a:r>
                      <a:r>
                        <a:rPr sz="1000" dirty="0">
                          <a:latin typeface="Times New Roman"/>
                          <a:cs typeface="Times New Roman"/>
                        </a:rPr>
                        <a:t>system/network</a:t>
                      </a:r>
                      <a:r>
                        <a:rPr sz="1000" spc="-25" dirty="0">
                          <a:latin typeface="Times New Roman"/>
                          <a:cs typeface="Times New Roman"/>
                        </a:rPr>
                        <a:t> </a:t>
                      </a:r>
                      <a:r>
                        <a:rPr sz="1000" dirty="0">
                          <a:latin typeface="Times New Roman"/>
                          <a:cs typeface="Times New Roman"/>
                        </a:rPr>
                        <a:t>vulnerability</a:t>
                      </a:r>
                      <a:r>
                        <a:rPr sz="1000" spc="-25" dirty="0">
                          <a:latin typeface="Times New Roman"/>
                          <a:cs typeface="Times New Roman"/>
                        </a:rPr>
                        <a:t> </a:t>
                      </a:r>
                      <a:r>
                        <a:rPr sz="1000" spc="-10" dirty="0">
                          <a:latin typeface="Times New Roman"/>
                          <a:cs typeface="Times New Roman"/>
                        </a:rPr>
                        <a:t>mitigation.</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310963">
                <a:tc>
                  <a:txBody>
                    <a:bodyPr/>
                    <a:lstStyle/>
                    <a:p>
                      <a:pPr marL="69850">
                        <a:lnSpc>
                          <a:spcPts val="1270"/>
                        </a:lnSpc>
                      </a:pPr>
                      <a:r>
                        <a:rPr sz="1000" spc="-25" dirty="0">
                          <a:latin typeface="Times New Roman"/>
                          <a:cs typeface="Times New Roman"/>
                        </a:rPr>
                        <a:t>Not</a:t>
                      </a:r>
                      <a:endParaRPr sz="1000">
                        <a:latin typeface="Times New Roman"/>
                        <a:cs typeface="Times New Roman"/>
                      </a:endParaRPr>
                    </a:p>
                    <a:p>
                      <a:pPr marL="69850">
                        <a:lnSpc>
                          <a:spcPct val="100000"/>
                        </a:lnSpc>
                        <a:spcBef>
                          <a:spcPts val="55"/>
                        </a:spcBef>
                      </a:pPr>
                      <a:r>
                        <a:rPr sz="1000" spc="-10" dirty="0">
                          <a:latin typeface="Times New Roman"/>
                          <a:cs typeface="Times New Roman"/>
                        </a:rPr>
                        <a:t>Applicable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Not</a:t>
                      </a:r>
                      <a:r>
                        <a:rPr sz="1000" spc="-30" dirty="0">
                          <a:latin typeface="Times New Roman"/>
                          <a:cs typeface="Times New Roman"/>
                        </a:rPr>
                        <a:t> </a:t>
                      </a:r>
                      <a:r>
                        <a:rPr sz="1000" spc="-10" dirty="0">
                          <a:latin typeface="Times New Roman"/>
                          <a:cs typeface="Times New Roman"/>
                        </a:rPr>
                        <a:t>Applicable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215">
                        <a:lnSpc>
                          <a:spcPts val="1270"/>
                        </a:lnSpc>
                      </a:pPr>
                      <a:r>
                        <a:rPr sz="1000" dirty="0">
                          <a:latin typeface="Times New Roman"/>
                          <a:cs typeface="Times New Roman"/>
                        </a:rPr>
                        <a:t>Not</a:t>
                      </a:r>
                      <a:r>
                        <a:rPr sz="1000" spc="-30" dirty="0">
                          <a:latin typeface="Times New Roman"/>
                          <a:cs typeface="Times New Roman"/>
                        </a:rPr>
                        <a:t> </a:t>
                      </a:r>
                      <a:r>
                        <a:rPr sz="1000" spc="-10" dirty="0">
                          <a:latin typeface="Times New Roman"/>
                          <a:cs typeface="Times New Roman"/>
                        </a:rPr>
                        <a:t>Applicable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70"/>
                        </a:lnSpc>
                      </a:pPr>
                      <a:r>
                        <a:rPr sz="1000" spc="-25" dirty="0">
                          <a:latin typeface="Times New Roman"/>
                          <a:cs typeface="Times New Roman"/>
                        </a:rPr>
                        <a:t>000</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270"/>
                        </a:lnSpc>
                      </a:pPr>
                      <a:r>
                        <a:rPr sz="1000" dirty="0">
                          <a:latin typeface="Times New Roman"/>
                          <a:cs typeface="Times New Roman"/>
                        </a:rPr>
                        <a:t>Does</a:t>
                      </a:r>
                      <a:r>
                        <a:rPr sz="1000" spc="-15" dirty="0">
                          <a:latin typeface="Times New Roman"/>
                          <a:cs typeface="Times New Roman"/>
                        </a:rPr>
                        <a:t> </a:t>
                      </a:r>
                      <a:r>
                        <a:rPr sz="1000" dirty="0">
                          <a:latin typeface="Times New Roman"/>
                          <a:cs typeface="Times New Roman"/>
                        </a:rPr>
                        <a:t>NOT</a:t>
                      </a:r>
                      <a:r>
                        <a:rPr sz="1000" spc="-40" dirty="0">
                          <a:latin typeface="Times New Roman"/>
                          <a:cs typeface="Times New Roman"/>
                        </a:rPr>
                        <a:t> </a:t>
                      </a:r>
                      <a:r>
                        <a:rPr sz="1000" dirty="0">
                          <a:latin typeface="Times New Roman"/>
                          <a:cs typeface="Times New Roman"/>
                        </a:rPr>
                        <a:t>involve</a:t>
                      </a:r>
                      <a:r>
                        <a:rPr sz="1000" spc="-5" dirty="0">
                          <a:latin typeface="Times New Roman"/>
                          <a:cs typeface="Times New Roman"/>
                        </a:rPr>
                        <a:t> </a:t>
                      </a:r>
                      <a:r>
                        <a:rPr sz="1000" dirty="0">
                          <a:latin typeface="Times New Roman"/>
                          <a:cs typeface="Times New Roman"/>
                        </a:rPr>
                        <a:t>work</a:t>
                      </a:r>
                      <a:r>
                        <a:rPr sz="1000" spc="-15" dirty="0">
                          <a:latin typeface="Times New Roman"/>
                          <a:cs typeface="Times New Roman"/>
                        </a:rPr>
                        <a:t> </a:t>
                      </a:r>
                      <a:r>
                        <a:rPr sz="1000" dirty="0">
                          <a:latin typeface="Times New Roman"/>
                          <a:cs typeface="Times New Roman"/>
                        </a:rPr>
                        <a:t>functions</a:t>
                      </a:r>
                      <a:r>
                        <a:rPr sz="1000" spc="-15" dirty="0">
                          <a:latin typeface="Times New Roman"/>
                          <a:cs typeface="Times New Roman"/>
                        </a:rPr>
                        <a:t> </a:t>
                      </a:r>
                      <a:r>
                        <a:rPr sz="1000" dirty="0">
                          <a:latin typeface="Times New Roman"/>
                          <a:cs typeface="Times New Roman"/>
                        </a:rPr>
                        <a:t>in</a:t>
                      </a:r>
                      <a:r>
                        <a:rPr sz="1000" spc="-45" dirty="0">
                          <a:latin typeface="Times New Roman"/>
                          <a:cs typeface="Times New Roman"/>
                        </a:rPr>
                        <a:t> </a:t>
                      </a:r>
                      <a:r>
                        <a:rPr sz="1000" spc="-10" dirty="0">
                          <a:latin typeface="Times New Roman"/>
                          <a:cs typeface="Times New Roman"/>
                        </a:rPr>
                        <a:t>information</a:t>
                      </a:r>
                      <a:endParaRPr sz="1000">
                        <a:latin typeface="Times New Roman"/>
                        <a:cs typeface="Times New Roman"/>
                      </a:endParaRPr>
                    </a:p>
                    <a:p>
                      <a:pPr marL="66675">
                        <a:lnSpc>
                          <a:spcPct val="100000"/>
                        </a:lnSpc>
                        <a:spcBef>
                          <a:spcPts val="55"/>
                        </a:spcBef>
                      </a:pPr>
                      <a:r>
                        <a:rPr sz="1000" dirty="0">
                          <a:latin typeface="Times New Roman"/>
                          <a:cs typeface="Times New Roman"/>
                        </a:rPr>
                        <a:t>technology</a:t>
                      </a:r>
                      <a:r>
                        <a:rPr sz="1000" spc="-40" dirty="0">
                          <a:latin typeface="Times New Roman"/>
                          <a:cs typeface="Times New Roman"/>
                        </a:rPr>
                        <a:t> </a:t>
                      </a:r>
                      <a:r>
                        <a:rPr sz="1000" dirty="0">
                          <a:latin typeface="Times New Roman"/>
                          <a:cs typeface="Times New Roman"/>
                        </a:rPr>
                        <a:t>(IT),</a:t>
                      </a:r>
                      <a:r>
                        <a:rPr sz="1000" spc="-5" dirty="0">
                          <a:latin typeface="Times New Roman"/>
                          <a:cs typeface="Times New Roman"/>
                        </a:rPr>
                        <a:t> </a:t>
                      </a:r>
                      <a:r>
                        <a:rPr sz="1000" dirty="0">
                          <a:latin typeface="Times New Roman"/>
                          <a:cs typeface="Times New Roman"/>
                        </a:rPr>
                        <a:t>cybersecurity,</a:t>
                      </a:r>
                      <a:r>
                        <a:rPr sz="1000" spc="10" dirty="0">
                          <a:latin typeface="Times New Roman"/>
                          <a:cs typeface="Times New Roman"/>
                        </a:rPr>
                        <a:t> </a:t>
                      </a:r>
                      <a:r>
                        <a:rPr sz="1000" dirty="0">
                          <a:latin typeface="Times New Roman"/>
                          <a:cs typeface="Times New Roman"/>
                        </a:rPr>
                        <a:t>or</a:t>
                      </a:r>
                      <a:r>
                        <a:rPr sz="1000" spc="45" dirty="0">
                          <a:latin typeface="Times New Roman"/>
                          <a:cs typeface="Times New Roman"/>
                        </a:rPr>
                        <a:t> </a:t>
                      </a:r>
                      <a:r>
                        <a:rPr sz="1000" spc="-10" dirty="0">
                          <a:latin typeface="Times New Roman"/>
                          <a:cs typeface="Times New Roman"/>
                        </a:rPr>
                        <a:t>cyber-</a:t>
                      </a:r>
                      <a:r>
                        <a:rPr sz="1000" dirty="0">
                          <a:latin typeface="Times New Roman"/>
                          <a:cs typeface="Times New Roman"/>
                        </a:rPr>
                        <a:t>related</a:t>
                      </a:r>
                      <a:r>
                        <a:rPr sz="1000" spc="-35" dirty="0">
                          <a:latin typeface="Times New Roman"/>
                          <a:cs typeface="Times New Roman"/>
                        </a:rPr>
                        <a:t> </a:t>
                      </a:r>
                      <a:r>
                        <a:rPr sz="1000" spc="-10" dirty="0">
                          <a:latin typeface="Times New Roman"/>
                          <a:cs typeface="Times New Roman"/>
                        </a:rPr>
                        <a:t>areas.</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AE550-4407-DBD7-1A57-C53294F762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5EC658-36F6-9BA1-58B8-8D20D7E26430}"/>
              </a:ext>
            </a:extLst>
          </p:cNvPr>
          <p:cNvSpPr txBox="1"/>
          <p:nvPr/>
        </p:nvSpPr>
        <p:spPr>
          <a:xfrm>
            <a:off x="353961" y="271662"/>
            <a:ext cx="10453324" cy="646331"/>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Preparing a Job-Ready Cybersecurity Workforce </a:t>
            </a:r>
          </a:p>
          <a:p>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DC5BC5C-E5B6-9E74-DC7D-563FD35D2F7E}"/>
              </a:ext>
            </a:extLst>
          </p:cNvPr>
          <p:cNvSpPr txBox="1"/>
          <p:nvPr/>
        </p:nvSpPr>
        <p:spPr>
          <a:xfrm>
            <a:off x="2857501" y="1326324"/>
            <a:ext cx="6094140" cy="369332"/>
          </a:xfrm>
          <a:prstGeom prst="rect">
            <a:avLst/>
          </a:prstGeom>
          <a:noFill/>
        </p:spPr>
        <p:txBody>
          <a:bodyPr wrap="square">
            <a:spAutoFit/>
          </a:bodyPr>
          <a:lstStyle/>
          <a:p>
            <a:r>
              <a:rPr lang="en-US" dirty="0">
                <a:hlinkClick r:id="rId2"/>
              </a:rPr>
              <a:t>NICE Releases NICE Framework Components v2.0.0 | NIST</a:t>
            </a:r>
            <a:endParaRPr lang="en-US" dirty="0"/>
          </a:p>
        </p:txBody>
      </p:sp>
      <p:sp>
        <p:nvSpPr>
          <p:cNvPr id="8" name="TextBox 7">
            <a:extLst>
              <a:ext uri="{FF2B5EF4-FFF2-40B4-BE49-F238E27FC236}">
                <a16:creationId xmlns:a16="http://schemas.microsoft.com/office/drawing/2014/main" id="{83E384C7-CD95-2EF5-D0A4-25BC933998F7}"/>
              </a:ext>
            </a:extLst>
          </p:cNvPr>
          <p:cNvSpPr txBox="1"/>
          <p:nvPr/>
        </p:nvSpPr>
        <p:spPr>
          <a:xfrm>
            <a:off x="3693841" y="2497202"/>
            <a:ext cx="6094140" cy="369332"/>
          </a:xfrm>
          <a:prstGeom prst="rect">
            <a:avLst/>
          </a:prstGeom>
          <a:noFill/>
        </p:spPr>
        <p:txBody>
          <a:bodyPr wrap="square">
            <a:spAutoFit/>
          </a:bodyPr>
          <a:lstStyle/>
          <a:p>
            <a:r>
              <a:rPr lang="en-US" dirty="0">
                <a:hlinkClick r:id="rId3"/>
              </a:rPr>
              <a:t>NICE Framework Components v2.0.0.xlsx</a:t>
            </a:r>
            <a:endParaRPr lang="en-US" dirty="0"/>
          </a:p>
        </p:txBody>
      </p:sp>
    </p:spTree>
    <p:extLst>
      <p:ext uri="{BB962C8B-B14F-4D97-AF65-F5344CB8AC3E}">
        <p14:creationId xmlns:p14="http://schemas.microsoft.com/office/powerpoint/2010/main" val="3196067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C51C2-CBEC-DFCB-8FDA-10B2AC0739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E2001E-B819-4202-F205-04E859579B88}"/>
              </a:ext>
            </a:extLst>
          </p:cNvPr>
          <p:cNvSpPr txBox="1"/>
          <p:nvPr/>
        </p:nvSpPr>
        <p:spPr>
          <a:xfrm>
            <a:off x="353961" y="271662"/>
            <a:ext cx="10453324" cy="646331"/>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Preparing a Job-Ready Cybersecurity Workforce </a:t>
            </a:r>
          </a:p>
          <a:p>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288447F-9CFF-4C6C-F344-DBD29E319357}"/>
              </a:ext>
            </a:extLst>
          </p:cNvPr>
          <p:cNvGraphicFramePr>
            <a:graphicFrameLocks noGrp="1"/>
          </p:cNvGraphicFramePr>
          <p:nvPr/>
        </p:nvGraphicFramePr>
        <p:xfrm>
          <a:off x="353960" y="1168169"/>
          <a:ext cx="11378369" cy="789447"/>
        </p:xfrm>
        <a:graphic>
          <a:graphicData uri="http://schemas.openxmlformats.org/drawingml/2006/table">
            <a:tbl>
              <a:tblPr/>
              <a:tblGrid>
                <a:gridCol w="2073889">
                  <a:extLst>
                    <a:ext uri="{9D8B030D-6E8A-4147-A177-3AD203B41FA5}">
                      <a16:colId xmlns:a16="http://schemas.microsoft.com/office/drawing/2014/main" val="1475078032"/>
                    </a:ext>
                  </a:extLst>
                </a:gridCol>
                <a:gridCol w="5436955">
                  <a:extLst>
                    <a:ext uri="{9D8B030D-6E8A-4147-A177-3AD203B41FA5}">
                      <a16:colId xmlns:a16="http://schemas.microsoft.com/office/drawing/2014/main" val="1551874639"/>
                    </a:ext>
                  </a:extLst>
                </a:gridCol>
                <a:gridCol w="1064971">
                  <a:extLst>
                    <a:ext uri="{9D8B030D-6E8A-4147-A177-3AD203B41FA5}">
                      <a16:colId xmlns:a16="http://schemas.microsoft.com/office/drawing/2014/main" val="3647605787"/>
                    </a:ext>
                  </a:extLst>
                </a:gridCol>
                <a:gridCol w="728665">
                  <a:extLst>
                    <a:ext uri="{9D8B030D-6E8A-4147-A177-3AD203B41FA5}">
                      <a16:colId xmlns:a16="http://schemas.microsoft.com/office/drawing/2014/main" val="296359438"/>
                    </a:ext>
                  </a:extLst>
                </a:gridCol>
                <a:gridCol w="2073889">
                  <a:extLst>
                    <a:ext uri="{9D8B030D-6E8A-4147-A177-3AD203B41FA5}">
                      <a16:colId xmlns:a16="http://schemas.microsoft.com/office/drawing/2014/main" val="2653001021"/>
                    </a:ext>
                  </a:extLst>
                </a:gridCol>
              </a:tblGrid>
              <a:tr h="323238">
                <a:tc>
                  <a:txBody>
                    <a:bodyPr/>
                    <a:lstStyle/>
                    <a:p>
                      <a:pPr algn="ctr" fontAlgn="ctr">
                        <a:buNone/>
                      </a:pPr>
                      <a:r>
                        <a:rPr lang="en-US" sz="1000" b="1" i="0" u="none" strike="noStrike">
                          <a:solidFill>
                            <a:srgbClr val="FFFFFF"/>
                          </a:solidFill>
                          <a:effectLst/>
                          <a:latin typeface="Calibri" panose="020F0502020204030204" pitchFamily="34" charset="0"/>
                        </a:rPr>
                        <a:t>Work Role</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546A"/>
                    </a:solidFill>
                  </a:tcPr>
                </a:tc>
                <a:tc>
                  <a:txBody>
                    <a:bodyPr/>
                    <a:lstStyle/>
                    <a:p>
                      <a:pPr algn="ctr" fontAlgn="ctr">
                        <a:buNone/>
                      </a:pPr>
                      <a:r>
                        <a:rPr lang="en-US" sz="1000" b="1" i="0" u="none" strike="noStrike">
                          <a:solidFill>
                            <a:srgbClr val="FFFFFF"/>
                          </a:solidFill>
                          <a:effectLst/>
                          <a:latin typeface="Calibri" panose="020F0502020204030204" pitchFamily="34" charset="0"/>
                        </a:rPr>
                        <a:t>Work Role Description</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546A"/>
                    </a:solidFill>
                  </a:tcPr>
                </a:tc>
                <a:tc>
                  <a:txBody>
                    <a:bodyPr/>
                    <a:lstStyle/>
                    <a:p>
                      <a:pPr algn="ctr" fontAlgn="ctr">
                        <a:buNone/>
                      </a:pPr>
                      <a:r>
                        <a:rPr lang="en-US" sz="1000" b="1" i="0" u="none" strike="noStrike">
                          <a:solidFill>
                            <a:srgbClr val="FFFFFF"/>
                          </a:solidFill>
                          <a:effectLst/>
                          <a:latin typeface="Calibri" panose="020F0502020204030204" pitchFamily="34" charset="0"/>
                        </a:rPr>
                        <a:t>Work Role ID</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546A"/>
                    </a:solidFill>
                  </a:tcPr>
                </a:tc>
                <a:tc>
                  <a:txBody>
                    <a:bodyPr/>
                    <a:lstStyle/>
                    <a:p>
                      <a:pPr algn="ctr" fontAlgn="ctr">
                        <a:buNone/>
                      </a:pPr>
                      <a:r>
                        <a:rPr lang="en-US" sz="1000" b="1" i="0" u="none" strike="noStrike">
                          <a:solidFill>
                            <a:srgbClr val="FFFFFF"/>
                          </a:solidFill>
                          <a:effectLst/>
                          <a:latin typeface="Calibri" panose="020F0502020204030204" pitchFamily="34" charset="0"/>
                        </a:rPr>
                        <a:t>OPM Code (Fed Use)</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546A"/>
                    </a:solidFill>
                  </a:tcPr>
                </a:tc>
                <a:tc>
                  <a:txBody>
                    <a:bodyPr/>
                    <a:lstStyle/>
                    <a:p>
                      <a:pPr algn="ctr" fontAlgn="ctr">
                        <a:buNone/>
                      </a:pPr>
                      <a:r>
                        <a:rPr lang="en-US" sz="1000" b="1" i="0" u="none" strike="noStrike">
                          <a:solidFill>
                            <a:srgbClr val="FFFFFF"/>
                          </a:solidFill>
                          <a:effectLst/>
                          <a:latin typeface="Calibri" panose="020F0502020204030204" pitchFamily="34" charset="0"/>
                        </a:rPr>
                        <a:t>Link to TKS List</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546A"/>
                    </a:solidFill>
                  </a:tcPr>
                </a:tc>
                <a:extLst>
                  <a:ext uri="{0D108BD9-81ED-4DB2-BD59-A6C34878D82A}">
                    <a16:rowId xmlns:a16="http://schemas.microsoft.com/office/drawing/2014/main" val="217900459"/>
                  </a:ext>
                </a:extLst>
              </a:tr>
              <a:tr h="466209">
                <a:tc gridSpan="5">
                  <a:txBody>
                    <a:bodyPr/>
                    <a:lstStyle/>
                    <a:p>
                      <a:pPr algn="ctr" fontAlgn="ctr">
                        <a:buNone/>
                      </a:pPr>
                      <a:r>
                        <a:rPr lang="en-US" sz="1000" b="1" i="0" u="none" strike="noStrike" dirty="0">
                          <a:solidFill>
                            <a:srgbClr val="000000"/>
                          </a:solidFill>
                          <a:effectLst/>
                          <a:latin typeface="Calibri" panose="020F0502020204030204" pitchFamily="34" charset="0"/>
                        </a:rPr>
                        <a:t>OVERSIGHT and GOVERNANCE (OG) – Provides leadership, management, direction, and advocacy so the organization may effectively manage cybersecurity-related risks to the enterprise and conduct cybersecurity work. </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062D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16635179"/>
                  </a:ext>
                </a:extLst>
              </a:tr>
            </a:tbl>
          </a:graphicData>
        </a:graphic>
      </p:graphicFrame>
      <p:graphicFrame>
        <p:nvGraphicFramePr>
          <p:cNvPr id="5" name="Object 4">
            <a:extLst>
              <a:ext uri="{FF2B5EF4-FFF2-40B4-BE49-F238E27FC236}">
                <a16:creationId xmlns:a16="http://schemas.microsoft.com/office/drawing/2014/main" id="{FFE2321B-E2F6-6CB7-3C2A-F29D5E6623CA}"/>
              </a:ext>
            </a:extLst>
          </p:cNvPr>
          <p:cNvGraphicFramePr>
            <a:graphicFrameLocks noChangeAspect="1"/>
          </p:cNvGraphicFramePr>
          <p:nvPr/>
        </p:nvGraphicFramePr>
        <p:xfrm>
          <a:off x="353960" y="2023642"/>
          <a:ext cx="11378369" cy="368300"/>
        </p:xfrm>
        <a:graphic>
          <a:graphicData uri="http://schemas.openxmlformats.org/presentationml/2006/ole">
            <mc:AlternateContent xmlns:mc="http://schemas.openxmlformats.org/markup-compatibility/2006">
              <mc:Choice xmlns:v="urn:schemas-microsoft-com:vml" Requires="v">
                <p:oleObj name="Worksheet" r:id="rId2" imgW="12923662" imgH="434387" progId="Excel.Sheet.12">
                  <p:embed/>
                </p:oleObj>
              </mc:Choice>
              <mc:Fallback>
                <p:oleObj name="Worksheet" r:id="rId2" imgW="12923662" imgH="434387" progId="Excel.Sheet.12">
                  <p:embed/>
                  <p:pic>
                    <p:nvPicPr>
                      <p:cNvPr id="5" name="Object 4">
                        <a:extLst>
                          <a:ext uri="{FF2B5EF4-FFF2-40B4-BE49-F238E27FC236}">
                            <a16:creationId xmlns:a16="http://schemas.microsoft.com/office/drawing/2014/main" id="{FFE2321B-E2F6-6CB7-3C2A-F29D5E6623CA}"/>
                          </a:ext>
                        </a:extLst>
                      </p:cNvPr>
                      <p:cNvPicPr/>
                      <p:nvPr/>
                    </p:nvPicPr>
                    <p:blipFill>
                      <a:blip r:embed="rId3"/>
                      <a:stretch>
                        <a:fillRect/>
                      </a:stretch>
                    </p:blipFill>
                    <p:spPr>
                      <a:xfrm>
                        <a:off x="353960" y="2023642"/>
                        <a:ext cx="11378369" cy="368300"/>
                      </a:xfrm>
                      <a:prstGeom prst="rect">
                        <a:avLst/>
                      </a:prstGeom>
                    </p:spPr>
                  </p:pic>
                </p:oleObj>
              </mc:Fallback>
            </mc:AlternateContent>
          </a:graphicData>
        </a:graphic>
      </p:graphicFrame>
    </p:spTree>
    <p:extLst>
      <p:ext uri="{BB962C8B-B14F-4D97-AF65-F5344CB8AC3E}">
        <p14:creationId xmlns:p14="http://schemas.microsoft.com/office/powerpoint/2010/main" val="1376152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488A8-2E88-8103-799A-F14686778AF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9D3CB6-8BF3-EDBC-A0F0-54E4A21F7BB4}"/>
              </a:ext>
            </a:extLst>
          </p:cNvPr>
          <p:cNvSpPr txBox="1"/>
          <p:nvPr/>
        </p:nvSpPr>
        <p:spPr>
          <a:xfrm>
            <a:off x="353961" y="271662"/>
            <a:ext cx="10453324" cy="646331"/>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Preparing a Job-Ready Cybersecurity Workforce </a:t>
            </a:r>
          </a:p>
          <a:p>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0995471-9E4F-C17C-A2EC-2F2B9C0741B4}"/>
              </a:ext>
            </a:extLst>
          </p:cNvPr>
          <p:cNvGraphicFramePr>
            <a:graphicFrameLocks noGrp="1"/>
          </p:cNvGraphicFramePr>
          <p:nvPr>
            <p:extLst>
              <p:ext uri="{D42A27DB-BD31-4B8C-83A1-F6EECF244321}">
                <p14:modId xmlns:p14="http://schemas.microsoft.com/office/powerpoint/2010/main" val="2599495490"/>
              </p:ext>
            </p:extLst>
          </p:nvPr>
        </p:nvGraphicFramePr>
        <p:xfrm>
          <a:off x="425800" y="917993"/>
          <a:ext cx="11412239" cy="1125296"/>
        </p:xfrm>
        <a:graphic>
          <a:graphicData uri="http://schemas.openxmlformats.org/drawingml/2006/table">
            <a:tbl>
              <a:tblPr/>
              <a:tblGrid>
                <a:gridCol w="2080063">
                  <a:extLst>
                    <a:ext uri="{9D8B030D-6E8A-4147-A177-3AD203B41FA5}">
                      <a16:colId xmlns:a16="http://schemas.microsoft.com/office/drawing/2014/main" val="1475078032"/>
                    </a:ext>
                  </a:extLst>
                </a:gridCol>
                <a:gridCol w="5453140">
                  <a:extLst>
                    <a:ext uri="{9D8B030D-6E8A-4147-A177-3AD203B41FA5}">
                      <a16:colId xmlns:a16="http://schemas.microsoft.com/office/drawing/2014/main" val="1551874639"/>
                    </a:ext>
                  </a:extLst>
                </a:gridCol>
                <a:gridCol w="1068140">
                  <a:extLst>
                    <a:ext uri="{9D8B030D-6E8A-4147-A177-3AD203B41FA5}">
                      <a16:colId xmlns:a16="http://schemas.microsoft.com/office/drawing/2014/main" val="3647605787"/>
                    </a:ext>
                  </a:extLst>
                </a:gridCol>
                <a:gridCol w="730833">
                  <a:extLst>
                    <a:ext uri="{9D8B030D-6E8A-4147-A177-3AD203B41FA5}">
                      <a16:colId xmlns:a16="http://schemas.microsoft.com/office/drawing/2014/main" val="296359438"/>
                    </a:ext>
                  </a:extLst>
                </a:gridCol>
                <a:gridCol w="2080063">
                  <a:extLst>
                    <a:ext uri="{9D8B030D-6E8A-4147-A177-3AD203B41FA5}">
                      <a16:colId xmlns:a16="http://schemas.microsoft.com/office/drawing/2014/main" val="2653001021"/>
                    </a:ext>
                  </a:extLst>
                </a:gridCol>
              </a:tblGrid>
              <a:tr h="460751">
                <a:tc>
                  <a:txBody>
                    <a:bodyPr/>
                    <a:lstStyle/>
                    <a:p>
                      <a:pPr algn="ctr" fontAlgn="ctr">
                        <a:buNone/>
                      </a:pPr>
                      <a:r>
                        <a:rPr lang="en-US" sz="1000" b="1" i="0" u="none" strike="noStrike">
                          <a:solidFill>
                            <a:srgbClr val="FFFFFF"/>
                          </a:solidFill>
                          <a:effectLst/>
                          <a:latin typeface="Calibri" panose="020F0502020204030204" pitchFamily="34" charset="0"/>
                        </a:rPr>
                        <a:t>Work Role</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546A"/>
                    </a:solidFill>
                  </a:tcPr>
                </a:tc>
                <a:tc>
                  <a:txBody>
                    <a:bodyPr/>
                    <a:lstStyle/>
                    <a:p>
                      <a:pPr algn="ctr" fontAlgn="ctr">
                        <a:buNone/>
                      </a:pPr>
                      <a:r>
                        <a:rPr lang="en-US" sz="1000" b="1" i="0" u="none" strike="noStrike">
                          <a:solidFill>
                            <a:srgbClr val="FFFFFF"/>
                          </a:solidFill>
                          <a:effectLst/>
                          <a:latin typeface="Calibri" panose="020F0502020204030204" pitchFamily="34" charset="0"/>
                        </a:rPr>
                        <a:t>Work Role Description</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546A"/>
                    </a:solidFill>
                  </a:tcPr>
                </a:tc>
                <a:tc>
                  <a:txBody>
                    <a:bodyPr/>
                    <a:lstStyle/>
                    <a:p>
                      <a:pPr algn="ctr" fontAlgn="ctr">
                        <a:buNone/>
                      </a:pPr>
                      <a:r>
                        <a:rPr lang="en-US" sz="1000" b="1" i="0" u="none" strike="noStrike">
                          <a:solidFill>
                            <a:srgbClr val="FFFFFF"/>
                          </a:solidFill>
                          <a:effectLst/>
                          <a:latin typeface="Calibri" panose="020F0502020204030204" pitchFamily="34" charset="0"/>
                        </a:rPr>
                        <a:t>Work Role ID</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546A"/>
                    </a:solidFill>
                  </a:tcPr>
                </a:tc>
                <a:tc>
                  <a:txBody>
                    <a:bodyPr/>
                    <a:lstStyle/>
                    <a:p>
                      <a:pPr algn="ctr" fontAlgn="ctr">
                        <a:buNone/>
                      </a:pPr>
                      <a:r>
                        <a:rPr lang="en-US" sz="1000" b="1" i="0" u="none" strike="noStrike">
                          <a:solidFill>
                            <a:srgbClr val="FFFFFF"/>
                          </a:solidFill>
                          <a:effectLst/>
                          <a:latin typeface="Calibri" panose="020F0502020204030204" pitchFamily="34" charset="0"/>
                        </a:rPr>
                        <a:t>OPM Code (Fed Use)</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546A"/>
                    </a:solidFill>
                  </a:tcPr>
                </a:tc>
                <a:tc>
                  <a:txBody>
                    <a:bodyPr/>
                    <a:lstStyle/>
                    <a:p>
                      <a:pPr algn="ctr" fontAlgn="ctr">
                        <a:buNone/>
                      </a:pPr>
                      <a:r>
                        <a:rPr lang="en-US" sz="1000" b="1" i="0" u="none" strike="noStrike">
                          <a:solidFill>
                            <a:srgbClr val="FFFFFF"/>
                          </a:solidFill>
                          <a:effectLst/>
                          <a:latin typeface="Calibri" panose="020F0502020204030204" pitchFamily="34" charset="0"/>
                        </a:rPr>
                        <a:t>Link to TKS List</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546A"/>
                    </a:solidFill>
                  </a:tcPr>
                </a:tc>
                <a:extLst>
                  <a:ext uri="{0D108BD9-81ED-4DB2-BD59-A6C34878D82A}">
                    <a16:rowId xmlns:a16="http://schemas.microsoft.com/office/drawing/2014/main" val="217900459"/>
                  </a:ext>
                </a:extLst>
              </a:tr>
              <a:tr h="664545">
                <a:tc gridSpan="5">
                  <a:txBody>
                    <a:bodyPr/>
                    <a:lstStyle/>
                    <a:p>
                      <a:pPr algn="ctr" fontAlgn="ctr">
                        <a:buNone/>
                      </a:pPr>
                      <a:r>
                        <a:rPr lang="en-US" sz="1000" b="1" i="0" u="none" strike="noStrike" dirty="0">
                          <a:solidFill>
                            <a:srgbClr val="000000"/>
                          </a:solidFill>
                          <a:effectLst/>
                          <a:latin typeface="Calibri" panose="020F0502020204030204" pitchFamily="34" charset="0"/>
                        </a:rPr>
                        <a:t>OVERSIGHT and GOVERNANCE (OG) – Provides leadership, management, direction, and advocacy so the organization may effectively manage cybersecurity-related risks to the enterprise and conduct cybersecurity work. </a:t>
                      </a:r>
                    </a:p>
                  </a:txBody>
                  <a:tcPr marL="6216" marR="6216" marT="62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062D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16635179"/>
                  </a:ext>
                </a:extLst>
              </a:tr>
            </a:tbl>
          </a:graphicData>
        </a:graphic>
      </p:graphicFrame>
      <p:graphicFrame>
        <p:nvGraphicFramePr>
          <p:cNvPr id="3" name="Object 2">
            <a:extLst>
              <a:ext uri="{FF2B5EF4-FFF2-40B4-BE49-F238E27FC236}">
                <a16:creationId xmlns:a16="http://schemas.microsoft.com/office/drawing/2014/main" id="{AE468BDD-80A8-9163-ADB4-DB54A267D24E}"/>
              </a:ext>
            </a:extLst>
          </p:cNvPr>
          <p:cNvGraphicFramePr>
            <a:graphicFrameLocks noChangeAspect="1"/>
          </p:cNvGraphicFramePr>
          <p:nvPr>
            <p:extLst>
              <p:ext uri="{D42A27DB-BD31-4B8C-83A1-F6EECF244321}">
                <p14:modId xmlns:p14="http://schemas.microsoft.com/office/powerpoint/2010/main" val="3088737574"/>
              </p:ext>
            </p:extLst>
          </p:nvPr>
        </p:nvGraphicFramePr>
        <p:xfrm>
          <a:off x="425800" y="2270303"/>
          <a:ext cx="11468114" cy="540630"/>
        </p:xfrm>
        <a:graphic>
          <a:graphicData uri="http://schemas.openxmlformats.org/presentationml/2006/ole">
            <mc:AlternateContent xmlns:mc="http://schemas.openxmlformats.org/markup-compatibility/2006">
              <mc:Choice xmlns:v="urn:schemas-microsoft-com:vml" Requires="v">
                <p:oleObj name="Worksheet" r:id="rId2" imgW="12923662" imgH="601949" progId="Excel.Sheet.12">
                  <p:embed/>
                </p:oleObj>
              </mc:Choice>
              <mc:Fallback>
                <p:oleObj name="Worksheet" r:id="rId2" imgW="12923662" imgH="601949" progId="Excel.Sheet.12">
                  <p:embed/>
                  <p:pic>
                    <p:nvPicPr>
                      <p:cNvPr id="3" name="Object 2">
                        <a:extLst>
                          <a:ext uri="{FF2B5EF4-FFF2-40B4-BE49-F238E27FC236}">
                            <a16:creationId xmlns:a16="http://schemas.microsoft.com/office/drawing/2014/main" id="{AE468BDD-80A8-9163-ADB4-DB54A267D24E}"/>
                          </a:ext>
                        </a:extLst>
                      </p:cNvPr>
                      <p:cNvPicPr/>
                      <p:nvPr/>
                    </p:nvPicPr>
                    <p:blipFill>
                      <a:blip r:embed="rId3"/>
                      <a:stretch>
                        <a:fillRect/>
                      </a:stretch>
                    </p:blipFill>
                    <p:spPr>
                      <a:xfrm>
                        <a:off x="425800" y="2270303"/>
                        <a:ext cx="11468114" cy="540630"/>
                      </a:xfrm>
                      <a:prstGeom prst="rect">
                        <a:avLst/>
                      </a:prstGeom>
                    </p:spPr>
                  </p:pic>
                </p:oleObj>
              </mc:Fallback>
            </mc:AlternateContent>
          </a:graphicData>
        </a:graphic>
      </p:graphicFrame>
    </p:spTree>
    <p:extLst>
      <p:ext uri="{BB962C8B-B14F-4D97-AF65-F5344CB8AC3E}">
        <p14:creationId xmlns:p14="http://schemas.microsoft.com/office/powerpoint/2010/main" val="1881532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6E0E5-4023-6CB1-A20A-D34E58BFD1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850289-A36D-C060-901F-6DA2E0FC64D0}"/>
              </a:ext>
            </a:extLst>
          </p:cNvPr>
          <p:cNvSpPr txBox="1"/>
          <p:nvPr/>
        </p:nvSpPr>
        <p:spPr>
          <a:xfrm>
            <a:off x="175542" y="236694"/>
            <a:ext cx="10453324" cy="369332"/>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Preparing a Job-Ready Cybersecurity Workforce = Learning.CISA.gov  </a:t>
            </a:r>
          </a:p>
        </p:txBody>
      </p:sp>
      <p:sp>
        <p:nvSpPr>
          <p:cNvPr id="3" name="TextBox 2">
            <a:extLst>
              <a:ext uri="{FF2B5EF4-FFF2-40B4-BE49-F238E27FC236}">
                <a16:creationId xmlns:a16="http://schemas.microsoft.com/office/drawing/2014/main" id="{4F7DDA82-BE5C-DA8B-9E01-2A70CC89512A}"/>
              </a:ext>
            </a:extLst>
          </p:cNvPr>
          <p:cNvSpPr txBox="1"/>
          <p:nvPr/>
        </p:nvSpPr>
        <p:spPr>
          <a:xfrm>
            <a:off x="175542" y="1048215"/>
            <a:ext cx="11477482" cy="1354217"/>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hlinkClick r:id="rId2"/>
              </a:rPr>
              <a:t>https://learning.cisa.gov/</a:t>
            </a:r>
            <a:r>
              <a:rPr lang="en-US" sz="28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You will have to set up an account on the CISA site, </a:t>
            </a:r>
          </a:p>
          <a:p>
            <a:r>
              <a:rPr lang="en-US" dirty="0">
                <a:latin typeface="Times New Roman" panose="02020603050405020304" pitchFamily="18" charset="0"/>
                <a:cs typeface="Times New Roman" panose="02020603050405020304" pitchFamily="18" charset="0"/>
              </a:rPr>
              <a:t>but will also have to create an account on the </a:t>
            </a:r>
            <a:r>
              <a:rPr lang="en-US" b="1" dirty="0">
                <a:latin typeface="Times New Roman" panose="02020603050405020304" pitchFamily="18" charset="0"/>
                <a:cs typeface="Times New Roman" panose="02020603050405020304" pitchFamily="18" charset="0"/>
              </a:rPr>
              <a:t>CISA OKTA Partner platform</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4471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57E80-BBD5-17E5-2FD0-E63DDD03BA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59592A-58B2-D69B-E10A-521C19E2F300}"/>
              </a:ext>
            </a:extLst>
          </p:cNvPr>
          <p:cNvSpPr txBox="1"/>
          <p:nvPr/>
        </p:nvSpPr>
        <p:spPr>
          <a:xfrm>
            <a:off x="1268361" y="1061884"/>
            <a:ext cx="10453324" cy="230832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Bonus…</a:t>
            </a:r>
            <a:r>
              <a:rPr lang="en-US" b="1" i="1" u="sng" dirty="0">
                <a:latin typeface="Times New Roman" panose="02020603050405020304" pitchFamily="18" charset="0"/>
                <a:cs typeface="Times New Roman" panose="02020603050405020304" pitchFamily="18" charset="0"/>
              </a:rPr>
              <a:t>The Big Dance </a:t>
            </a:r>
            <a:r>
              <a:rPr lang="en-US" dirty="0">
                <a:latin typeface="Times New Roman" panose="02020603050405020304" pitchFamily="18" charset="0"/>
                <a:cs typeface="Times New Roman" panose="02020603050405020304" pitchFamily="18" charset="0"/>
              </a:rPr>
              <a:t>= Job Offers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It’s not just about the pay, think steps for experience, always ask for more, you can go down, but you can’t go up on the requested pay amount. You may not get it, but ASK!</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Benefits = Leave, both annual and medical, Flex schedule, etc.</a:t>
            </a:r>
          </a:p>
          <a:p>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2626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38498B-9B0D-5863-9856-DC7A4E92288F}"/>
              </a:ext>
            </a:extLst>
          </p:cNvPr>
          <p:cNvSpPr txBox="1"/>
          <p:nvPr/>
        </p:nvSpPr>
        <p:spPr>
          <a:xfrm>
            <a:off x="203200" y="327378"/>
            <a:ext cx="9608271" cy="369332"/>
          </a:xfrm>
          <a:prstGeom prst="rect">
            <a:avLst/>
          </a:prstGeom>
          <a:noFill/>
        </p:spPr>
        <p:txBody>
          <a:bodyPr wrap="none" rtlCol="0">
            <a:spAutoFit/>
          </a:bodyPr>
          <a:lstStyle/>
          <a:p>
            <a:r>
              <a:rPr lang="en-US" b="1" i="1" u="sng" dirty="0">
                <a:latin typeface="Times New Roman" panose="02020603050405020304" pitchFamily="18" charset="0"/>
                <a:cs typeface="Times New Roman" panose="02020603050405020304" pitchFamily="18" charset="0"/>
              </a:rPr>
              <a:t>What About Other Career Fields in Cybersecurity Not Yet Identified such as Artificial Intelligence?</a:t>
            </a:r>
          </a:p>
        </p:txBody>
      </p:sp>
      <p:sp>
        <p:nvSpPr>
          <p:cNvPr id="6" name="TextBox 5">
            <a:extLst>
              <a:ext uri="{FF2B5EF4-FFF2-40B4-BE49-F238E27FC236}">
                <a16:creationId xmlns:a16="http://schemas.microsoft.com/office/drawing/2014/main" id="{A73060D7-129A-CE21-9D82-013E60C9B9D2}"/>
              </a:ext>
            </a:extLst>
          </p:cNvPr>
          <p:cNvSpPr txBox="1"/>
          <p:nvPr/>
        </p:nvSpPr>
        <p:spPr>
          <a:xfrm>
            <a:off x="3047071" y="3244334"/>
            <a:ext cx="6094140" cy="584775"/>
          </a:xfrm>
          <a:prstGeom prst="rect">
            <a:avLst/>
          </a:prstGeom>
          <a:noFill/>
        </p:spPr>
        <p:txBody>
          <a:bodyPr wrap="square">
            <a:spAutoFit/>
          </a:bodyPr>
          <a:lstStyle/>
          <a:p>
            <a:r>
              <a:rPr lang="en-US" sz="3200" dirty="0">
                <a:hlinkClick r:id="rId2"/>
              </a:rPr>
              <a:t>Security for AI Fundamentals</a:t>
            </a:r>
            <a:endParaRPr lang="en-US" sz="3200" dirty="0"/>
          </a:p>
        </p:txBody>
      </p:sp>
    </p:spTree>
    <p:extLst>
      <p:ext uri="{BB962C8B-B14F-4D97-AF65-F5344CB8AC3E}">
        <p14:creationId xmlns:p14="http://schemas.microsoft.com/office/powerpoint/2010/main" val="2802126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1944</TotalTime>
  <Words>4223</Words>
  <Application>Microsoft Office PowerPoint</Application>
  <PresentationFormat>Widescreen</PresentationFormat>
  <Paragraphs>561</Paragraphs>
  <Slides>29</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8" baseType="lpstr">
      <vt:lpstr>Aptos</vt:lpstr>
      <vt:lpstr>Aptos Display</vt:lpstr>
      <vt:lpstr>Arial</vt:lpstr>
      <vt:lpstr>Calibri</vt:lpstr>
      <vt:lpstr>Cambria</vt:lpstr>
      <vt:lpstr>Symbol</vt:lpstr>
      <vt:lpstr>Times New Roman</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Workforce Framework for Cybersecurity (NICE 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Nevada Department of Transportation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Hays, Richard</dc:creator>
  <cp:lastModifiedBy>Hays, Richard</cp:lastModifiedBy>
  <cp:revision>9</cp:revision>
  <dcterms:created xsi:type="dcterms:W3CDTF">2025-11-07T19:49:52Z</dcterms:created>
  <dcterms:modified xsi:type="dcterms:W3CDTF">2025-11-15T04:15:00Z</dcterms:modified>
</cp:coreProperties>
</file>