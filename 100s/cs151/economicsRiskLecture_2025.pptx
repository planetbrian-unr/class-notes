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notesSlides/notesSlide5.xml" ContentType="application/vnd.openxmlformats-officedocument.presentationml.notesSlide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11" r:id="rId3"/>
    <p:sldId id="302" r:id="rId4"/>
    <p:sldId id="296" r:id="rId5"/>
    <p:sldId id="322" r:id="rId6"/>
    <p:sldId id="288" r:id="rId7"/>
    <p:sldId id="321" r:id="rId8"/>
    <p:sldId id="297" r:id="rId9"/>
    <p:sldId id="301" r:id="rId10"/>
    <p:sldId id="313" r:id="rId11"/>
    <p:sldId id="314" r:id="rId12"/>
    <p:sldId id="312" r:id="rId13"/>
    <p:sldId id="315" r:id="rId14"/>
    <p:sldId id="316" r:id="rId15"/>
    <p:sldId id="317" r:id="rId16"/>
    <p:sldId id="318" r:id="rId17"/>
    <p:sldId id="319" r:id="rId18"/>
    <p:sldId id="320" r:id="rId19"/>
    <p:sldId id="31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9295"/>
    <a:srgbClr val="002E62"/>
    <a:srgbClr val="000080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6395" autoAdjust="0"/>
  </p:normalViewPr>
  <p:slideViewPr>
    <p:cSldViewPr snapToGrid="0" snapToObjects="1">
      <p:cViewPr varScale="1">
        <p:scale>
          <a:sx n="110" d="100"/>
          <a:sy n="110" d="100"/>
        </p:scale>
        <p:origin x="121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03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2631 24575,'41'-8'0,"9"-1"0,1-3 0,5 1 0,9-7 0,9 0 0,10-4 0,-28 8 0,2-2 0,2 0 0,0-1 0,2-1 0,1 0 0,6-1 0,-2 0 0,-11 4 0,-2-1 0,-4 2 0,0 0 0,43-17 0,-8-2 0,-39 15 0,2-1 0,13-5 0,3-1-321,2 2 0,2 0 321,4-1 0,4 1-561,14-4 1,2 2 560,-10 4 0,-1 2 0,0-3 0,-1 1 0,0 1 0,-2 1-232,-12 1 0,-1-1 232,4 0 0,2-2 0,11-3 0,1-1-555,2 0 1,1 0 554,4-1 0,2-1 0,-24 8 0,1 0 0,-1-1 0,27-9 0,-2 0 0,2 1 0,1 0 0,-28 7 0,1 0 0,0 1 0,27-7 0,0 2 0,-31 8 0,1-1 0,0 0-394,7-1 0,2 0 0,0 1 394,-1-1 0,0 0 0,0 0 0,-1 1 0,0-1 0,3 0 0,13-2 0,3 0 0,-2 1 0,-7 1 0,-2 1 0,1-1 0,3 0 0,-1 1 0,1-1 0,3-1 0,-1 1 0,-2 0 0,-11 2 0,-3 1 0,0 0 0,-1 1 0,-1-1 0,0 1-102,2-2 0,-1 1 0,0 0 102,26-5 0,0 0 0,-3-1 0,1 0 0,-26 7 0,1 2 0,-1-1 0,27-6 0,0 0 0,-2 2 0,2 0 0,-27 5 0,2-1 0,-2 1 0,24-5 0,-2 1 0,-4 1 0,1 0 0,8-2 0,0 2 0,-11 2 0,0 2 0,3-1 0,4 1 0,-22 3 0,2-1 0,0 2 0,0 0 0,-1 2 0,1-1 0,3 0 0,0-1 0,1 1 0,6 0 0,1 0 0,-1 0 0,-4 0 0,0 0 0,-1 0 0,-1 0 0,-1 1 0,1-2 0,6 0 0,2-1 0,-3 0 0,-10 1 0,-2 0 0,-1 0 0,32-6 0,-1 0 0,-30 5 0,1-1 0,-2 0 0,21-4 0,-2 0-70,-2 1 1,-2 0 69,-5-1 0,-3 0 0,-13 2 0,-2 2 502,-8 0 0,0 1-502,0 0 0,-1 1 0,19-2 0,-12 2 1796,-19 0-1796,-21 6 1477,-7 0-1477,-8 3 0,0-1 0,-1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23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1396 1 24575,'-25'17'0,"1"0"0,-2-1 0,1 1 0,-4 1 0,-1 1 0,-2-1 0,2 1 0,-4 1 0,1-3 0,-2 1 0,-10 2 0,-5 0 0,-7 4 0,-12 1 0,4-1 0,1-2 0,7 0 0,12-6 0,10-1 0,-2 0 0,5-4 0,-2 1 0,2-1 0,9-4 0,7-2 0,6-3 0,-3 3 0,2-1 0,-3 2 0,2-2 0,0 0 0,-2 0 0,-8 5 0,0 0 0,-1 2 0,3-3 0,5 0 0,4-2 0,1-1 0,1 2 0,1 0 0,-2 2 0,2-1 0,2 0 0,0-3 0,2 1 0,-2-1 0,-3 3 0,0 0 0,-4 2 0,1 0 0,2-1 0,-3-1 0,4-1 0,-1-1 0,1 1 0,-1 1 0,0-2 0,-1 1 0,3-3 0,1 1 0,4-3 0,1 0 0,48 0 0,51 4 0,-18-2 0,7 0-667,-21 0 0,1 0 0,4 0 667,12 1 0,4-1 0,0 2 0,-3-1 0,0 1 0,-1 0 0,-5-1 0,-2 1 0,-2-1-52,27 2 0,-12 0 52,-1 0 0,-31-4 0,-39-3 0,-9 0 0,15 1 1989,16 2-1989,30 2 116,5 4-116,8 2 0,-22-3 0,-20-1 0,-30-9 0,-32-11 0,-14-4 0,6 1 0,8 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24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1 24575,'-1'31'0,"-1"13"0,-2 23 0,-1 26 0,-1 7 0,3-47 0,1 1 0,-1 7 0,1 1 0,0 0 0,1 0 0,-1-1 0,0 0 0,1 8 0,0-1 0,0-12 0,-1-1 0,1-4 0,1-1 0,-2 38 0,-1-32 0,3-9 0,-2-14 0,2-10 0,-2-3 0,2-7 0,0-6 0,0-1 0,0 3 0,1 5 0,1 2 0,0-3 0,-1-8 0,0-5 0,-1-7 0,1-6 0,1 0 0,-1 2 0,1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26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28.3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 24575,'20'-11'0,"1"-1"0,13-1 0,0 2 0,1 0 0,3 5 0,1 4 0,7 4 0,23 9 0,13 11 0,4 3 0,1 11 0,-27-6 0,-13 0 0,-19-4 0,-13-8 0,-9 0 0,-4 0 0,-8 7 0,-7 6 0,-11 8 0,-6 0 0,3-5 0,-3-1 0,0-9 0,-5-2 0,-9 0 0,2-6 0,1-2 0,6-4 0,14-5 0,11-1 0,20-2 0,26-1 0,31 3 0,25 6 0,-26-1 0,4 3 0,-2 2 0,-1 2 0,-3-1 0,-2 2 0,-11 1 0,-7 1 0,7 12 0,-21-3 0,-16 6 0,-10 0 0,-8 2 0,-6 12 0,-14 6 0,-7 6 0,-17 12 0,3-14 0,-10-5 0,-12-10 0,-6-7 0,2-9 0,6-6 0,21-10 0,5-6 0,-6-3 0,-9-3 0,-11-2 0,-22-6 0,4-4 0,7-3 0,20 0 0,29 7 0,15 1 0,8 5 0,6 1 0,12-2 0,-7 3 0,6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30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1205 141 24575,'-92'-6'0,"28"2"0,-6-2 0,7-1 0,-4-1 0,-1-1-1018,-2 1 1,1 0-1,-2-1 1018,-8-2 0,0 0 0,5 1 0,-6-1 0,8 2 482,8-1 0,10 2-482,8 2 501,23 8-501,25 13 0,5 15 0,4 11 1588,5 8-1588,6 14 0,5 4 0,1 1 0,-1-3 0,-10-17 0,-4-11 0,-6-10 0,-5-11 0,0-4 0,-2-4 0,0-3 0,1-2 0,3-4 0,3 1 0,4-2 0,4 2 0,-1 0 0,0 0 0,2 2 0,0 0 0,12 4 0,12 2 0,10 4 0,21 7 0,12 5 0,-35-8 0,4 0 0,11 4 0,3 2 0,-1 1 0,-1 1 0,-1-2 0,-2 1 0,-8-1 0,-5 1 0,15 11 0,-21-6 0,-16 1 0,-14-7 0,-6 0 0,-6-2 0,-4-5 0,-3 2 0,-8 2 0,-6 5 0,-3 3 0,-9 12 0,-3-2 0,-7 1 0,-8-2 0,1-11 0,4-5 0,3-9 0,10-7 0,0-2 0,-6-8 0,-9-4 0,-18-9 0,-29-9 0,45 13 0,0-1 0,0 0 0,2 0 0,-32-12 0,39 11 0,17 8 0,30 14 0,7 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33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469 1 24575,'-39'0'0,"-12"0"0,-17 0 0,-3 1 0,-3-1 0,18 2 0,9-1 0,18 1 0,15-1 0,4 0 0,4 1 0,3-1 0,22 8 0,13 5 0,40 19 0,-27-14 0,3 2 0,5 4 0,1 2-227,13 5 1,1 2 226,-10-3 0,1 1 0,8 7 0,-1 1 0,-14-6 0,-3 1 0,29 25 0,-27-8 0,-31-22 0,-9-5 0,-9-13 0,-5-3 453,-6 0-453,-18 2 0,-20-1 0,-12-2 0,-21-2 0,-4-8 0,2 0 0,-5-8 0,22 0 0,11-2 0,19 2 0,18 5 0,10 2 0,6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34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24575,'16'75'0,"6"16"0,-11-38 0,0 4-829,5 16 0,-1 4 829,-3 2 0,-2 1 0,1-1 0,-1 1 0,-2 6 0,-2-2 0,-2-11 0,-1-3 0,2-1 0,-1-1 202,0 1 1,0-2-203,2-14 0,0-2 306,5 39-306,-3-24 0,-1-30 0,-5-15 842,2-19-842,3-14 0,-3 5 0,2-4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37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92 151 24575,'5'81'0,"8"14"0,2-6 0,1-5 0,-2-11 0,-6-27 0,-1-6 0,0-9 0,-4-10 0,2-4 0,-3-9 0,0-5 0,-7-19 0,-12-24 0,-9-23 0,-9-11 0,0-8 0,7 11 0,8 5 0,8 6 0,7 12 0,4 6 0,-1 4 0,2 7 0,-1 4 0,1 5 0,0 8 0,-1 5 0,0 3 0,5 9 0,35 23 0,49 17 0,-29-15 0,6 0-525,22 3 1,3-1 524,-9-4 0,-2-2 0,-8-5 0,-4-1 0,-14-4 0,-8-3 0,-6-2 0,-20-9 0,-18-2 0,3-8 0,0 2 1049,3-6-1049,-2 0 0,-1-3 0,-2-4 0,0-4 0,-2 0 0,2 2 0,1-2 0,1 6 0,0 1 0,2-2 0,-1 4 0,2-2 0,0-1 0,0 5 0,-2 0 0,1 4 0,-4 3 0,0 8 0,0 21 0,4 29 0,7 31 0,6 16 0,-6-41 0,3 3 0,4 3 0,2 0 0,1-2 0,2 1 0,5 6 0,0-2 0,-5-15 0,0-2 0,2 4 0,0-1 0,14 29 0,-7-12 0,-9-18 0,-14-27 0,-5-13 0,-3-16 0,1-8 0,2-9 0,0-3 0,2-3 0,0 6 0,-2 9 0,-2 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1167 24575,'27'-6'0,"4"0"0,29-11 0,-23 7 0,2 0 0,4-1 0,1-2 0,7-1 0,0 0 0,-4 1 0,-1 0 0,-1-1 0,-1-1 0,0 0 0,1-1 0,-3 0 0,0-1 0,2-1 0,1-1-760,13-4 1,3-2 759,2-1 0,3 0 0,2-1 0,3 1 0,-19 6 0,3 1 0,-2-1 0,-2 2 0,-2 1 0,0-1 0,2 0 0,-1 1 0,1-1-418,4-2 0,3-1 0,-3 1 418,-3 1 0,-1 0 0,1 1 0,1-1 0,1-1 0,2 1 0,8-3 0,2-1 0,1 1-721,-2 0 0,2 1 0,1 0 721,1 0 0,2 2 0,0-1 0,-13 4 0,1 0 0,-1 1 0,-2 1 0,6 0 0,-2 0 0,-1 2-209,-4 0 1,-1 0 0,-2 1 208,12-1 0,-6 1 888,10-1-888,-6 2 1448,-24 4-1448,-5 1 2402,3-1-2402,4-1 823,3 0-823,-2-1 0,-16 5 0,-11 1 0,-12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49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24575,'0'34'0,"0"8"0,1 11 0,3 8 0,3 16 0,2-5 0,2-1 0,-2-4 0,0-10 0,0-6 0,0-2 0,2-11 0,-2-6 0,0-6 0,-3-7 0,-2-2 0,0-4 0,-2-4 0,5-9 0,3-3 0,-3-3 0,1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51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594 1 24575,'-48'5'0,"4"1"0,-7 3 0,9 0 0,-7 4 0,6-2 0,3 3 0,0 4 0,8 0 0,-7 7 0,4 3 0,-1 3 0,5 5 0,9-6 0,4-1 0,7-1 0,2 4 0,6 0 0,3 8 0,6 1 0,6 1 0,10 5 0,6-5 0,4-1 0,7 2 0,-2-7 0,3 2 0,7-5 0,-6-6 0,2-7 0,-5-8 0,-2-6 0,0-4 0,3-2 0,5-2 0,1-4 0,3-4 0,-7-3 0,-3-3 0,-6 0 0,-7-1 0,-5 2 0,-7-2 0,-3 3 0,-4-3 0,-1 2 0,-2-2 0,-2 0 0,0 0 0,-1 1 0,-3 1 0,-3-3 0,-6 3 0,-5-4 0,-4 5 0,-3-1 0,-6 2 0,-1 4 0,2 2 0,2 6 0,5 4 0,0 4 0,-6 7 0,-2 4 0,0 1 0,-1 7 0,5-1 0,5 1 0,5-3 0,8-5 0,3-6 0,12-6 0,7-3 0,24-4 0,-19 1 0,7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56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434 1 24575,'-22'24'0,"0"0"0,-4 7 0,-2 1 0,-2 3 0,-8 6 0,-3-2 0,-13 7 0,-1-2 0,5-5 0,9-6 0,20-12 0,15-9 0,68-3 0,19-1 0,4-2 0,11 1-750,-24 0 1,2 2-1,3-1 750,5 1 0,1-1 0,3 2 0,11 1 0,4 2 0,-6-2 0,-17-1 0,-3-1 0,-3 0 0,19 1 0,-10-1 0,9 1 0,-63-9 0,-50-3 0,16 2 0,-20-3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58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24575,'1'36'0,"2"5"0,4 25 0,4 11 0,2 5 0,3 11 0,-4-8 0,-3 3 0,-2 7 0,-5-7 0,2-8 0,-1-2 0,0-23 0,0-1 0,-1-10 0,-2-9 0,2-1 0,0-8 0,0-2 0,0-2 0,1-7 0,-1-3 0,1-7 0,3-11 0,1-1 0,0-2 0,-3 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5:59.7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0 24575,'-59'1'0,"13"0"0,15 0 0,19 0 0,26 9 0,46 10 0,-9-1 0,7 2 0,15 2 0,7 0-490,-16-2 0,4 1 1,-2 0 489,26 8 0,-5 0 0,-11-3 0,-7-1 0,18 13 0,-59-24 0,-21-6 0,-19-5 0,-7-3 0,-32 2 1469,-10-2-1469,-25-4 0,-5-5 0,10-6 0,-1-2 0,32 3 0,14 4 0,21 2 0,15 1 0,8-4 0,7-4 0,4-2 0,0-1 0,-8 7 0,-4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6:00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0 24575,'-11'75'0,"2"2"0,0 2 0,6 7 0,0-21 0,3-7 0,0-23 0,0-20 0,0-9 0,0-5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6:02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576 1 24575,'-84'1'0,"14"0"0,0 0 0,-1-1 0,-1 0 0,-7 0 0,26 0 0,10 0 0,20 0 0,14 1 0,7-1 0,2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8:19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24575,'19'1'0,"-2"0"0,5-1 0,-4 0 0,-2 0 0,-2 1 0,-5-1 0,-1 1 0,-2-1 0,0 0 0,2 0 0,2 1 0,8-1 0,5 2 0,3-1 0,3 2 0,-8-2 0,-8 0 0,-5-1 0,6 0 0,6 0 0,10 1 0,2-1 0,-4 2 0,-3 0 0,-2 0 0,-4 1 0,-4-3 0,-1 2 0,-2-2 0,6 1 0,6 0 0,5-1 0,12 3 0,-1-2 0,-2 1 0,-2 0 0,-8-2 0,-1 1 0,3 0 0,-5-1 0,0 1 0,-1 0 0,1-1 0,-2 2 0,4-1 0,-4 1 0,-1-2 0,0 2 0,-4-1 0,3 1 0,-8 0 0,-1-2 0,-9 0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8:23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509 76 24575,'-45'-14'0,"-6"-3"0,4 2 0,1-1 0,20 9 0,10 1 0,3 6 0,-16 4 0,-4 1 0,-18 6 0,7-1 0,6 0 0,3-1 0,18-5 0,7-1 0,7 1 0,2-1 0,-1 4 0,1-2 0,0 1 0,2 3 0,3 1 0,4 0 0,10 4 0,9-1 0,8 3 0,9 0 0,0-2 0,-3-3 0,-2-1 0,-12-4 0,-7-2 0,-8-3 0,-6-1 0,1-1 0,1-1 0,2-3 0,2 1 0,0-2 0,0 1 0,0 0 0,0 1 0,1-1 0,2 1 0,-1 0 0,-1 0 0,3-1 0,-4 1 0,1-2 0,-5 0 0,-1 1 0,-4-1 0,2-1 0,-3 2 0,1-3 0,-2 0 0,0 2 0,-1-1 0,0 4 0,-2 16 0,0 6 0,0 23 0,0 1 0,1 10 0,0-2 0,2-5 0,1-5 0,1-17 0,-1-8 0,-2-11 0,0-5 0,-1-1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8:24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0 24575,'-5'12'0,"1"-3"0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8:26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355 0 24575,'-13'17'0,"-2"1"0,-2 3 0,-3 2 0,-1-2 0,-5 2 0,-5 0 0,-1-1 0,1-1 0,4-3 0,7-4 0,4-2 0,2-1 0,5-3 0,-3 2 0,-2 1 0,1 1 0,-2 0 0,6-1 0,11-5 0,35 5 0,41 1 0,-24-5 0,2 0 0,0 1 0,0-1 0,-4-2 0,-4 0 0,12 0 0,-23-2 0,-24-2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8:27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0 24575,'-3'14'0,"1"2"0,-1 1 0,1 7 0,1 5 0,-1 6 0,0 14 0,1-4 0,1 13 0,0-7 0,0-6 0,1 0 0,-1-6 0,1 0 0,-1 7 0,0-5 0,0-2 0,1-12 0,0-13 0,0-11 0,8-18 0,3 2 0,-2-3 0,-2 10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8:29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328 1 24575,'-19'17'0,"0"3"0,0 0 0,1 1 0,4-1 0,0-5 0,4-1 0,-7-1 0,-6 4 0,-8 4 0,-10 6 0,1 1 0,3-2 0,12-8 0,48-8 0,68 0 0,-13-6 0,9-2-521,12 2 1,1 0 520,-10-1 0,-5-1 0,-18-1 0,-9 0 0,-4 0 0,-43 1 0,-14-2 0,-15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8:30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24575,'4'33'0,"-2"2"0,5 16 0,-2-3 0,3 16 0,0-5 0,-2-1 0,-1 2 0,-2-9 0,-2-3 0,1-4 0,0-15 0,-1-4 0,0-12 0,0-7 0,-1-3 0,0-1 0,-1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8:33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56 329 24575,'16'29'0,"0"-2"0,-4-5 0,-5-5 0,-4-11 0,-1-3 0,-1 1 0,2 2 0,0 4 0,1-1 0,-1 0 0,-2-3 0,0-1 0,0 0 0,0 0 0,-1 0 0,1-1 0,1 0 0,-2-1 0,1-1 0,-1 5 0,1 0 0,-1 2 0,2-3 0,-14-31 0,4 2 0,-11-26 0,2 7 0,0-1 0,-2 2 0,1 2 0,6 13 0,3 4 0,5 6 0,2 5 0,2 2 0,0 3 0,0 1 0,0 1 0,0 2 0,0-2 0,0 0 0,0-3 0,1 0 0,-1-1 0,2 0 0,-2 1 0,1 1 0,-1 1 0,1 2 0,13 10 0,43 12 0,25 8 0,-33-12 0,2 0 0,44 6 0,-37-9 0,-19-6 0,-22-5 0,-11-6 0,-2-2 0,5-5 0,-1-1 0,3-1 0,-2-2 0,2 3 0,2-4 0,0-2 0,3-2 0,2-4 0,-1 0 0,-1 3 0,-6 2 0,-3 9 0,-5 14 0,-1 11 0,0 18 0,0 6 0,3 1 0,2 4 0,-1-4 0,3 0 0,-5 4 0,1-10 0,-1 7 0,0-10 0,-1-6 0,0-8 0,0-10 0,1-2 0,0-2 0,0-1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8:34.9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359 15 24575,'-41'-1'0,"-5"-1"0,-12-1 0,-9 0 0,8 1 0,10 0 0,19 1 0,21 3 0,12 3 0,9 4 0,13 7 0,17 7 0,16 5 0,33 10 0,-40-18 0,0 0 0,0-1 0,-2-1 0,39 15 0,-44-12 0,-17-8 0,-34-6 0,-14-5 0,-28-1 0,-12 0 0,-5-1 0,8 0 0,24 0 0,14-2 0,14-2 0,5 1 0,0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8:35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24575,'1'57'0,"2"16"0,-1 6 0,2 14 0,0-39 0,0 1 0,2 1 0,1 0 0,1-3 0,1 1 0,0 1 0,1-3 0,5 26 0,-4-17 0,-4-21 0,-5-26 0,0-8 0,-2-2 0,1-4 0,-1 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08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1 331 24575,'25'-9'0,"8"-3"0,17-5 0,-3 0 0,3 0 0,-15 3 0,-5 0 0,-8 4 0,-8 3 0,5-1 0,-1 1 0,4-2 0,8-2 0,3 2 0,1 0 0,4 2 0,-8 0 0,0 2 0,-2 0 0,-1-1 0,4-1 0,6-5 0,5-2 0,0-1 0,6-1 0,-14 4 0,0 0 0,-9 3 0,-6 2 0,2 0 0,-5 3 0,2 0 0,2 0 0,-5 2 0,-1-2 0,-7 3 0,-4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10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24575,'0'50'0,"0"3"-9831,0 4 8341,1 5 4308,1 10-2818,-1-14 1719,2-8-1719,-3-20 0,1-14 0,-1-6 1696,3-7 0,-3-1 0,3-2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12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225 20 24575,'-8'0'0,"-5"4"0,7-1 0,-6 4 0,3-1 0,0 3 0,-1 0 0,-2 3 0,-2 0 0,-4 5 0,-2 2 0,1 0 0,-2 3 0,6-3 0,3-1 0,2-2 0,5-5 0,2-1 0,1-3 0,1-2 0,0 0 0,0 1 0,-1 3 0,1-1 0,0 2 0,1 0 0,0 1 0,1 4 0,0-1 0,4 7 0,-1-2 0,5 2 0,0 0 0,2-3 0,0 0 0,-1-3 0,0-2 0,2-2 0,1-4 0,0 0 0,-2-5 0,2 0 0,2-2 0,10-1 0,16-1 0,11 1 0,21-1 0,-6 2 0,-9-1 0,-15 0 0,-19-3 0,-7-2 0,-3-1 0,-6-5 0,0 1 0,-1-4 0,-2 0 0,-2 0 0,-2-4 0,-3 2 0,-6-6 0,-4-3 0,-6-2 0,-6-4 0,-5-1 0,-2 1 0,-6-7 0,0 5 0,1-2 0,0 3 0,7 6 0,5 7 0,7 7 0,7 11 0,-7 7 0,6 1 0,-9 6 0,7-4 0,1 3 0,0 2 0,4-1 0,1 3 0,5-3 0,0 1 0,3-1 0,2 1 0,3 0 0,4 0 0,6 3 0,9 0 0,-11-4 0,2-3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13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24575,'19'0'0,"-4"0"0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14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24575,'0'12'0,"0"2"0,0 8 0,0 2 0,3 17 0,4 9 0,1 8 0,6 12 0,-3-9 0,1-3 0,-1-9 0,-3-14 0,-3-10 0,-2-11 0,-3-4 0,0 1 0,0 2 0,0 1 0,1-3 0,0-2 0,0-2 0,-1-2 0,-2-1 0,-2 1 0,2-4 0,-1 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16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167 57 24575,'-14'4'0,"1"2"0,4-3 0,-2 2 0,1 1 0,-1 1 0,2 1 0,-2 1 0,2 1 0,1 1 0,-1 0 0,4 2 0,-1-1 0,-1 4 0,2-3 0,-1 5 0,2 1 0,2 0 0,2 3 0,2-3 0,2 1 0,2-2 0,2 1 0,2 1 0,6 4 0,1-2 0,2-1 0,-3-6 0,-6-7 0,2-1 0,8-3 0,7 1 0,14-2 0,-2-1 0,-7-2 0,-7-3 0,-12-2 0,-1-1 0,3-5 0,-2 1 0,1-1 0,-1-2 0,-1 0 0,-2-1 0,0-4 0,-6 3 0,-1-5 0,-2 2 0,-1 0 0,0-4 0,-3 2 0,0-4 0,-6-2 0,-3 2 0,-4 3 0,-3-1 0,-3 5 0,-3-1 0,-5-2 0,-2 2 0,1 0 0,-1 1 0,6 5 0,6 2 0,6 4 0,5 2 0,6 3 0,-3 0 0,-5 2 0,-5 1 0,-5 4 0,1 1 0,0 5 0,4 0 0,1 8 0,7 1 0,6 7 0,1-14 0,3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18.3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80 178 24575,'0'42'0,"4"6"0,4-4 0,0-5 0,1-11 0,-5-15 0,-2-13 0,-2-16 0,-1-12 0,-4-6 0,-6-5 0,-9-1 0,-3 1 0,-1-1 0,8 12 0,5 6 0,8 9 0,2 7 0,1 1 0,9 11 0,21 8 0,29 17 0,7-2 0,1-2 0,-23-13 0,-23-10 0,-9-6 0,-10-3 0,0-4 0,-2-2 0,1-1 0,-1-2 0,0 1 0,0-5 0,0 4 0,0-5 0,0 1 0,1-1 0,0 3 0,1 1 0,1 5 0,0 3 0,-1 2 0,3 30 0,-1-5 0,7 37 0,4-8 0,9 21 0,3-12 0,-2-7 0,-7-17 0,-9-16 0,-4-5 0,-1-5 0,-2-3 0,2 4 0,4 2 0,1 5 0,2 0 0,1 1 0,-2 0 0,6 2 0,-3-2 0,-3 0 0,-5-7 0,-16 1 0,6-8 0,-6 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21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13 24575,'-29'-3'0,"1"0"0,-10 1 0,7-2 0,14 4 0,6 0 0,9 2 0,5 2 0,2 2 0,2 2 0,4 1 0,2 1 0,-1-2 0,-2 0 0,-3-4 0,-4-1 0,1-1 0,2 2 0,6 3 0,4 4 0,-1 1 0,-2-1 0,-7-3 0,-4-2 0,-1 0 0,-1 0 0,1-1 0,-1 1 0,-1 0 0,-1 1 0,0 1 0,-2 0 0,1-3 0,-1 2 0,0-2 0,-3 2 0,-1-2 0,0-1 0,1-1 0,-2-1 0,-1 0 0,-7-1 0,-4 0 0,-3-2 0,-3-1 0,4-1 0,3 0 0,-1-6 0,13 6 0,-2-4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22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 24575,'-7'38'0,"0"1"0,4 17 0,1 11 0,0 4 0,2 13 0,0-7 0,2-6 0,-2 0 0,1-19 0,-1-7 0,0-12 0,0-16 0,0-6 0,0-5 0,0 1 0,0-3 0,0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42.4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38 24575,'-20'8'0,"-2"1"0,1 2 0,1 2 0,8-4 0,3-2 0,5-2 0,2 0 0,0 0 0,-2 3 0,0 1 0,-4 6 0,2 3 0,-1 3 0,3 0 0,3-2 0,1-3 0,0 2 0,1 0 0,2 3 0,1 1 0,3-2 0,2-1 0,1-4 0,-1-1 0,2-1 0,3 1 0,4 1 0,12 3 0,4-2 0,-1 0 0,1-4 0,-9-6 0,-1-2 0,0-3 0,-4-1 0,6-2 0,-4-2 0,-2-4 0,-1-2 0,-4-2 0,-2-1 0,-1-1 0,-4 0 0,0 2 0,-1-3 0,-1 0 0,0-2 0,-1 0 0,-3 2 0,1-3 0,-3 1 0,1 3 0,-2-3 0,-1 1 0,-2 1 0,-2-5 0,-2 5 0,-4-5 0,-2 0 0,-6-2 0,2-1 0,-6-1 0,0 3 0,-1 1 0,-2 2 0,6 4 0,1 3 0,10 5 0,-4 8 0,-1 6 0,-12 5 0,-3 3 0,-1 3 0,4-5 0,5-1 0,8-4 0,6-2 0,3 1 0,3-4 0,-1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44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0 136 24575,'6'-16'0,"7"-1"0,0 4 0,10-3 0,1-1 0,-1 3 0,0 0 0,-3 5 0,-3 3 0,6 1 0,3 1 0,6 1 0,9 1 0,1 3 0,1 2 0,-7 1 0,-17-1 0,-9 3 0,-10 0 0,-2 3 0,-3 7 0,-6 1 0,-4 5 0,-10 8 0,-6 0 0,-2 3 0,-2-2 0,8-7 0,5-1 0,3-5 0,8-5 0,0-1 0,5-4 0,11-3 0,30 0 0,38-3 0,-24 0 0,3-1 0,3 1 0,-1 0 0,43 1 0,-40-1 0,-22 0 0,-28-1 0,-9-3 0,-4-1 0,-4-4 0,4 3 0,-2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45.5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0 150 24575,'17'-13'0,"4"-4"0,-7 5 0,4-3 0,4-1 0,3 0 0,2 1 0,3-3 0,-7 6 0,-2 2 0,-9 7 0,-4 1 0,3 2 0,11 3 0,12 5 0,-2 1 0,-2 2 0,-17-6 0,-7 3 0,-5-1 0,-1 11 0,-3 0 0,-5 10 0,-5 3 0,-5 4 0,-3 3 0,4-5 0,2-3 0,3-5 0,4-6 0,2-4 0,-2-1 0,3-3 0,-3 1 0,4-3 0,0-2 0,2-3 0,0 0 0,0-1 0,21 0 0,39 1 0,19 0 0,-16-3 0,3 1 0,36-1 0,-17-1 0,-36 0 0,-36 0 0,-19 5 0,-14 0 0,-15 8 0,13-8 0,2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38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24575,'0'15'0,"-1"1"0,-1 1 0,1 5 0,-1 7 0,2 6 0,-1-1 0,1 6 0,0-4 0,1-1 0,-1 1 0,1-8 0,-1-2 0,1-2 0,-1-8 0,2 1 0,-2-6 0,1-4 0,-1-1 0,0-3 0,0 2 0,0 1 0,0-1 0,1 0 0,-2-4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29:39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24575,'38'0'0,"3"0"0,16 0 0,-5 0 0,-8 0 0,-8 0 0,-10-1 0,-1 1 0,2-1 0,-6 1 0,-3 0 0,-1 0 0,4 0 0,4 0 0,5 0 0,-6 0 0,-5 0 0,-8 0 0,-5 0 0,-5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8T05:30:02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63 151 24575,'6'-14'0,"3"-3"0,2 1 0,4-6 0,0 4 0,0-2 0,-3 6 0,-2 3 0,-3 5 0,-1 2 0,-1 2 0,2 0 0,4 0 0,5 0 0,5 2 0,3-1 0,0 1 0,7 0 0,-6 0 0,-5 0 0,-4 6 0,-7 2 0,2 5 0,1 3 0,-4-4 0,-1 2 0,-3-1 0,-2-1 0,0 2 0,-1 0 0,0-1 0,-1 1 0,-1-1 0,-1 2 0,-4 2 0,-1 0 0,-5 6 0,-1 0 0,-4 2 0,1 1 0,-2-5 0,3-1 0,-3-4 0,2 0 0,-2-1 0,-4 2 0,-1-2 0,-1 2 0,-1-1 0,6-2 0,-1-1 0,4-3 0,1-1 0,1-2 0,2-2 0,0 0 0,-1-1 0,-1 0 0,1-1 0,1-1 0,4-1 0,3-6 0,6 1 0,1-6 0,5 0 0,-2 1 0,5-4 0,-1 3 0,-1 1 0,2 1 0,0 2 0,2 0 0,2 1 0,-4 1 0,-1 3 0,-4 0 0,0 1 0,7 0 0,9 1 0,13 2 0,0-2 0,-2 2 0,-9-2 0,-5 0 0,-2-1 0,0 0 0,-2 0 0,-3 0 0,1 0 0,4 0 0,13 0 0,5 0 0,-1 0 0,-10 0 0,-13 0 0,-6 0 0,-2-1 0,4 0 0,-1-1 0,6 2 0,-1-1 0,-2 1 0,0-1 0,-3 0 0,-1 0 0,-2-1 0,0 2 0,0-3 0,0 2 0,0-3 0,-1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11.3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1085 24575,'19'-5'0,"1"1"0,10 0 0,5 2 0,6-3 0,8-1 0,0-2 0,4 0 0,0 0 0,-6 1 0,6 2 0,0 0 0,-1 0 0,0-1 0,-8 3 0,-5-3 0,1 2 0,-6-1 0,-1 0 0,5 0 0,-7 1 0,12-2 0,-3 1 0,-1-2 0,2 1 0,-8 0 0,-1 0 0,-1-3 0,-2 0 0,-1-2 0,5-1 0,-5 3 0,5-5 0,-3 2 0,1 0 0,3-2 0,1-1 0,1 0 0,2-1 0,-5 2 0,-3-1 0,0-2 0,-7 2 0,6-2 0,1 0 0,0 2 0,8-4 0,-4 1 0,6 0 0,0-1 0,0 2 0,-4 2 0,6-4 0,-10 6 0,8-4 0,-6 4 0,1-1 0,2 1 0,2-3 0,-1 4 0,9-6 0,-3 3 0,0-2 0,5 0 0,-10 4 0,11-1 0,1-1 0,4 0 0,11-6 0,-2 3 0,3-1 0,5-1 0,0 4 0,-7-1 0,7 1 0,-21 5 0,11-2 0,-6 1 0,4-1 0,10-2 0,8 3 0,8-3 0,12 2 0,-2-4 0,-4 4 0,-39 5 0,-2 0 0,26-2 0,17-1 0,-19 3 0,-4 0 0,-8 2 0,-16 1 0,-9 2 0,-10 1 0,-14 1 0,-6-1 0,-6 1 0,-1 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16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415 16 24575,'-9'-5'0,"-2"0"0,4 5 0,-4-1 0,0 1 0,-4 0 0,-5-1 0,-7 1 0,-3-1 0,-4 0 0,6 1 0,2-2 0,5 2 0,4 0 0,3 0 0,0 1 0,0 0 0,-4 1 0,0-1 0,0 0 0,1 0 0,7 0 0,2-1 0,4 2 0,1-2 0,1 2 0,-1 0 0,1 0 0,1 2 0,0-2 0,1 1 0,0 1 0,1 0 0,1 4 0,1 2 0,3 1 0,-1 2 0,4 0 0,-1-2 0,0 1 0,1-3 0,-3 2 0,0-4 0,-2 1 0,0-2 0,-1 0 0,0-2 0,-1-1 0,0-1 0,-1 0 0,2 0 0,-1 0 0,3 2 0,1 0 0,1 2 0,1 0 0,-1 1 0,1 2 0,0-3 0,-1 2 0,1-3 0,2 1 0,9 0 0,9 3 0,2-1 0,12 1 0,-9-1 0,6 1 0,-11-1 0,-7-2 0,-8-2 0,-8-3 0,-4 4 0,-2 0 0,-4 6 0,-1 0 0,-2 3 0,-1-1 0,-1-1 0,-2-2 0,-1-2 0,0-2 0,0-1 0,2-1 0,-1-1 0,1-1 0,-1 0 0,-3-1 0,-1-1 0,-5 1 0,-2-2 0,4 0 0,2-1 0,8 2 0,3-1 0,3 0 0,2-4 0,1 1 0,0-2 0,0 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18.0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24575,'2'20'0,"2"2"0,4 13 0,4 8 0,3 9 0,1 9 0,-2 0 0,-3-4 0,-3 0 0,-3-9 0,0 6 0,-1-1 0,0-4 0,-3-1 0,1-9 0,-2-8 0,0-5 0,0-8 0,0-5 0,0-2 0,0-2 0,0 0 0,0 0 0,0 1 0,0 1 0,1-1 0,0 1 0,-1-2 0,0-1 0,0-5 0,0-2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29.4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0 24575,'-2'20'0,"1"3"0,0 3 0,1 2 0,-1 5 0,1 0 0,0 12 0,0-5 0,0 2 0,-1-3 0,0-7 0,0 2 0,1-5 0,-1 0 0,1-4 0,-1 0 0,1-6 0,0-2 0,0-6 0,0-3 0,0-3 0,0 1 0,0 2 0,1 5 0,-1 2 0,1 0 0,-1 1 0,0-7 0,1-2 0,-1-7 0,1-2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31.5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320 3 24575,'-20'-1'0,"-3"0"0,-1 2 0,-3 1 0,-6 3 0,1 3 0,3 0 0,1 4 0,11-3 0,-2 4 0,6-2 0,1 1 0,1 1 0,2 2 0,1 1 0,2 3 0,1 0 0,3 1 0,1 2 0,1-5 0,0 3 0,1-2 0,0 1 0,2 2 0,4 2 0,0 0 0,7 5 0,0-2 0,4 0 0,2 0 0,-1-6 0,5 1 0,1-5 0,3 0 0,5-3 0,1-3 0,-2-5 0,2-1 0,-6-4 0,-1 1 0,6-2 0,-5 1 0,11-3 0,1-1 0,-1-2 0,5-2 0,-4 0 0,-4-1 0,-2-4 0,-11 1 0,-2-5 0,-5-2 0,-3 0 0,-1-3 0,-2 1 0,-3 0 0,-2-1 0,-3 3 0,-1-1 0,-1 0 0,-2 2 0,0-1 0,-3 2 0,-1 2 0,0 3 0,0 1 0,2 3 0,-2-1 0,-1 3 0,-2-1 0,-4-1 0,-1 1 0,-2 0 0,-1-1 0,-2 0 0,1 0 0,-7-1 0,3 0 0,-7-1 0,2 2 0,1 1 0,2 4 0,2-1 0,2 3 0,0 0 0,2 1 0,3 0 0,-3 0 0,5 0 0,-3 2 0,2 1 0,0 4 0,1 0 0,1 4 0,4-1 0,0 2 0,2-1 0,2 0 0,1-1 0,1-1 0,1-1 0,0-1 0,1-1 0,0 1 0,0 0 0,0-1 0,0 2 0,0-2 0,3 1 0,2 2 0,3 0 0,6 3 0,-5-4 0,0-1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32.5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33.8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 0 24575,'18'2'0,"-5"0"0,-4 1 0,-4 0 0,2 1 0,0 3 0,2 0 0,0 6 0,0-2 0,-3 2 0,1-1 0,-5 1 0,0-2 0,-3 4 0,-2-2 0,-5 5 0,-3 2 0,-3 0 0,-2 4 0,0-5 0,0 1 0,-1-1 0,3-3 0,1-2 0,3 0 0,2-3 0,2 1 0,2-2 0,2-2 0,1-3 0,1-2 0,0 1 0,4 3 0,5 6 0,8 4 0,12 3 0,8-3 0,5-4 0,10-5 0,1-2 0,0-4 0,-4-1 0,-14-3 0,-10-1 0,-8-2 0,-9 3 0,-3-2 0,-18 0 0,-14 0 0,-17-2 0,-17-2 0,31 3 0,-2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35.1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204 5 24575,'-13'-2'0,"1"0"0,-4 3 0,-5 0 0,-1 2 0,-3 2 0,7-1 0,4 0 0,5-1 0,3-1 0,2 1 0,1-2 0,1 2 0,-1-2 0,0 3 0,-1-1 0,0 2 0,0 1 0,-1 2 0,-1 0 0,3-1 0,-1 0 0,3-3 0,0-1 0,1-1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37.3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96 24575,'10'-6'0,"1"0"0,1-7 0,1 2 0,0 0 0,4 0 0,-1 2 0,5 0 0,-1 2 0,1 3 0,3-1 0,-2 3 0,1 0 0,-1 2 0,-4 0 0,-1 0 0,0 2 0,-4 0 0,-3 3 0,-4 0 0,-2 0 0,-2 0 0,0 0 0,0 1 0,-1 1 0,0 2 0,-1 0 0,-2 4 0,0-2 0,-4 5 0,-2 0 0,-1-2 0,-4 2 0,-2-1 0,-2 0 0,-4 2 0,2-4 0,1 1 0,1-2 0,4-1 0,-1-1 0,1 2 0,2-2 0,1 0 0,3-3 0,1-1 0,1 1 0,0 1 0,1 1 0,-2 2 0,3-2 0,1 1 0,1-3 0,0 0 0,1 1 0,-1 1 0,0 1 0,1 1 0,-1-2 0,1-2 0,0-2 0,0-2 0,0-1 0,0 1 0,0 0 0,0 2 0,1 1 0,0-2 0,0 0 0,1-3 0,5 2 0,12-1 0,18 2 0,10 2 0,19-4 0,-5 2 0,-4-4 0,-10 0 0,-19 0 0,-5-1 0,-12-1 0,-5 0 0,-5-1 0,-1-2 0,0-1 0,0 2 0,0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39.5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27 285 24575,'10'35'0,"-2"-5"0,-2 8 0,0-5 0,-3 0 0,0 1 0,-2-2 0,0-1 0,-1-2 0,1-7 0,0-2 0,0-7 0,-1-1 0,-1-4 0,0-1 0,0-2 0,1-2 0,-1-13 0,-1 1 0,-1-17 0,-3 2 0,-3-14 0,-1-5 0,-1-3 0,2-4 0,4 9 0,1 3 0,3 5 0,-1 6 0,2 1 0,0 5 0,0 5 0,-1 0 0,1 3 0,-1 0 0,1 2 0,1 2 0,-1 2 0,1-1 0,0 3 0,-1 1 0,2 1 0,10 10 0,9 4 0,14 8 0,18 5 0,9-1 0,6 2 0,10 0 0,-13-7 0,-12-4 0,-17-5 0,-22-9 0,-8-4 0,-5-3 0,0-3 0,0 2 0,-1-5 0,1 0 0,-1-4 0,2-4 0,2-1 0,2-3 0,1-1 0,1 0 0,3 2 0,-3 0 0,0 6 0,-1-1 0,-2 6 0,-1 3 0,-2 5 0,-1 2 0,0 12 0,-1 1 0,1 12 0,1 0 0,0 11 0,2 8 0,-1 7 0,0 13 0,0-5 0,0 3 0,-2 0 0,-1-8 0,0 5 0,0-10 0,0-6 0,1-11 0,0-11 0,-1-7 0,0-6 0,-11-4 0,8-1 0,-7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44.7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 0 24575,'-1'23'0,"0"5"0,-1 1 0,2 3 0,-1 4 0,1-3 0,0 0 0,0 0 0,0-2 0,0-4 0,0 2 0,0-8 0,0 0 0,0-6 0,0-1 0,0-4 0,0-3 0,0-2 0,0-19 0,0 4 0,-3-19 0,-3 10 0,-12-5 0,10 11 0,-5 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46.2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22 24575,'25'-2'0,"8"-1"0,1 1 0,5 0 0,-2-1 0,-7 2 0,1-2 0,-4 3 0,1-2 0,3 2 0,10-1 0,4 1 0,10-1 0,-11 0 0,-8 0 0,-16 1 0,-10 0 0,-4 0 0,6 0 0,7 0 0,0 0 0,-1 0 0,-10 0 0,-4 0 0,-3 0 0,-2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47.7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1 125 24575,'4'-19'0,"3"0"0,3 2 0,2-1 0,0 4 0,-1 2 0,-1 1 0,0 5 0,-2 0 0,0 5 0,1-1 0,6 2 0,4 3 0,0 1 0,-1 2 0,-8 0 0,-3-1 0,-2 1 0,0 0 0,-1 3 0,0 2 0,-3 0 0,0 6 0,-2 2 0,-3 4 0,-1 6 0,-4 0 0,0 1 0,-5 2 0,3-6 0,-4 2 0,3-5 0,2-4 0,1-2 0,3-5 0,1-1 0,0-4 0,2-3 0,1 0 0,1-2 0,0 1 0,1 0 0,0-1 0,2 2 0,6 0 0,7 1 0,21 2 0,8-1 0,31 3 0,8 0 0,1-1 0,-4-1 0,-33-4 0,-17-1 0,-17-2 0,-12-1 0,-1 1 0,-2-5 0,-3 2 0,1-5 0,-2 1 0,2-6 0,1 8 0,2-2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49.2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1 24575,'-14'5'0,"2"0"0,2 4 0,2 0 0,1 3 0,-1 2 0,3 1 0,-2 3 0,4 1 0,0 0 0,1 3 0,1 5 0,1 0 0,0 5 0,1-5 0,1 1 0,0-2 0,0-2 0,1-2 0,1-3 0,0-4 0,0-2 0,0-6 0,0-1 0,2-2 0,3 2 0,10 3 0,8 4 0,5-3 0,3 1 0,-3-7 0,-6-2 0,-3-4 0,-4-3 0,-1-1 0,2-1 0,-3-1 0,5 0 0,0-4 0,1-1 0,1-3 0,-3-1 0,-4 1 0,-3-4 0,-6 2 0,-3-2 0,-2-2 0,-2 2 0,0-4 0,-1 0 0,-1 2 0,-3-4 0,-2 7 0,-2-3 0,0 3 0,0 2 0,0 1 0,-3 3 0,2 2 0,-4 3 0,0 1 0,-1 2 0,1 2 0,3 1 0,-3 1 0,-2 2 0,-5 1 0,-6 1 0,-4 2 0,0 1 0,-1 3 0,2 1 0,3 3 0,0 2 0,4 1 0,-1 0 0,4 0 0,5-2 0,4 2 0,5-1 0,3 2 0,7 0 0,6 2 0,11-2 0,-10-5 0,3-5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5:51.1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0 180 24575,'1'-12'0,"0"-1"0,3-3 0,0-4 0,3 0 0,-1-4 0,2 7 0,4-4 0,-1 7 0,1 3 0,0 4 0,-2 4 0,1 2 0,2 0 0,4 2 0,4 2 0,-1 1 0,-3 1 0,-7-2 0,-5 0 0,-2 0 0,-1 5 0,3 2 0,0 4 0,-1 2 0,0 4 0,-3 1 0,1 2 0,-3-5 0,-1 3 0,-3-3 0,0-1 0,-3 2 0,2-6 0,-3 1 0,3-3 0,-3-2 0,0 0 0,-4 2 0,2-3 0,-3 4 0,2-2 0,1 0 0,2-2 0,4-1 0,2-4 0,8-1 0,9-1 0,20 0 0,18 4 0,38 4 0,-40-2 0,2 0 0,5-1 0,-1 0 0,-3-1 0,-3-2 0,19 1 0,-24-4 0,-25-1 0,-16-1 0,-6-3 0,-2 3 0,2-1 0,-1 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6:09.5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1136 24575,'20'-3'0,"-1"0"0,3-1 0,3 0 0,4-1 0,7-1 0,-1 1 0,14-4 0,6-1 0,3 0 0,23-5 0,2 2 0,8-4 0,-38 9 0,1 1 0,-2-1 0,0-1 0,1 2 0,2-1 0,6-2 0,-2 0 0,36-4 0,-40 5 0,0 0 0,35-6 0,-3-1 0,2-3 0,-6 2 0,2-3 0,-35 10 0,1 0 0,2-2 0,-1 1 0,1 2 0,1-1 0,6-1 0,-2-1 0,36-4 0,-44 5 0,-2 0 0,35-7 0,-12-1 0,0 0 0,-4 1 0,0-1 0,17-3 0,-5 1 0,9-2 0,3-2 0,-21 7 0,12-4 0,-12 3 0,0 1 0,11-3 0,-3 1 0,9 1 0,10-2 0,-7 3 0,-5 3 0,2 0 0,-23 5 0,11 0 0,-8 1 0,3 0 0,16-2 0,8-2 0,-43 8 0,2-1 0,6 0 0,1 0 0,-6 2 0,-2 0 0,45-2 0,-3 0 0,-25 2 0,18-1 0,-16 0 0,6-1 0,-1 0 0,7-1 0,-3 2 0,14-2 0,-12 0 0,-2 2 0,-4-3 0,-20 4 0,13-5 0,-3 2 0,8-3 0,13-2 0,1 1 0,0-1 0,7 2 0,-21 1 0,-3 1 0,-8-1 0,-11 2 0,5 2 0,-9-1 0,-8 2 0,-7-1 0,-12 1 0,-5 2 0,-4 0 0,-5 0 0,-1 1 0,-2 0 0,-2 0 0,1-1 0,4-4 0,1 2 0,1-2 0,-3 4 0,-5 1 0,0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6:16.9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6:47.5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504 29 24575,'-18'-1'0,"-5"-2"0,-1 1 0,-3-1 0,-5 1 0,7 0 0,-8 1 0,4-1 0,-4 0 0,0 0 0,0 2 0,0-2 0,1 0 0,7 1 0,7 0 0,3 0 0,5 1 0,-3-1 0,0 1 0,0 0 0,4 0 0,3 1 0,4 0 0,1 2 0,0 0 0,1 2 0,0 1 0,-1 3 0,0 2 0,0 0 0,1 4 0,0-4 0,0 5 0,1-4 0,0-2 0,1-1 0,-2-5 0,1 0 0,0-2 0,0 2 0,0-1 0,1 0 0,-2 0 0,4 1 0,-1 0 0,2 1 0,-1 1 0,-1-3 0,-1 1 0,1-3 0,-3 2 0,2 0 0,0 0 0,-1 1 0,2-2 0,5-3 0,4-2 0,7-1 0,4-1 0,-1 2 0,2 0 0,-5-1 0,-6 2 0,-3-1 0,-6 2 0,0 0 0,5 1 0,10 0 0,5 0 0,13 2 0,0 0 0,5 1 0,1 1 0,-8-1 0,-2 2 0,-12 0 0,-7-2 0,-2 2 0,-4 0 0,4 3 0,2 1 0,-2 0 0,-3 0 0,-4 1 0,-4-1 0,-1 2 0,0 1 0,0 0 0,-2 1 0,-2 2 0,-2-1 0,-5 5 0,0-4 0,-4 4 0,0-1 0,-1 0 0,-4 3 0,2-2 0,1-2 0,-1 1 0,3-8 0,-2 1 0,-3-3 0,3-4 0,-5 0 0,1-4 0,-2 0 0,-8-4 0,-6-4 0,-1-4 0,-7-4 0,12 3 0,-2-2 0,10 2 0,5 3 0,7-1 0,6 3 0,4-1 0,0 1 0,3 0 0,0 2 0,1 1 0,1 2 0,0 0 0,-1 2 0,3 5 0,-1 0 0,4 10 0,0 1 0,0 8 0,-2-11 0,-2 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6:12.1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585 123 24575,'-1'-10'0,"0"2"0,-1 3 0,0 2 0,-2 0 0,-5 0 0,-3-2 0,-13-1 0,-5-2 0,-11-1 0,-7-4 0,-4 2 0,-3-3 0,1 3 0,12 5 0,4 1 0,11 4 0,5-1 0,1 5 0,1 1 0,1 4 0,0 0 0,6 0 0,2 2 0,4-2 0,1 2 0,4-3 0,0 2 0,2-2 0,0 2 0,2 0 0,1 1 0,6 5 0,2 3 0,6 2 0,10 5 0,2 0 0,14 4 0,-1 0 0,-1-4 0,0-2 0,-8-5 0,1-3 0,-2-2 0,-1-1 0,-1-2 0,7 2 0,-5-1 0,4 1 0,-11-1 0,-9-4 0,-4 0 0,-2-1 0,4 2 0,5 4 0,-1 3 0,-2 0 0,-6-2 0,-5-4 0,-5-2 0,-1-2 0,-2-1 0,-3 2 0,-7-4 0,-3 1 0,-9-2 0,1-2 0,-13-1 0,-2-2 0,-4-1 0,-7-2 0,10 2 0,6-1 0,11 4 0,9 1 0,5 0 0,-4 1 0,1-2 0,-7 2 0,-1-3 0,0 3 0,4-1 0,6 1 0,6-1 0,3 0 0,3-4 0,2-3 0,5-3 0,-4 4 0,1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6:13.0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24575,'-1'15'0,"-1"2"0,2 7 0,-1 2 0,1 12 0,0 0 0,0 1 0,0 8 0,-1-2 0,0 1 0,0 6 0,1-9 0,0 14 0,0-1 0,0-1 0,0-1 0,-1-12 0,1-5 0,-2-3 0,2-7 0,0 6 0,0-1 0,0-1 0,0-2 0,0-8 0,0-5 0,0-8 0,0-9 0,0-12 0,0-4 0,0-3 0,0 10 0,0 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6:25.9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376 0 24575,'-18'11'0,"-2"-1"0,2 5 0,-6 2 0,2 0 0,-4 5 0,1 0 0,3-1 0,0-1 0,7-3 0,2-4 0,1 0 0,2-1 0,1-4 0,1 1 0,4-4 0,0-1 0,1-1 0,1 0 0,-2 0 0,0 1 0,-1 1 0,-3 3 0,0 1 0,1 0 0,-2 1 0,3-3 0,0 0 0,3-1 0,0-2 0,1-1 0,1-1 0,-1 1 0,-1 1 0,0 1 0,0-2 0,1 0 0,0-2 0,1 2 0,-1-1 0,1 1 0,1 3 0,-2-1 0,0 6 0,0-3 0,0 1 0,0-2 0,0-1 0,1-3 0,0 0 0,11-1 0,11 1 0,14 3 0,11-1 0,10 1 0,-4-4 0,10 0 0,-8-3 0,-1 0 0,-3-1 0,-7 1 0,-5 1 0,-6 0 0,-11 0 0,-8 0 0,-6-1 0,-1 1 0,4-1 0,7 1 0,-1 0 0,-2 0 0,-9-1 0,-9-4 0,-12-7 0,-10-8 0,8 7 0,2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6:27.1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 1 24575,'-1'30'0,"0"2"0,2 5 0,-1-2 0,3 6 0,-3-5 0,1 3 0,0 2 0,2-4 0,-1-2 0,3-1 0,-3-9 0,1-2 0,-1-1 0,-2-5 0,2 5 0,-1-5 0,1-1 0,-1-6 0,0-2 0,0-2 0,-1 1 0,2 0 0,-1-1 0,1 5 0,1 2 0,2 4 0,-1 2 0,2-4 0,-4-4 0,1-4 0,-3-3 0,1-1 0,0-1 0,-1 2 0,1 3 0,1 3 0,-1 5 0,2 2 0,-1-1 0,-1-4 0,0-5 0,-1-3 0,1-3 0,0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6:29.0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449 0 24575,'-13'12'0,"-2"1"0,0 2 0,-6 6 0,-1 5 0,-3 2 0,-5 6 0,4-4 0,-2 2 0,-3 0 0,8-8 0,-4 0 0,10-6 0,3-4 0,4-2 0,2-3 0,1-2 0,-1 1 0,1-1 0,1-2 0,-3 1 0,3-2 0,-2 2 0,-2 1 0,-1 2 0,-4 3 0,2-2 0,0 0 0,6-5 0,4-1 0,5-3 0,19 2 0,12 0 0,34 4 0,5 3 0,-21-5 0,0 0 0,32 6 0,-12-6 0,-34-2 0,-25-3 0,-6 1 0,-4-1 0,4-1 0,-1 1 0,4-1 0,1 0 0,2 1 0,-3-1 0,-3 1 0,0 0 0,-2 0 0,3 0 0,2 0 0,2-1 0,0 1 0,0-2 0,-6 1 0,-2-2 0,-3 0 0,-5-1 0,4 2 0,-4-1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6:30.1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24575,'4'30'0,"2"2"0,2 15 0,2 0 0,-2 25 0,0-1 0,-4 3 0,-1 10 0,-1-10 0,-1-2 0,0-8 0,-1-17 0,0-9 0,0-8 0,0-10 0,0-3 0,0-1 0,1-3 0,-1 0 0,2-6 0,-2-1 0,1-2 0,0 0 0,0 1 0,0 1 0,0-2 0,0-3 0,0-2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7:00.9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483 0 24575,'-6'9'0,"-1"0"0,0 0 0,-1 3 0,-2 1 0,-5 4 0,0 1 0,-1 0 0,-2 2 0,2-2 0,-5 2 0,-2 0 0,1-1 0,-3 1 0,2-3 0,2-1 0,-4-1 0,5-2 0,1-3 0,4 1 0,5-6 0,-1 2 0,-4 1 0,-1-1 0,-3 2 0,4-2 0,2-1 0,5-3 0,3-1 0,1 0 0,0 1 0,-4 3 0,1-1 0,0 2 0,2-3 0,1-1 0,4-2 0,7 0 0,13 0 0,17 1 0,12-2 0,22 5 0,1-1 0,20 3 0,-8 1 0,-8-5 0,-14 2 0,-23-4 0,-15 0 0,-12-1 0,-5 0 0,0-1 0,2 1 0,6-1 0,1 1 0,-1 0 0,-4 0 0,-9-5 0,-6-1 0,-6-8 0,-9 2 0,10 3 0,-4 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7:02.4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0 24575,'0'11'0,"0"2"0,0 6 0,-1 8 0,-1 7 0,1 9 0,0-3 0,1 8 0,0-6 0,0-1 0,0 2 0,0-5 0,1-2 0,0 0 0,0-10 0,0-2 0,0-6 0,0-6 0,-1 0 0,1-2 0,0-2 0,-1-2 0,0-2 0,0-1 0,0 0 0,0 1 0,0 3 0,0 1 0,0 3 0,0-3 0,1 0 0,0-2 0,-1 3 0,0 2 0,1 4 0,0 3 0,0-1 0,0-3 0,1-4 0,-2-5 0,1-1 0,-1-1 0,0 2 0,1-2 0,-1 0 0,1 0 0,0 0 0,-1 2 0,1 0 0,-1 4 0,0 0 0,0 6 0,0-1 0,0 2 0,0-3 0,0-4 0,2-8 0,0-5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8:19.2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1 787 24575,'19'-5'0,"3"-2"0,11-4 0,10-3 0,6-1 0,17-6 0,4 2 0,1-3 0,4-1 0,-13 2 0,-4-2 0,4 1 0,0-4 0,0 2 0,4-3 0,-14 8 0,4 1 0,-9 3 0,0 1 0,4 1 0,7-2 0,5-1 0,21-3 0,-2 2 0,2 2 0,-4 0 0,-20 7 0,5-6 0,-6 3 0,2-4 0,9-4 0,5 0 0,1-2 0,5 1 0,-13 4 0,-10-1 0,-1 4 0,-17 2 0,6-1 0,-6 3 0,0-3 0,7 2 0,-1-1 0,-1 1 0,1 1 0,-9 0 0,-3 3 0,-4-2 0,-7 3 0,-4-2 0,-5 4 0,-6 1 0,-2 0 0,-3 1 0,0 1 0,0-1 0,1 0 0,2-1 0,0 1 0,2-1 0,0-1 0,1 1 0,-3-1 0,-2 1 0,1 0 0,4 1 0,3-1 0,3 0 0,-3 0 0,-1 0 0,-4 1 0,-3 0 0,-2 0 0,-1 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9:09.9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214 3 24575,'-22'-2'0,"3"1"0,2 1 0,3 1 0,2 0 0,1 1 0,-1 1 0,-2 1 0,-3 3 0,2 0 0,0 2 0,1 0 0,2-1 0,2 0 0,4-2 0,3-1 0,2-2 0,1 2 0,0-1 0,2 3 0,3 0 0,5 3 0,6 1 0,0-1 0,8 1 0,10 3 0,11 0 0,21 7 0,7 0 0,-5-1 0,-4 0 0,-25-8 0,-3 2 0,-15-6 0,-5-1 0,-9-3 0,-7-1 0,-6 1 0,-3 2 0,-5 2 0,0 0 0,-1 1 0,-4-1 0,-1-2 0,-1-2 0,-4-3 0,4 0 0,-3-1 0,8 0 0,3 0 0,4 0 0,4 0 0,0 0 0,-3 0 0,-1 0 0,-2 0 0,5 0 0,5-1 0,3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9:11.1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0 24575,'-6'11'0,"0"-1"0,1 6 0,1 2 0,-2 6 0,1 8 0,-1 3 0,1 7 0,1 4 0,0-1 0,2 8 0,1-2 0,1-7 0,0-1 0,0-9 0,-1-3 0,1-1 0,-1-3 0,1-5 0,0-2 0,0-8 0,0-1 0,0-4 0,0 0 0,-1 6 0,1-1 0,-1 4 0,1-1 0,0-2 0,0 0 0,1-5 0,-1-1 0,4-4 0,4-4 0,-3 0 0,2-1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9:13.1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1 114 24575,'12'-8'0,"6"-2"0,3 0 0,8-3 0,0 1 0,5-2 0,-6 1 0,-4 3 0,-7 2 0,-8 4 0,-1 2 0,0-1 0,-2 2 0,0-2 0,-2 3 0,-2-2 0,1 5 0,-2 2 0,1 3 0,-1 6 0,2 1 0,-2 6 0,0 6 0,-1 7 0,0 3 0,-1 10 0,-1-7 0,-1 4 0,0-5 0,0-6 0,-1 1 0,1-6 0,0 1 0,-1 0 0,1-6 0,-1-2 0,2-3 0,0-6 0,2-3 0,-1-6 0,1 2 0,-1 3 0,1 6 0,1 1 0,0 1 0,0-5 0,0 5 0,-1-3 0,0 0 0,0-5 0,0-6 0,6-7 0,-5 2 0,5-2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9:14.5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 24575,'24'-1'0,"12"-1"0,13 2 0,11-2 0,13 2 0,-11 0 0,-12 0 0,-23 0 0,-19 1 0,-10 1 0,-12 7 0,8-5 0,-6 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9:15.1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24575,'0'0'0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9:16.4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216 1 24575,'-4'17'0,"1"2"0,-5 5 0,1 0 0,-6 6 0,-2-3 0,0 3 0,-5 1 0,3-2 0,-1-3 0,-2 1 0,4-6 0,1-1 0,2-1 0,4-7 0,-1 5 0,2-5 0,4 0 0,12-5 0,13-4 0,26-1 0,34 3 0,15 2 0,-33-2 0,1 0 0,-7-1 0,-3 0 0,39 2 0,-33-2 0,-35-2 0,-18-1 0,-15-2 0,-15-5 0,-11-6 0,-14-4 0,21 4 0,3 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9:17.1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24575,'0'32'0,"0"3"0,0 7 0,1 6 0,-1 3 0,1 1 0,1 7 0,-2-6 0,1 13 0,-1-3 0,0-3 0,0-3 0,0-19 0,0-9 0,0-10 0,0-10 0,1-4 0,1-5 0,1-2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9:19.5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37 175 24575,'2'-8'0,"0"-2"0,0 3 0,1-2 0,1-1 0,3-2 0,1-3 0,4 0 0,0-3 0,4 3 0,-1-1 0,2 2 0,-1 3 0,-3 3 0,0 4 0,-5 2 0,0 1 0,8 2 0,12 8 0,8-1 0,9 11 0,-13-4 0,-9 0 0,-9-3 0,-8-2 0,0 2 0,-2 0 0,0 0 0,-1-1 0,-1-1 0,-1 2 0,-1 0 0,0 0 0,-1 3 0,0 1 0,-2 3 0,-2 3 0,-1-1 0,-1 2 0,-2-1 0,0 0 0,-6 0 0,-6 3 0,-5-1 0,-13 7 0,-2-2 0,-2 1 0,-2 0 0,13-5 0,2-2 0,9-5 0,6-5 0,4 1 0,3-2 0,2 1 0,1-2 0,1-1 0,0-1 0,1-2 0,2 3 0,0-3 0,1 4 0,0-3 0,-1 6 0,1 1 0,-1 3 0,3 2 0,-2-5 0,2-3 0,-1-6 0,0-3 0,0-2 0,8 1 0,11-3 0,18 1 0,8-1 0,23 1 0,-8 0 0,17 0 0,-16-1 0,-10 0 0,-14-2 0,-15 2 0,-4 0 0,-2 1 0,-2 0 0,4 0 0,-4 2 0,3-2 0,-6 3 0,-6-3 0,-8 3 0,-6-1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19:40.5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3905 196 24575,'-7'-8'0,"0"2"0,0 1 0,-2 0 0,-5-1 0,-6-2 0,-8-1 0,-8-1 0,-9-3 0,-8 2 0,-4-1 0,-16 2 0,8 1 0,-17 2 0,9 2 0,0 0 0,-1 2 0,2-4 0,-3 1 0,-12-3 0,15 0 0,-14 1 0,11 1 0,5 2 0,-1 1 0,10 1 0,1 2 0,1-1 0,10 1 0,6 1 0,0-1 0,12 1 0,-9 0 0,2 1 0,-1-1 0,-7 1 0,1 0 0,4 0 0,-7 1 0,10 0 0,-11 1 0,4 0 0,3 1 0,-2-1 0,4 1 0,3 0 0,0 1 0,7-3 0,2 3 0,-1-2 0,6 3 0,-7 0 0,2 1 0,-3 0 0,-7 1 0,1 0 0,1-1 0,3 0 0,9-2 0,-2 1 0,2 2 0,-2 1 0,0 1 0,2 0 0,-1-1 0,0 3 0,4-2 0,-2 3 0,3-2 0,1-1 0,0 0 0,1 0 0,0 1 0,-1 0 0,2 0 0,2-1 0,0 1 0,1-2 0,-2 1 0,-2 2 0,1 1 0,-6 2 0,6-2 0,-2 0 0,1 0 0,3-3 0,-3 3 0,0 0 0,0-1 0,-2 3 0,4-2 0,-3 0 0,1 2 0,1-1 0,0-1 0,2 2 0,0-3 0,-2 5 0,0 1 0,-1 0 0,-4 6 0,1-3 0,-1 3 0,-2 2 0,5-5 0,-3 2 0,2-4 0,3 1 0,-1 0 0,4-1 0,1 0 0,0 0 0,-1 1 0,1-1 0,-4 5 0,6-4 0,-3 4 0,3-4 0,0 1 0,-2 0 0,2-3 0,-1 2 0,1-1 0,4-1 0,-4 3 0,2 0 0,0-1 0,0 0 0,3-1 0,1-3 0,0 5 0,1-5 0,-1 6 0,1-4 0,1 0 0,0 0 0,3-4 0,-2 0 0,0 1 0,1-1 0,0 1 0,0 5 0,1-3 0,-1 8 0,1-1 0,0 5 0,0 1 0,1 3 0,0 3 0,3 2 0,0-3 0,-1 4 0,1-1 0,-2 1 0,2 5 0,1-1 0,1-2 0,6 5 0,-2-9 0,1 1 0,0-3 0,-3-5 0,1 0 0,-2-4 0,0-5 0,1 0 0,0-4 0,-2-2 0,3 2 0,-5-6 0,3 4 0,-2-4 0,2 1 0,-2 0 0,4 1 0,-2-1 0,2 2 0,0-2 0,-1 2 0,1-1 0,-3-2 0,3 0 0,-2 0 0,2 1 0,1 5 0,0-3 0,0 2 0,0-1 0,-1-2 0,4 4 0,-1-1 0,1 3 0,3 1 0,-2-1 0,-1-3 0,-1 1 0,-2-6 0,-1 2 0,2-1 0,-1-2 0,2 1 0,-1-2 0,2-1 0,1 1 0,2-1 0,1 1 0,3 1 0,-3-1 0,5 0 0,0 1 0,0-2 0,2 3 0,-3-2 0,3 1 0,1-1 0,1 1 0,4 1 0,3 1 0,0 1 0,5 1 0,0 1 0,-4-2 0,1 0 0,-7-2 0,-1-1 0,2 1 0,-6-1 0,8 0 0,-2 1 0,2-2 0,4 3 0,0 0 0,1 0 0,6 3 0,-7-6 0,7 3 0,-5-2 0,0-1 0,-2 2 0,-1-4 0,-1 0 0,6 0 0,1 1 0,-1-1 0,4 1 0,-8-3 0,6 1 0,-2-1 0,0 0 0,7-1 0,-3 0 0,1-2 0,5 1 0,-12-1 0,12 1 0,-6 1 0,0-3 0,4 3 0,-9-3 0,4 1 0,-2 0 0,-7-1 0,5 1 0,-7 1 0,3-1 0,1 1 0,1 0 0,-3 0 0,2 0 0,-3-2 0,-1 1 0,9-1 0,-5 0 0,11-1 0,0 0 0,-2 0 0,5 0 0,-9 0 0,2 0 0,-2 1 0,-1-1 0,8 1 0,6-1 0,3 0 0,7-2 0,-2 1 0,2-3 0,2 3 0,-5-3 0,-2 1 0,1-3 0,-11 3 0,11 1 0,-8-2 0,1 3 0,2-4 0,-5 4 0,-4-3 0,2 0 0,-9 0 0,5-1 0,-3 0 0,-6-1 0,-2 1 0,-4-2 0,0 0 0,6-2 0,1-2 0,3 1 0,1-1 0,-6 1 0,5 1 0,-3-1 0,-1 1 0,4-5 0,-1 1 0,-1 0 0,1-1 0,-8 3 0,0-1 0,-3 0 0,-5-1 0,1-1 0,-4 3 0,0-2 0,0 0 0,-3 1 0,1-2 0,-1 1 0,-2 0 0,1-2 0,-1 1 0,-1-2 0,4-4 0,-2 1 0,-1-3 0,2 1 0,-4 0 0,4-4 0,1-2 0,-1-2 0,1-4 0,-3 0 0,0 0 0,2-4 0,-3 6 0,4-9 0,-1 1 0,-2-1 0,1-3 0,-7 2 0,0-1 0,-4-6 0,0 0 0,1 1 0,1-7 0,1 11 0,-1-9 0,0 9 0,-3-1 0,1-2 0,-1 5 0,-2-1 0,1-3 0,-1 8 0,-1-7 0,1 4 0,-2-1 0,1-3 0,-1 1 0,2 2 0,-4-3 0,2 4 0,-5-1 0,1-2 0,-1 7 0,0-7 0,0 3 0,0 1 0,-3-4 0,0 5 0,-3 0 0,-1 0 0,1 8 0,-3-7 0,-2 4 0,2-1 0,-2 1 0,1 3 0,0 2 0,-6-2 0,3 5 0,-11-5 0,1 4 0,-2-1 0,-2 0 0,5 5 0,1 1 0,-3 2 0,4 3 0,-3 1 0,-3 0 0,-2-1 0,-12-4 0,-1-1 0,-2 0 0,-6-1 0,4 4 0,-2 0 0,-1 2 0,11 4 0,-9 0 0,3 2 0,-3 1 0,-6 1 0,3 2 0,0 0 0,-1 0 0,9 4 0,2 0 0,5 2 0,8 0 0,-7 0 0,4 0 0,0 0 0,-8-1 0,-2 0 0,-4-2 0,-4 1 0,9 1 0,-3 1 0,4-2 0,-1 1 0,-6-2 0,1 3 0,4-2 0,0 5 0,5-2 0,-3 4 0,-27 1 0,-15 3 0,15 3 0,-8 3-2262,15-2 1,-4 1 0,-3 2 2261,-25 6 0,-5 2 0,9-1 0,5-2 0,5-1 0,0 0 0,-1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0:24.7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1778 24575,'16'-3'0,"0"1"0,5-2 0,1 1 0,4-2 0,3-2 0,5-3 0,4-3 0,12-4 0,-3-3 0,19-9 0,-2 0 0,6-6 0,7-2 0,5-3 0,-1-2 0,-33 18 0,0 0 0,34-18 0,-29 14 0,1 0 0,-2 2 0,1-1 0,9-6 0,1 0 0,-8 4 0,0 0 0,5-4 0,-1 1 0,-11 6 0,0 0 0,9-5 0,2-1 0,-3 5 0,1 0 0,-1-1 0,2 0 0,7-2 0,1 1 0,-11 4 0,0 0-329,13-5 1,1-1 328,0 2 0,-1 1 0,2-1 0,2-1 0,12-4 0,2 1 0,-5 1 0,-1 1 0,0 0 0,1 0-537,4 1 0,-3 2 537,-20 4 0,-2 0 0,9 1 0,-2-1 0,-12 2 0,-3 0 0,-3 3 0,-2 1 621,39-20-621,-20 9 0,-7 2 0,-6 3 1110,-15 6-1110,-9 5 0,-14 5 0,-9 8 0,-6 5 0,-10 11 0,6-7 0,-6 5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0:29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0 124 24575,'12'-6'0,"1"-3"0,1 0 0,1-2 0,3-1 0,-3 1 0,5-1 0,-3 1 0,3 1 0,1 1 0,7 2 0,4 0 0,8 3 0,1 0 0,2 3 0,10 3 0,-9 3 0,2 3 0,-18-1 0,-11-1 0,-10-3 0,-7 1 0,0 1 0,-1 5 0,-1 1 0,-4 7 0,-4-1 0,-3 3 0,-4 1 0,-5-1 0,-3 0 0,-4 1 0,-1-2 0,-2 1 0,2 0 0,1 0 0,4-2 0,4-2 0,7-6 0,5 0 0,5-6 0,2 0 0,1-2 0,0 1 0,0 3 0,-1 0 0,2 2 0,-2-3 0,2-2 0,-1-1 0,1 1 0,0-1 0,0 2 0,0-2 0,0 1 0,0 1 0,-1 0 0,1 1 0,-2-1 0,1 0 0,0 1 0,0 1 0,0-2 0,1 0 0,-2 1 0,1 1 0,0 4 0,1 0 0,0 0 0,0-4 0,0-1 0,6-4 0,9 1 0,9-2 0,10 0 0,12 1 0,2-1 0,3 1 0,-5-1 0,-15 0 0,2 0 0,-2 0 0,9 2 0,14-1 0,1 2 0,1-1 0,-10 1 0,-12-1 0,-14 0 0,-9-4 0,-7-7 0,0-6 0,-3 5 0,1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0:30.9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420 0 24575,'-4'11'0,"-3"1"0,-1 2 0,-5 8 0,-5 3 0,0 1 0,-5 4 0,1-4 0,-4 2 0,-5-5 0,7-6 0,-5-2 0,10-5 0,1-2 0,2-1 0,2-2 0,-5 0 0,-6 3 0,2 0 0,-5 1 0,11-3 0,5-2 0,6-2 0,32-1 0,6 0 0,26-1 0,17 0 0,8 1 0,2 1 0,-2-1 0,-34 0 0,-15-1 0,-20 0 0,-7 0 0,-3 0 0,4 0 0,-4 0 0,0 1 0,-1 0 0,-2-3 0,0-2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0:31.9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24575,'6'32'0,"-1"1"0,7 8 0,-2 2 0,0 5 0,-2 1 0,-3-2 0,-1 15 0,2 2 0,-4 2 0,1-4 0,-1-20 0,-1-12 0,3-21 0,1-11 0,2-12 0,-1 1 0,-2 3 0,-3 5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0:34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24575,'3'15'0,"0"3"0,0-3 0,1 4 0,0 2 0,0 0 0,0 1 0,-1-2 0,1 0 0,-1 0 0,0 3 0,-2-4 0,3 5 0,-2-5 0,0 2 0,1-1 0,-2-2 0,2 4 0,-2-3 0,1 0 0,-1-2 0,1-2 0,-2-2 0,1 1 0,0-4 0,-1 0 0,2-3 0,-2-1 0,1-2 0,-1 1 0,0-1 0,0 2 0,1 0 0,-1 1 0,2 3 0,-2 0 0,2 3 0,-1 0 0,1-1 0,-1 2 0,-1-6 0,0 2 0,0-1 0,0-2 0,1-1 0,-1 0 0,1-2 0,-1 0 0,0-1 0,4-4 0,2-7 0,0 0 0,-1-1 0,-5 5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2:14.94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206 1 24575,'-13'0'0,"-1"0"0,-1 0 0,0 0 0,-3 1 0,5 0 0,0 2 0,4-1 0,1 0 0,2 0 0,2 0 0,0 0 0,0 0 0,-1 0 0,0 2 0,-3 0 0,1 1 0,-2 0 0,2 1 0,2-2 0,0 0 0,4-1 0,-2-1 0,2 2 0,-2 0 0,1 0 0,0 1 0,0 0 0,1 1 0,-1 1 0,2-1 0,-1 2 0,1-3 0,0 2 0,0-1 0,0 1 0,1 1 0,0-1 0,1 1 0,-1-2 0,2 0 0,-3-2 0,4 0 0,-4-1 0,4 0 0,5-1 0,5 2 0,13 0 0,3 2 0,2-1 0,-3-2 0,-9 0 0,-7-2 0,-6-1 0,-4-1 0,0-1 0,-1-1 0,-1 1 0,1-1 0,-1 1 0,0 0 0,1-2 0,-1 2 0,1-2 0,1 1 0,-1-2 0,1 1 0,0 0 0,0 0 0,1-1 0,-2 1 0,1 0 0,0 0 0,0 0 0,-1 1 0,0 1 0,-1-1 0,1 1 0,-2-2 0,1 1 0,0-1 0,-1 1 0,1 0 0,-1-2 0,0 3 0,0-2 0,0 2 0,-1-1 0,0 0 0,-2 0 0,0-1 0,-1 2 0,-2-3 0,-3 0 0,-2-2 0,-1 1 0,-2-1 0,2 4 0,1-2 0,0 2 0,2 1 0,2 0 0,1 2 0,2-1 0,-2 1 0,2 0 0,-1 0 0,1 0 0,-1 0 0,1 1 0,0 0 0,0 2 0,-3 1 0,2 0 0,-2 2 0,2 0 0,1 0 0,1-1 0,1 1 0,1-3 0,0 3 0,1-3 0,0 3 0,0-2 0,0 0 0,0 0 0,0 1 0,1-1 0,-1 0 0,2-1 0,-2-1 0,4 0 0,-1 1 0,5 1 0,-1-1 0,-1-1 0,-1-1 0,-1-1 0,3-1 0,1 0 0,2-1 0,-1 0 0,-2 0 0,-1-1 0,-1 0 0,-2 0 0,0-2 0,0 1 0,-1-1 0,-1-1 0,1-1 0,-2 1 0,1 1 0,-2 0 0,1 1 0,-2 1 0,1-1 0,-2 0 0,0 1 0,-1-1 0,-1 2 0,-2-2 0,1 2 0,-1 0 0,2 2 0,0 0 0,2-1 0,0 1 0,1-1 0,-1 2 0,-2 0 0,2 1 0,-2 0 0,3 0 0,-1 0 0,0 0 0,1 1 0,1 0 0,-1 2 0,2-2 0,0-1 0,5-3 0,-2-1 0,1 0 0,-3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2:26.75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179 32 24575,'-15'0'0,"0"0"0,-2 1 0,3 0 0,0 0 0,2 1 0,6-1 0,-2 0 0,4 1 0,-1-1 0,-2 1 0,-1 0 0,0 1 0,-1-1 0,2 2 0,0-1 0,0 1 0,2-1 0,2 0 0,1 0 0,0-1 0,1 1 0,0-1 0,0 2 0,0-1 0,1 0 0,0 1 0,0 0 0,0 1 0,0 2 0,0 1 0,1-2 0,1 0 0,2-1 0,1 0 0,1 1 0,1-1 0,1 3 0,2-4 0,-4 1 0,2-2 0,-3 0 0,1-1 0,-2-1 0,1-1 0,4-2 0,2 0 0,6 0 0,-4 1 0,3-1 0,-4 1 0,-1-1 0,-1-1 0,-3 0 0,-2 1 0,-1-3 0,-1 1 0,0-3 0,2 1 0,-3 1 0,3-1 0,-2 1 0,0 0 0,0 0 0,0-1 0,-1 1 0,0 0 0,-1 1 0,0-1 0,0 1 0,0 0 0,0-1 0,0 0 0,-1 2 0,0-2 0,0 1 0,-3 1 0,-1-1 0,-5 0 0,-2-3 0,-2 1 0,-4-3 0,2 3 0,-3 1 0,2 2 0,2 0 0,2 2 0,2 0 0,3 1 0,2 0 0,2 1 0,0 0 0,-1 2 0,-1-1 0,0 2 0,-1-1 0,3 1 0,-2-2 0,2 1 0,0-1 0,1 0 0,0 0 0,0 0 0,0 2 0,-1-1 0,1 4 0,0-1 0,0 2 0,1 0 0,0-2 0,2 2 0,0 0 0,1-1 0,0 1 0,1-3 0,-1 1 0,1-1 0,1 0 0,0 1 0,2-1 0,2 0 0,-1 1 0,1-1 0,0 0 0,2-1 0,2 0 0,-1 0 0,0-1 0,-5 0 0,-2-3 0,1 0 0,5-1 0,5 1 0,6-1 0,3 0 0,-5 1 0,-3-2 0,-5 1 0,-3-1 0,-3-1 0,1 0 0,0 0 0,0-2 0,-2 0 0,1-1 0,-2 1 0,-1-1 0,1 1 0,-3 1 0,1 0 0,-1 0 0,1 1 0,-1 0 0,1 0 0,-3-2 0,0-1 0,-3 0 0,0-1 0,-1 0 0,1 0 0,-2 1 0,-1 1 0,-1-1 0,-3 0 0,2 2 0,-1-1 0,6 4 0,1 0 0,2 1 0,-2 0 0,-1 0 0,-1 1 0,0-1 0,0 2 0,2-1 0,0 0 0,2 1 0,-3-2 0,1 2 0,-2 0 0,1 0 0,-1 2 0,0-1 0,2 1 0,-1 1 0,0 0 0,2-1 0,0 1 0,0-1 0,2 0 0,-2-1 0,2 0 0,1 0 0,0 1 0,-1 1 0,0 2 0,0-2 0,1 2 0,0-1 0,0-1 0,0-1 0,1 1 0,-1-3 0,2 2 0,-2 0 0,2 0 0,-1 2 0,1-1 0,0-1 0,-1 0 0,0-1 0,2 0 0,0 0 0,-1-1 0,0 0 0,2 2 0,-1-3 0,1 2 0,-2-3 0,0-2 0,1 0 0,-1-1 0,3-3 0,-3 2 0,2-1 0,-3 3 0,0 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4:18.160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136 4 24575,'-10'-2'0,"2"1"0,4 0 0,0 1 0,-1 2 0,-2 0 0,-4 3 0,-3 1 0,-2 1 0,0 0 0,1 1 0,5-2 0,2 0 0,4-4 0,2 1 0,1-2 0,1 2 0,1 1 0,-1 1 0,4 3 0,1-1 0,3 1 0,6 2 0,-2-3 0,2 0 0,0-3 0,-3-1 0,1 0 0,-2-2 0,-2 0 0,-2-1 0,1 0 0,0 0 0,5 0 0,2 0 0,1 0 0,5 0 0,-4 0 0,5-1 0,-5 1 0,1-2 0,-6 1 0,-3 0 0,-1-1 0,-3 1 0,-1 0 0,-1-1 0,0-1 0,-1-2 0,0 1 0,-1 1 0,0 1 0,0-1 0,-1 1 0,-1-2 0,-3 0 0,-3-1 0,-2 0 0,-2 1 0,-5-2 0,-1 0 0,-4 0 0,-3-1 0,4 1 0,-2 0 0,5 3 0,4-1 0,4 3 0,5 0 0,1 1 0,1 0 0,0 0 0,0 1 0,1 0 0,-1 1 0,0 0 0,1 0 0,0 1 0,0-1 0,0 4 0,0 0 0,0 2 0,-1 0 0,1 0 0,1 1 0,-1-3 0,2 2 0,-1-3 0,1-1 0,0-1 0,0 0 0,2 1 0,0-1 0,3 2 0,1-1 0,3 0 0,0 0 0,2 1 0,-2-2 0,1 1 0,0-3 0,-2 2 0,-2-3 0,-2 1 0,-1-1 0,0 0 0,2-1 0,-1 1 0,0-2 0,0 1 0,1-2 0,1 1 0,1 0 0,0-2 0,-1 1 0,0-3 0,-1 1 0,0 0 0,-1-1 0,-1 0 0,-1 1 0,-1 2 0,0 0 0,-2 0 0,-1-1 0,-1 1 0,0-1 0,-3 1 0,-2-2 0,-2 0 0,-3 0 0,-2 0 0,-1 1 0,1 2 0,3 1 0,3 0 0,4 1 0,1 0 0,0 0 0,0 0 0,-2 1 0,1 0 0,-2 2 0,0 0 0,1 2 0,-2 0 0,3 1 0,1 0 0,0 1 0,1 1 0,-1 0 0,3 0 0,-1 1 0,2 0 0,1-1 0,0 0 0,3-1 0,2-2 0,4 1 0,8 3 0,0-1 0,12 2 0,-5-1 0,1-1 0,-4-3 0,-9-3 0,-3-1 0,-5-1 0,-3-1 0,1-1 0,1-2 0,2-2 0,-1-3 0,0 1 0,-1-2 0,-1 1 0,-2-1 0,0-1 0,-1-1 0,0 0 0,-1-1 0,0 1 0,-2 1 0,-1 0 0,-2 1 0,0 0 0,0 3 0,0 1 0,-1 2 0,2 2 0,-1 1 0,-1 0 0,-2 0 0,-6 0 0,0 0 0,-2 1 0,-1 0 0,4-1 0,3 1 0,4-1 0,3 2 0,0 0 0,0 3 0,-1 0 0,0 3 0,-2 2 0,2 0 0,1 1 0,0 2 0,2-2 0,0 0 0,2-2 0,1-2 0,0 1 0,3-2 0,0 1 0,7 2 0,6 1 0,6 1 0,11 2 0,1-2 0,-3-2 0,-2-3 0,-9-4 0,-4 0 0,-4-3 0,-6 0 0,-2-1 0,-1-1 0,-2-1 0,0 0 0,-1 0 0,-1 0 0,1-3 0,-2 0 0,-1-2 0,-2-1 0,-1 2 0,-2-6 0,-1 4 0,0 0 0,-2 1 0,3 3 0,-3 0 0,2 2 0,0 0 0,-1 2 0,3 1 0,-1 2 0,2 0 0,-2 0 0,-2 1 0,-2 0 0,0 1 0,0 0 0,2 1 0,-1-1 0,1 3 0,3-3 0,0 1 0,3-1 0,0 0 0,-1 0 0,1 1 0,1-1 0,0 2 0,1-1 0,0 1 0,0 0 0,1-1 0,0 0 0,1 1 0,1 1 0,2 3 0,4-1 0,1 2 0,1-2 0,-1-3 0,-3 1 0,-1-3 0,-2 1 0,1-2 0,-2 1 0,2-2 0,3 1 0,3-1 0,4 0 0,-1 0 0,-2 0 0,-2-1 0,-4 1 0,-1-2 0,-2 1 0,0-2 0,-1 0 0,1 0 0,-2 0 0,1 0 0,-1-3 0,1 1 0,-1 1 0,1 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5:10.7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190 94 24575,'-7'-4'0,"1"0"0,4 4 0,0-1 0,-1 1 0,-1-1 0,0 1 0,0 1 0,0 0 0,-1 1 0,2 1 0,-1-1 0,2 2 0,-1-2 0,0 1 0,1-1 0,0 0 0,-1 1 0,1-1 0,0 2 0,0-1 0,1 1 0,0 0 0,0-2 0,-1 3 0,2-2 0,-1 4 0,1-2 0,0 2 0,0-1 0,0 0 0,0-1 0,1 1 0,0 1 0,1 1 0,0-3 0,-1 0 0,1-4 0,2 0 0,3-2 0,4 0 0,6-4 0,-1 2 0,1-3 0,-3 1 0,-4 0 0,-4-2 0,-1 0 0,-2 1 0,3-4 0,-4 2 0,1-2 0,-2-1 0,-1 2 0,-1-2 0,-1 2 0,-1 0 0,-2 1 0,0 0 0,-1 2 0,-4-1 0,-3 0 0,-3 1 0,-8-2 0,-1-1 0,0 1 0,1 1 0,8 3 0,3 1 0,7 3 0,2 0 0,2 0 0,-1 2 0,-1 2 0,-1 1 0,-1 3 0,-1 0 0,0 5 0,1-2 0,2 3 0,2-1 0,1 0 0,1 1 0,1-2 0,0-1 0,2 2 0,2-3 0,0 1 0,2-2 0,0 0 0,1-1 0,1 0 0,1-3 0,0 0 0,2-2 0,-3-1 0,1-1 0,0-2 0,-2-1 0,2-2 0,-1-1 0,0-2 0,-1-2 0,-1 1 0,-1-3 0,-2 2 0,-1-1 0,1 0 0,-1 0 0,1 0 0,0 0 0,-2 2 0,1-1 0,-2 1 0,1 2 0,-2 0 0,1 1 0,-1 2 0,0 0 0,0 1 0,-3 0 0,1 1 0,-2 0 0,2 1 0,0 0 0,-3 0 0,0 1 0,-4 1 0,0 2 0,-3 1 0,-2 2 0,3 2 0,-1 0 0,3 2 0,1-2 0,2 0 0,3-1 0,-1-1 0,1 2 0,1-3 0,1-1 0,1-2 0,0-1 0,8 0 0,-2-1 0,8 0 0,-1-1 0,1 0 0,2-1 0,-1 0 0,0-3 0,-2 0 0,-4-1 0,0-3 0,-3-2 0,-1-3 0,-1-2 0,-1-1 0,-2-1 0,0 1 0,-1 2 0,-1 0 0,-2 4 0,0 3 0,0 3 0,1 3 0,-1 0 0,-3 1 0,1 0 0,-5 0 0,3 0 0,-2 0 0,4 0 0,1 0 0,2 0 0,0 0 0,-5 1 0,0 1 0,-4 1 0,-1 3 0,1 2 0,-1 2 0,3 3 0,2 0 0,4 0 0,1-2 0,2-2 0,0-1 0,0-2 0,0-1 0,1 1 0,0-2 0,1 2 0,0 0 0,1 1 0,1 1 0,1-2 0,0 4 0,-1-6 0,-3 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5:20.26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 16383,'78'54'0,"1"1"0,-5-4 0,-12-13 0,-27-27 0,13 2 0,4-1 0,1 2 0,9-1 0,-9-3 0,-2-1 0,-4-2 0,-9-1 0,6 1 0,0 1 0,2 1 0,2-1 0,-5-1 0,-3-3 0,3 1 0,-5-2 0,10 0 0,2 1 0,2-1 0,3 1 0,-4 0 0,-4-3 0,7 4 0,-3-4 0,3 1 0,6-1 0,-8 0 0,7 0 0,-8-1 0,-4 1 0,-1-1 0,-5 1 0,-2-2 0,4 0 0,-8-2 0,9 2 0,-5 0 0,2 1 0,-1 0 0,-4 0 0,-6 0 0,2 0 0,-8 0 0,9 0 0,5 0 0,6 0 0,11 0 0,-1 0 0,-3 0 0,1 0 0,-16 0 0,-1 0 0,-10-1 0,-5 0 0,2 0 0,-1 0 0,5 1 0,3-2 0,-4 1 0,3-1 0,-4 2 0,-1-2 0,1 2 0,-1-1 0,1 1 0,2 0 0,1 0 0,1 0 0,5-1 0,-3 0 0,6-1 0,-6 2 0,1-2 0,-2 1 0,1 0 0,-2 0 0,5 1 0,-3-1 0,1 0 0,4 1 0,-8-2 0,6 1 0,-4 0 0,-2 1 0,2 0 0,-4 0 0,8 0 0,-1-1 0,0 1 0,0-2 0,-6 1 0,-2-1 0,1 1 0,-6-1 0,6 0 0,-3 0 0,0 1 0,2 0 0,-1-1 0,-1 0 0,2 1 0,-4-1 0,4 1 0,1-2 0,2 1 0,6-2 0,-1 1 0,-1-1 0,2-2 0,-5 3 0,-1-2 0,0 2 0,-8 0 0,3 0 0,-2 0 0,-3 0 0,1 1 0,-5-2 0,2 1 0,-3 0 0,1-1 0,0 0 0,3 0 0,-1 0 0,3-2 0,-2 1 0,1 0 0,-2 1 0,0-1 0,2 0 0,0-1 0,1-1 0,1 1 0,-1-1 0,-1 1 0,3 1 0,-4-1 0,5 1 0,0-1 0,-1 0 0,1 2 0,-3-1 0,1 1 0,-3 0 0,0 1 0,0-1 0,1 0 0,-1 1 0,2-1 0,0 0 0,2 2 0,0-2 0,-3 3 0,-2-1 0,0 0 0,-2 0 0,2 1 0,0-1 0,0 2 0,1-2 0,-1 1 0,-2-2 0,2 1 0,-3 0 0,4 0 0,-1 0 0,2 0 0,1 0 0,0 1 0,-4-2 0,0 1 0,-3 0 0,2 0 0,2-2 0,0 1 0,1-2 0,-2 3 0,-1-1 0,-5 1 0,1 0 0,-4 0 0,0 2 0,-2-2 0,-1 2 0,0-1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5:24.16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 16383,'5'9'0,"2"5"0,1 0 0,5 4 0,1 3 0,3 0 0,-2-2 0,3 5 0,-4-9 0,3 4 0,-3-6 0,0 1 0,1-2 0,-1-2 0,2-1 0,-1 1 0,3-4 0,2 2 0,4-1 0,0 2 0,2 0 0,-3 1 0,1-1 0,-1 0 0,-4-4 0,2 2 0,-2-1 0,0 0 0,7 3 0,0-3 0,3 2 0,6-1 0,-6-1 0,5 0 0,-5-1 0,-1-2 0,-2 2 0,-3-2 0,2 2 0,1-1 0,2 1 0,9 0 0,-2-2 0,-1 1 0,-2-3 0,-7 0 0,-3-1 0,-1 0 0,-5 0 0,3 0 0,-1-1 0,-2 1 0,-1-2 0,-2 2 0,-4-1 0,1 0 0,-3 1 0,0-1 0,-1 1 0,-4-1 0,0-1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5:36.81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16383,'24'20'0,"-1"-4"0,4 3 0,-2-5 0,5 5 0,-5-5 0,-5-3 0,0-2 0,-7-4 0,1-1 0,1 2 0,0-3 0,7 2 0,0-1 0,4 1 0,-2 1 0,1 0 0,2-2 0,6 1 0,4-1 0,0 0 0,3-2 0,-11-1 0,3 0 0,-8 0 0,0 1 0,-1-1 0,0-2 0,-2 0 0,2 0 0,-6 1 0,2-1 0,-3 1 0,0-1 0,-1 1 0,2 0 0,0-1 0,1 1 0,-2-1 0,-3 0 0,0 0 0,-2 0 0,2 0 0,1 0 0,3 0 0,3 1 0,-1-2 0,2 2 0,-1-2 0,-2 2 0,2-2 0,-4 0 0,1 1 0,-1-1 0,-1 1 0,-1-2 0,3 1 0,-3-1 0,0 2 0,0-1 0,-6 0 0,1 0 0,-3 0 0,0-1 0,0 1 0,-1-1 0,1 1 0,-2-1 0,1 2 0,-3-1 0,1 0 0,-1 0 0,0 1 0,0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5:51.3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124 66 24575,'-8'2'0,"1"0"0,4-1 0,0 0 0,1 1 0,0 0 0,1 2 0,-1-1 0,1 1 0,0-2 0,1 1 0,0 1 0,0 0 0,0 1 0,0-1 0,1 0 0,0 0 0,0 1 0,3 1 0,-1 1 0,2-2 0,0-1 0,0-3 0,-1 1 0,0-2 0,1 1 0,0-1 0,4 1 0,3-1 0,6 2 0,3-1 0,-1 0 0,0 0 0,-7-1 0,-4 0 0,-4 0 0,-3-2 0,1-1 0,0-2 0,0-2 0,1-1 0,-2-1 0,0-2 0,-2 1 0,0-1 0,-1 2 0,-1 0 0,-1-1 0,0 2 0,-2 0 0,-2 0 0,1 2 0,-3 0 0,0 2 0,0 0 0,-3 1 0,2 0 0,-2 2 0,0-2 0,-1 2 0,1-1 0,-1 0 0,5 2 0,2-1 0,2 1 0,-2 0 0,-1 0 0,-2 0 0,1 1 0,-1 1 0,1 1 0,-1 1 0,1 2 0,-1 0 0,-2 3 0,0 1 0,0 2 0,3-3 0,3 2 0,2-3 0,2 0 0,0-2 0,1-2 0,0 0 0,0 1 0,1-1 0,-1 0 0,4 1 0,-2-1 0,6 1 0,1 0 0,2-2 0,4 1 0,0-4 0,0 2 0,-3-1 0,-4-1 0,-2 1 0,-1-2 0,-2 1 0,3-2 0,-2 0 0,1 0 0,2-2 0,0 1 0,1-2 0,-1 2 0,-1-2 0,-1-1 0,0 1 0,-2-2 0,-1 2 0,-1-1 0,-1 2 0,0-2 0,0 0 0,0 0 0,-2-1 0,0 0 0,-2 0 0,0 1 0,-1 1 0,-1-1 0,0 4 0,-1-2 0,2 2 0,0 1 0,1 0 0,-1 1 0,-1 0 0,-6 0 0,2 0 0,-4 0 0,4 1 0,1-1 0,0 2 0,3 0 0,-2 1 0,1 2 0,-3 2 0,2 3 0,1 1 0,1 2 0,4 1 0,0-2 0,1 0 0,0-2 0,1-2 0,2 0 0,0-1 0,2 0 0,-1 0 0,2 0 0,0-2 0,1 1 0,2-2 0,3 3 0,2-2 0,1 1 0,0-1 0,-4-1 0,-1 0 0,-2-2 0,0 1 0,-3-2 0,-1 2 0,-1-3 0,1 3 0,-1 0 0,4 1 0,-2 0 0,0-2 0,1 0 0,-1-2 0,3-2 0,-1-1 0,1-3 0,-2 0 0,0-2 0,-1 0 0,-1 1 0,-1 0 0,-2 0 0,-2 1 0,0-1 0,-3-1 0,-1 0 0,-5-3 0,-4 1 0,-5-2 0,-3-1 0,3 3 0,-1-1 0,8 5 0,3 2 0,5 2 0,4 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6:39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205 40 24575,'-11'0'0,"1"0"0,4 0 0,2 0 0,0 0 0,1 0 0,1 0 0,-1 0 0,-3 1 0,0-1 0,-3 1 0,3-1 0,-2 0 0,3 0 0,0 0 0,2 0 0,-1 1 0,2-1 0,-2 1 0,1 0 0,-2 0 0,-1 1 0,3 0 0,-1 0 0,2 0 0,0 0 0,0 0 0,0 0 0,0 0 0,1 1 0,0-1 0,0 1 0,1 0 0,-1 1 0,1 1 0,-1 0 0,0-1 0,1 2 0,-1-1 0,1 2 0,0-1 0,0-3 0,0 1 0,0-2 0,2 1 0,4 0 0,2 1 0,6 1 0,-1-1 0,2 0 0,-3-2 0,-5-1 0,-2 0 0,-3-1 0,2 0 0,0-1 0,4 1 0,-1-1 0,1 0 0,0 1 0,0-3 0,-3 1 0,1-2 0,-2 2 0,1-2 0,-1 1 0,-1-1 0,-1 1 0,-1 2 0,0-2 0,0 0 0,-1-2 0,-1-1 0,-1 0 0,-1-2 0,0 0 0,-1 0 0,-3-3 0,1 2 0,-5-2 0,4 1 0,-3 0 0,3 2 0,-1 3 0,3 0 0,1 3 0,1-1 0,0 3 0,-1-1 0,0 1 0,1 0 0,-1 0 0,0 0 0,-2 0 0,2 1 0,-3 0 0,0 2 0,1 0 0,-2 2 0,1 0 0,2 0 0,-1 1 0,1-1 0,2 2 0,-1-1 0,2-1 0,0 3 0,1-3 0,0 2 0,1 0 0,0-1 0,0 0 0,0 1 0,0-1 0,1 0 0,0 0 0,1 0 0,1 1 0,1-1 0,1 2 0,1 1 0,-1-3 0,2 2 0,-1-4 0,0 0 0,1-1 0,-2 1 0,0-3 0,0 2 0,-1-3 0,-1 1 0,2-1 0,4 1 0,3-1 0,4 2 0,0-2 0,-4 1 0,-3-1 0,-5 0 0,0-1 0,-2 0 0,1-2 0,-1 0 0,1-1 0,-2 2 0,1-2 0,-1 1 0,1-2 0,-1 0 0,1-1 0,-1 1 0,0 0 0,0 2 0,0-1 0,-1 2 0,2-2 0,-2 0 0,1 0 0,-1-1 0,0 0 0,0 0 0,-2 1 0,1 0 0,-2 0 0,0 1 0,-1 0 0,-1 0 0,1-1 0,-2 0 0,-1 1 0,2 0 0,-2 0 0,1 1 0,1 0 0,-2 0 0,2 2 0,-1-2 0,3 2 0,0-2 0,-1 2 0,1-1 0,0 0 0,-1 1 0,1-1 0,0 1 0,-2 0 0,0 1 0,-4 0 0,1 2 0,-1 0 0,0 0 0,-1 0 0,2 1 0,0-1 0,1 1 0,0 0 0,2-1 0,0 0 0,2-1 0,0-1 0,1 1 0,0 0 0,0 1 0,0-2 0,-1 2 0,0-2 0,0 3 0,1-2 0,0 2 0,0-2 0,0 1 0,-1-2 0,1 1 0,0 0 0,1 0 0,0 1 0,0 0 0,1-1 0,-1 1 0,2 0 0,1 0 0,2 1 0,1 0 0,4-1 0,2 2 0,2 0 0,4-1 0,-1 1 0,1-3 0,-1 0 0,-7-2 0,-2 0 0,-4 0 0,-1 0 0,1-1 0,1 1 0,-1-2 0,1 0 0,-4 0 0,3 0 0,-1-1 0,-1 1 0,2-1 0,-2 1 0,1 0 0,0 0 0,-1-1 0,1 1 0,-2 0 0,2-1 0,-1 0 0,0 0 0,1 0 0,-2 1 0,2-2 0,-2 0 0,1 0 0,-1-1 0,0 3 0,0-2 0,0 1 0,-1 0 0,0-1 0,-1 1 0,-1-2 0,1 2 0,-2-1 0,1 4 0,-3 0 0,-4 8 0,-6 11 0,6-8 0,0 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6:46.31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16383,'28'6'0,"4"2"0,-3-1 0,10 2 0,0 3 0,2-2 0,-7 4 0,-8-5 0,-9-1 0,-7-4 0,-5-1 0,-3 1 0,0 0 0,0 3 0,1-1 0,-1 1 0,1 0 0,-2 2 0,0 1 0,0 0 0,-1 0 0,1 2 0,-1-2 0,-1 3 0,1-1 0,-2 0 0,0-1 0,0 0 0,1-3 0,-1 0 0,2-4 0,-2 0 0,1-2 0,-1 1 0,0-1 0,0 1 0,-1-1 0,0 1 0,1-1 0,-1 1 0,1-2 0,1 1 0,-2-1 0,1 1 0,-1 0 0,0 0 0,0 1 0,-1-1 0,0 2 0,1-1 0,1-1 0,1-1 0,-2 1 0,2 2 0,-3-1 0,2 1 0,0-2 0,0 2 0,0-2 0,0 2 0,0-2 0,0 1 0,1 0 0,0 0 0,-4 2 0,1 0 0,-2 1 0,2-4 0,1 2 0,2-3 0,0 1 0,4 2 0,-3-3 0,3 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1T07:26:51.74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0 439 16383,'16'7'0,"8"1"0,10 8 0,8-1 0,8 5 0,4-4 0,-2-1 0,0-2 0,-14-6 0,0-1 0,-9-4 0,-6-2 0,0-1 0,-2-2 0,4 0 0,7-2 0,6-2 0,-2 0 0,10-3 0,-11 2 0,6-3 0,-10 2 0,-4 0 0,-8 1 0,-7 2 0,-1 0 0,-2-2 0,0 3 0,3-5 0,1 0 0,3-3 0,-1-1 0,4 1 0,-3-1 0,3-2 0,-4 2 0,0-1 0,0 2 0,-3 0 0,4 0 0,-3 1 0,1-1 0,0-1 0,-3 2 0,1 0 0,-2 1 0,-1 2 0,0-2 0,0 3 0,-3 0 0,1-1 0,-3 4 0,2-6 0,0 3 0,-1-1 0,0 0 0,-2 2 0,-1 0 0,1 2 0,-3-1 0,3 1 0,-3 0 0,1 1 0,0 1 0,-1-1 0,1 2 0,0-2 0,-1 1 0,2-4 0,-1 0 0,0 0 0,0-1 0,0 0 0,-1 1 0,1-1 0,-1 1 0,0 0 0,1 0 0,-1 2 0,1 2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F75F0-0DC9-D244-9C65-78173ACB23B3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A223D-0791-B949-A37D-68CC0DDCFA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882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207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i="1" dirty="0">
                <a:latin typeface="Verdana"/>
                <a:cs typeface="Verdana"/>
              </a:rPr>
              <a:t>Cyber-Risk Oversight, </a:t>
            </a:r>
            <a:r>
              <a:rPr lang="en-US" sz="1200" i="1" dirty="0">
                <a:latin typeface="Verdana"/>
                <a:cs typeface="Verdana"/>
              </a:rPr>
              <a:t>2014 Edition - </a:t>
            </a:r>
            <a:r>
              <a:rPr lang="en-US" sz="1200" dirty="0">
                <a:latin typeface="Verdana"/>
                <a:cs typeface="Verdana"/>
              </a:rPr>
              <a:t>National Association of Corporate Directors</a:t>
            </a:r>
            <a:endParaRPr lang="en-US" sz="1200" i="1" dirty="0">
              <a:latin typeface="Verdana"/>
              <a:cs typeface="Verdan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72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41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976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865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323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981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21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756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Committee on National Security Systems Instruction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785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265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Committee on National Security Systems Instruction 2015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88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0768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077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360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39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737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76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FA223D-0791-B949-A37D-68CC0DDCFA7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0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748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9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323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784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80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91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326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26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57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87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87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3D7B5-B83E-7840-8B01-76312A1964D7}" type="datetimeFigureOut">
              <a:rPr lang="en-US" smtClean="0"/>
              <a:t>9/11/25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CCAAD-DDFE-4542-91EE-B3163A1266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7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0.xml"/><Relationship Id="rId63" Type="http://schemas.openxmlformats.org/officeDocument/2006/relationships/image" Target="../media/image32.png"/><Relationship Id="rId84" Type="http://schemas.openxmlformats.org/officeDocument/2006/relationships/customXml" Target="../ink/ink41.xml"/><Relationship Id="rId138" Type="http://schemas.openxmlformats.org/officeDocument/2006/relationships/image" Target="../media/image69.png"/><Relationship Id="rId159" Type="http://schemas.openxmlformats.org/officeDocument/2006/relationships/image" Target="../media/image79.png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5.xml"/><Relationship Id="rId53" Type="http://schemas.openxmlformats.org/officeDocument/2006/relationships/image" Target="../media/image27.png"/><Relationship Id="rId74" Type="http://schemas.openxmlformats.org/officeDocument/2006/relationships/customXml" Target="../ink/ink36.xml"/><Relationship Id="rId128" Type="http://schemas.openxmlformats.org/officeDocument/2006/relationships/image" Target="../media/image64.png"/><Relationship Id="rId149" Type="http://schemas.openxmlformats.org/officeDocument/2006/relationships/customXml" Target="../ink/ink74.xml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22" Type="http://schemas.openxmlformats.org/officeDocument/2006/relationships/customXml" Target="../ink/ink10.xml"/><Relationship Id="rId43" Type="http://schemas.openxmlformats.org/officeDocument/2006/relationships/image" Target="../media/image22.png"/><Relationship Id="rId64" Type="http://schemas.openxmlformats.org/officeDocument/2006/relationships/customXml" Target="../ink/ink31.xml"/><Relationship Id="rId118" Type="http://schemas.openxmlformats.org/officeDocument/2006/relationships/customXml" Target="../ink/ink58.xml"/><Relationship Id="rId139" Type="http://schemas.openxmlformats.org/officeDocument/2006/relationships/customXml" Target="../ink/ink69.xml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08" Type="http://schemas.openxmlformats.org/officeDocument/2006/relationships/customXml" Target="../ink/ink53.xml"/><Relationship Id="rId124" Type="http://schemas.openxmlformats.org/officeDocument/2006/relationships/image" Target="../media/image62.png"/><Relationship Id="rId129" Type="http://schemas.openxmlformats.org/officeDocument/2006/relationships/customXml" Target="../ink/ink64.xml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38.png"/><Relationship Id="rId91" Type="http://schemas.openxmlformats.org/officeDocument/2006/relationships/image" Target="../media/image46.png"/><Relationship Id="rId96" Type="http://schemas.openxmlformats.org/officeDocument/2006/relationships/customXml" Target="../ink/ink47.xml"/><Relationship Id="rId140" Type="http://schemas.openxmlformats.org/officeDocument/2006/relationships/image" Target="../media/image70.png"/><Relationship Id="rId145" Type="http://schemas.openxmlformats.org/officeDocument/2006/relationships/customXml" Target="../ink/ink72.xml"/><Relationship Id="rId161" Type="http://schemas.openxmlformats.org/officeDocument/2006/relationships/image" Target="../media/image80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49" Type="http://schemas.openxmlformats.org/officeDocument/2006/relationships/image" Target="../media/image25.png"/><Relationship Id="rId114" Type="http://schemas.openxmlformats.org/officeDocument/2006/relationships/customXml" Target="../ink/ink56.xml"/><Relationship Id="rId119" Type="http://schemas.openxmlformats.org/officeDocument/2006/relationships/image" Target="../media/image60.png"/><Relationship Id="rId44" Type="http://schemas.openxmlformats.org/officeDocument/2006/relationships/customXml" Target="../ink/ink21.xml"/><Relationship Id="rId60" Type="http://schemas.openxmlformats.org/officeDocument/2006/relationships/customXml" Target="../ink/ink29.xml"/><Relationship Id="rId65" Type="http://schemas.openxmlformats.org/officeDocument/2006/relationships/image" Target="../media/image33.png"/><Relationship Id="rId81" Type="http://schemas.openxmlformats.org/officeDocument/2006/relationships/image" Target="../media/image41.png"/><Relationship Id="rId86" Type="http://schemas.openxmlformats.org/officeDocument/2006/relationships/customXml" Target="../ink/ink42.xml"/><Relationship Id="rId130" Type="http://schemas.openxmlformats.org/officeDocument/2006/relationships/image" Target="../media/image65.png"/><Relationship Id="rId135" Type="http://schemas.openxmlformats.org/officeDocument/2006/relationships/customXml" Target="../ink/ink67.xml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9" Type="http://schemas.openxmlformats.org/officeDocument/2006/relationships/image" Target="../media/image20.png"/><Relationship Id="rId109" Type="http://schemas.openxmlformats.org/officeDocument/2006/relationships/image" Target="../media/image55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8.png"/><Relationship Id="rId76" Type="http://schemas.openxmlformats.org/officeDocument/2006/relationships/customXml" Target="../ink/ink37.xml"/><Relationship Id="rId97" Type="http://schemas.openxmlformats.org/officeDocument/2006/relationships/image" Target="../media/image49.png"/><Relationship Id="rId104" Type="http://schemas.openxmlformats.org/officeDocument/2006/relationships/customXml" Target="../ink/ink51.xml"/><Relationship Id="rId120" Type="http://schemas.openxmlformats.org/officeDocument/2006/relationships/customXml" Target="../ink/ink59.xml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3.png"/><Relationship Id="rId167" Type="http://schemas.openxmlformats.org/officeDocument/2006/relationships/image" Target="../media/image83.png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45.xml"/><Relationship Id="rId162" Type="http://schemas.openxmlformats.org/officeDocument/2006/relationships/customXml" Target="../ink/ink81.xml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15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66" Type="http://schemas.openxmlformats.org/officeDocument/2006/relationships/customXml" Target="../ink/ink32.xml"/><Relationship Id="rId87" Type="http://schemas.openxmlformats.org/officeDocument/2006/relationships/image" Target="../media/image44.png"/><Relationship Id="rId110" Type="http://schemas.openxmlformats.org/officeDocument/2006/relationships/customXml" Target="../ink/ink54.xml"/><Relationship Id="rId115" Type="http://schemas.openxmlformats.org/officeDocument/2006/relationships/image" Target="../media/image58.png"/><Relationship Id="rId131" Type="http://schemas.openxmlformats.org/officeDocument/2006/relationships/customXml" Target="../ink/ink65.xml"/><Relationship Id="rId136" Type="http://schemas.openxmlformats.org/officeDocument/2006/relationships/image" Target="../media/image68.png"/><Relationship Id="rId157" Type="http://schemas.openxmlformats.org/officeDocument/2006/relationships/image" Target="../media/image78.png"/><Relationship Id="rId61" Type="http://schemas.openxmlformats.org/officeDocument/2006/relationships/image" Target="../media/image31.png"/><Relationship Id="rId82" Type="http://schemas.openxmlformats.org/officeDocument/2006/relationships/customXml" Target="../ink/ink40.xml"/><Relationship Id="rId152" Type="http://schemas.openxmlformats.org/officeDocument/2006/relationships/customXml" Target="../ink/ink76.xml"/><Relationship Id="rId19" Type="http://schemas.openxmlformats.org/officeDocument/2006/relationships/image" Target="../media/image10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56" Type="http://schemas.openxmlformats.org/officeDocument/2006/relationships/customXml" Target="../ink/ink27.xml"/><Relationship Id="rId77" Type="http://schemas.openxmlformats.org/officeDocument/2006/relationships/image" Target="../media/image39.png"/><Relationship Id="rId100" Type="http://schemas.openxmlformats.org/officeDocument/2006/relationships/customXml" Target="../ink/ink49.xml"/><Relationship Id="rId105" Type="http://schemas.openxmlformats.org/officeDocument/2006/relationships/image" Target="../media/image53.png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72" Type="http://schemas.openxmlformats.org/officeDocument/2006/relationships/customXml" Target="../ink/ink35.xml"/><Relationship Id="rId93" Type="http://schemas.openxmlformats.org/officeDocument/2006/relationships/image" Target="../media/image47.png"/><Relationship Id="rId98" Type="http://schemas.openxmlformats.org/officeDocument/2006/relationships/customXml" Target="../ink/ink48.xml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image" Target="../media/image81.png"/><Relationship Id="rId3" Type="http://schemas.openxmlformats.org/officeDocument/2006/relationships/image" Target="../media/image2.png"/><Relationship Id="rId25" Type="http://schemas.openxmlformats.org/officeDocument/2006/relationships/image" Target="../media/image13.png"/><Relationship Id="rId46" Type="http://schemas.openxmlformats.org/officeDocument/2006/relationships/customXml" Target="../ink/ink22.xml"/><Relationship Id="rId67" Type="http://schemas.openxmlformats.org/officeDocument/2006/relationships/image" Target="../media/image34.png"/><Relationship Id="rId116" Type="http://schemas.openxmlformats.org/officeDocument/2006/relationships/customXml" Target="../ink/ink57.xml"/><Relationship Id="rId137" Type="http://schemas.openxmlformats.org/officeDocument/2006/relationships/customXml" Target="../ink/ink68.xml"/><Relationship Id="rId158" Type="http://schemas.openxmlformats.org/officeDocument/2006/relationships/customXml" Target="../ink/ink79.xml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62" Type="http://schemas.openxmlformats.org/officeDocument/2006/relationships/customXml" Target="../ink/ink30.xml"/><Relationship Id="rId83" Type="http://schemas.openxmlformats.org/officeDocument/2006/relationships/image" Target="../media/image42.png"/><Relationship Id="rId88" Type="http://schemas.openxmlformats.org/officeDocument/2006/relationships/customXml" Target="../ink/ink43.xml"/><Relationship Id="rId111" Type="http://schemas.openxmlformats.org/officeDocument/2006/relationships/image" Target="../media/image56.png"/><Relationship Id="rId132" Type="http://schemas.openxmlformats.org/officeDocument/2006/relationships/image" Target="../media/image66.png"/><Relationship Id="rId153" Type="http://schemas.openxmlformats.org/officeDocument/2006/relationships/image" Target="../media/image76.png"/><Relationship Id="rId15" Type="http://schemas.openxmlformats.org/officeDocument/2006/relationships/image" Target="../media/image8.png"/><Relationship Id="rId36" Type="http://schemas.openxmlformats.org/officeDocument/2006/relationships/customXml" Target="../ink/ink17.xml"/><Relationship Id="rId57" Type="http://schemas.openxmlformats.org/officeDocument/2006/relationships/image" Target="../media/image29.png"/><Relationship Id="rId106" Type="http://schemas.openxmlformats.org/officeDocument/2006/relationships/customXml" Target="../ink/ink52.xml"/><Relationship Id="rId127" Type="http://schemas.openxmlformats.org/officeDocument/2006/relationships/customXml" Target="../ink/ink63.xml"/><Relationship Id="rId10" Type="http://schemas.openxmlformats.org/officeDocument/2006/relationships/customXml" Target="../ink/ink4.xml"/><Relationship Id="rId31" Type="http://schemas.openxmlformats.org/officeDocument/2006/relationships/image" Target="../media/image16.png"/><Relationship Id="rId52" Type="http://schemas.openxmlformats.org/officeDocument/2006/relationships/customXml" Target="../ink/ink25.xml"/><Relationship Id="rId73" Type="http://schemas.openxmlformats.org/officeDocument/2006/relationships/image" Target="../media/image37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48" Type="http://schemas.openxmlformats.org/officeDocument/2006/relationships/image" Target="../media/image74.png"/><Relationship Id="rId164" Type="http://schemas.openxmlformats.org/officeDocument/2006/relationships/customXml" Target="../ink/ink82.xml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26" Type="http://schemas.openxmlformats.org/officeDocument/2006/relationships/customXml" Target="../ink/ink12.xml"/><Relationship Id="rId47" Type="http://schemas.openxmlformats.org/officeDocument/2006/relationships/image" Target="../media/image24.png"/><Relationship Id="rId68" Type="http://schemas.openxmlformats.org/officeDocument/2006/relationships/customXml" Target="../ink/ink33.xml"/><Relationship Id="rId89" Type="http://schemas.openxmlformats.org/officeDocument/2006/relationships/image" Target="../media/image45.png"/><Relationship Id="rId112" Type="http://schemas.openxmlformats.org/officeDocument/2006/relationships/customXml" Target="../ink/ink55.xml"/><Relationship Id="rId133" Type="http://schemas.openxmlformats.org/officeDocument/2006/relationships/customXml" Target="../ink/ink66.xml"/><Relationship Id="rId154" Type="http://schemas.openxmlformats.org/officeDocument/2006/relationships/customXml" Target="../ink/ink77.xml"/><Relationship Id="rId16" Type="http://schemas.openxmlformats.org/officeDocument/2006/relationships/customXml" Target="../ink/ink7.xml"/><Relationship Id="rId37" Type="http://schemas.openxmlformats.org/officeDocument/2006/relationships/image" Target="../media/image19.png"/><Relationship Id="rId58" Type="http://schemas.openxmlformats.org/officeDocument/2006/relationships/customXml" Target="../ink/ink28.xml"/><Relationship Id="rId79" Type="http://schemas.openxmlformats.org/officeDocument/2006/relationships/image" Target="../media/image40.png"/><Relationship Id="rId102" Type="http://schemas.openxmlformats.org/officeDocument/2006/relationships/customXml" Target="../ink/ink50.xml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customXml" Target="../ink/ink44.xml"/><Relationship Id="rId165" Type="http://schemas.openxmlformats.org/officeDocument/2006/relationships/image" Target="../media/image82.png"/><Relationship Id="rId27" Type="http://schemas.openxmlformats.org/officeDocument/2006/relationships/image" Target="../media/image14.png"/><Relationship Id="rId48" Type="http://schemas.openxmlformats.org/officeDocument/2006/relationships/customXml" Target="../ink/ink23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image" Target="../media/image67.png"/><Relationship Id="rId80" Type="http://schemas.openxmlformats.org/officeDocument/2006/relationships/customXml" Target="../ink/ink39.xml"/><Relationship Id="rId155" Type="http://schemas.openxmlformats.org/officeDocument/2006/relationships/image" Target="../media/image7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6.xml"/><Relationship Id="rId13" Type="http://schemas.openxmlformats.org/officeDocument/2006/relationships/image" Target="../media/image89.png"/><Relationship Id="rId18" Type="http://schemas.openxmlformats.org/officeDocument/2006/relationships/customXml" Target="../ink/ink91.xml"/><Relationship Id="rId3" Type="http://schemas.openxmlformats.org/officeDocument/2006/relationships/image" Target="../media/image84.png"/><Relationship Id="rId21" Type="http://schemas.openxmlformats.org/officeDocument/2006/relationships/image" Target="../media/image93.png"/><Relationship Id="rId7" Type="http://schemas.openxmlformats.org/officeDocument/2006/relationships/image" Target="../media/image86.png"/><Relationship Id="rId12" Type="http://schemas.openxmlformats.org/officeDocument/2006/relationships/customXml" Target="../ink/ink88.xml"/><Relationship Id="rId17" Type="http://schemas.openxmlformats.org/officeDocument/2006/relationships/image" Target="../media/image91.png"/><Relationship Id="rId25" Type="http://schemas.openxmlformats.org/officeDocument/2006/relationships/image" Target="../media/image95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90.xml"/><Relationship Id="rId20" Type="http://schemas.openxmlformats.org/officeDocument/2006/relationships/customXml" Target="../ink/ink9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5.xml"/><Relationship Id="rId11" Type="http://schemas.openxmlformats.org/officeDocument/2006/relationships/image" Target="../media/image88.png"/><Relationship Id="rId24" Type="http://schemas.openxmlformats.org/officeDocument/2006/relationships/customXml" Target="../ink/ink94.xml"/><Relationship Id="rId5" Type="http://schemas.openxmlformats.org/officeDocument/2006/relationships/image" Target="../media/image85.png"/><Relationship Id="rId15" Type="http://schemas.openxmlformats.org/officeDocument/2006/relationships/image" Target="../media/image90.png"/><Relationship Id="rId23" Type="http://schemas.openxmlformats.org/officeDocument/2006/relationships/image" Target="../media/image94.png"/><Relationship Id="rId10" Type="http://schemas.openxmlformats.org/officeDocument/2006/relationships/customXml" Target="../ink/ink87.xml"/><Relationship Id="rId19" Type="http://schemas.openxmlformats.org/officeDocument/2006/relationships/image" Target="../media/image92.png"/><Relationship Id="rId4" Type="http://schemas.openxmlformats.org/officeDocument/2006/relationships/customXml" Target="../ink/ink84.xml"/><Relationship Id="rId9" Type="http://schemas.openxmlformats.org/officeDocument/2006/relationships/image" Target="../media/image87.png"/><Relationship Id="rId14" Type="http://schemas.openxmlformats.org/officeDocument/2006/relationships/customXml" Target="../ink/ink89.xml"/><Relationship Id="rId22" Type="http://schemas.openxmlformats.org/officeDocument/2006/relationships/customXml" Target="../ink/ink9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jpg"/><Relationship Id="rId4" Type="http://schemas.openxmlformats.org/officeDocument/2006/relationships/image" Target="../media/image9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E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1288271"/>
          </a:xfr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E62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Verdana"/>
                <a:cs typeface="Verdana"/>
              </a:rPr>
              <a:t>Economics &amp; Risk Management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rgbClr val="002E62"/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rgbClr val="002E62"/>
              </a:solidFill>
              <a:latin typeface="Verdana"/>
              <a:cs typeface="Verdana"/>
            </a:endParaRPr>
          </a:p>
        </p:txBody>
      </p:sp>
      <p:pic>
        <p:nvPicPr>
          <p:cNvPr id="3" name="Picture 2" descr="Nevada_N_blue_revers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593" y="2198654"/>
            <a:ext cx="2060377" cy="206037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81732" y="4615448"/>
            <a:ext cx="5714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Nancy LaTourrette </a:t>
            </a:r>
          </a:p>
          <a:p>
            <a:pPr algn="ctr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Computer Science &amp; Engineering</a:t>
            </a:r>
          </a:p>
          <a:p>
            <a:pPr algn="ctr"/>
            <a:endParaRPr lang="en-US" sz="2000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5580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Cyber-Risk Oversight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161" y="1299125"/>
            <a:ext cx="86649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Verdana"/>
                <a:cs typeface="Verdana"/>
              </a:rPr>
              <a:t>Five principles of balancing cybersecurity with profitability:</a:t>
            </a:r>
          </a:p>
          <a:p>
            <a:endParaRPr lang="en-US" sz="2200" i="1" dirty="0">
              <a:latin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/>
                <a:cs typeface="Verdana"/>
              </a:rPr>
              <a:t>Directors need to understand and approach cybersecurity as an </a:t>
            </a:r>
            <a:r>
              <a:rPr lang="en-US" sz="2200" dirty="0">
                <a:solidFill>
                  <a:srgbClr val="FF0000"/>
                </a:solidFill>
                <a:latin typeface="Verdana"/>
                <a:cs typeface="Verdana"/>
              </a:rPr>
              <a:t>enterprise-wide risk management issue</a:t>
            </a:r>
            <a:r>
              <a:rPr lang="en-US" sz="2200" dirty="0">
                <a:latin typeface="Verdana"/>
                <a:cs typeface="Verdana"/>
              </a:rPr>
              <a:t>, not just an IT issue.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/>
                <a:cs typeface="Verdana"/>
              </a:rPr>
              <a:t>Directors should understand the </a:t>
            </a:r>
            <a:r>
              <a:rPr lang="en-US" sz="2200" dirty="0">
                <a:solidFill>
                  <a:srgbClr val="FF0000"/>
                </a:solidFill>
                <a:latin typeface="Verdana"/>
                <a:cs typeface="Verdana"/>
              </a:rPr>
              <a:t>legal implications of cyber risks</a:t>
            </a:r>
            <a:r>
              <a:rPr lang="en-US" sz="2200" dirty="0">
                <a:latin typeface="Verdana"/>
                <a:cs typeface="Verdana"/>
              </a:rPr>
              <a:t> as they relate to their company’s specific circumstances. 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/>
                <a:cs typeface="Verdana"/>
              </a:rPr>
              <a:t>Boards should have adequate access to cybersecurity expertise, and discussions about </a:t>
            </a:r>
            <a:r>
              <a:rPr lang="en-US" sz="2200" dirty="0">
                <a:solidFill>
                  <a:srgbClr val="FF0000"/>
                </a:solidFill>
                <a:latin typeface="Verdana"/>
                <a:cs typeface="Verdana"/>
              </a:rPr>
              <a:t>cyber-risk management should be given regular and adequate time</a:t>
            </a:r>
            <a:r>
              <a:rPr lang="en-US" sz="2200" dirty="0">
                <a:latin typeface="Verdana"/>
                <a:cs typeface="Verdana"/>
              </a:rPr>
              <a:t> on the board meeting agenda. </a:t>
            </a:r>
          </a:p>
          <a:p>
            <a:endParaRPr lang="en-US" sz="1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2580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Cyber-Risk Oversight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161" y="1299125"/>
            <a:ext cx="854135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>
              <a:latin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/>
                <a:cs typeface="Verdana"/>
              </a:rPr>
              <a:t>Directors should set the expectation that management will </a:t>
            </a:r>
            <a:r>
              <a:rPr lang="en-US" sz="2200" dirty="0">
                <a:solidFill>
                  <a:srgbClr val="FF0000"/>
                </a:solidFill>
                <a:latin typeface="Verdana"/>
                <a:cs typeface="Verdana"/>
              </a:rPr>
              <a:t>establish an enterprise-wide cyber-risk management framework</a:t>
            </a:r>
            <a:r>
              <a:rPr lang="en-US" sz="2200" dirty="0">
                <a:latin typeface="Verdana"/>
                <a:cs typeface="Verdana"/>
              </a:rPr>
              <a:t> with adequate staffing and budget.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1400" dirty="0">
              <a:latin typeface="Verdana"/>
              <a:cs typeface="Verdana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200" dirty="0">
                <a:latin typeface="Verdana"/>
                <a:cs typeface="Verdana"/>
              </a:rPr>
              <a:t>Board-management discussion of cyber risk should include identification of which risks to avoid, accept, mitigate, or transfer through insurance, as well as </a:t>
            </a:r>
            <a:r>
              <a:rPr lang="en-US" sz="2200" dirty="0">
                <a:solidFill>
                  <a:srgbClr val="FF0000"/>
                </a:solidFill>
                <a:latin typeface="Verdana"/>
                <a:cs typeface="Verdana"/>
              </a:rPr>
              <a:t>specific plans associated with each approach</a:t>
            </a:r>
            <a:r>
              <a:rPr lang="en-US" sz="2200" dirty="0">
                <a:latin typeface="Verdana"/>
                <a:cs typeface="Verdana"/>
              </a:rPr>
              <a:t>. </a:t>
            </a:r>
          </a:p>
          <a:p>
            <a:endParaRPr lang="en-US" sz="2200" i="1" dirty="0">
              <a:latin typeface="Verdana"/>
              <a:cs typeface="Verdana"/>
            </a:endParaRPr>
          </a:p>
          <a:p>
            <a:r>
              <a:rPr lang="en-US" sz="2200" i="1" dirty="0">
                <a:latin typeface="Verdana"/>
                <a:cs typeface="Verdana"/>
              </a:rPr>
              <a:t>-- Cyber-Risk Oversight, 2014 Edition</a:t>
            </a:r>
          </a:p>
          <a:p>
            <a:r>
              <a:rPr lang="en-US" sz="2200" i="1" dirty="0">
                <a:latin typeface="Verdana"/>
                <a:cs typeface="Verdana"/>
              </a:rPr>
              <a:t>	</a:t>
            </a:r>
            <a:r>
              <a:rPr lang="en-US" sz="2200" dirty="0">
                <a:latin typeface="Verdana"/>
                <a:cs typeface="Verdana"/>
              </a:rPr>
              <a:t>National Association of Corporate Directors</a:t>
            </a:r>
            <a:endParaRPr lang="en-US" sz="2200" i="1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7422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Losses Due to Cybersecurity Breaches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C3509-2859-6A42-8BEE-863E7B740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" y="1631929"/>
            <a:ext cx="9108760" cy="39549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8E9082-5F95-E641-9BD4-215A8ED1A1E9}"/>
              </a:ext>
            </a:extLst>
          </p:cNvPr>
          <p:cNvSpPr txBox="1"/>
          <p:nvPr/>
        </p:nvSpPr>
        <p:spPr>
          <a:xfrm>
            <a:off x="3083128" y="5776236"/>
            <a:ext cx="5599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-- IBM Security – Cost of a Data Breach Report 2019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0D6473-8F92-01A8-95E6-3E2A2AE29035}"/>
                  </a:ext>
                </a:extLst>
              </p14:cNvPr>
              <p14:cNvContentPartPr/>
              <p14:nvPr/>
            </p14:nvContentPartPr>
            <p14:xfrm>
              <a:off x="320008" y="3652368"/>
              <a:ext cx="4332240" cy="947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0D6473-8F92-01A8-95E6-3E2A2AE290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008" y="3634368"/>
                <a:ext cx="4367880" cy="98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BB3737C9-748F-3FC8-67EF-C537B20CA221}"/>
              </a:ext>
            </a:extLst>
          </p:cNvPr>
          <p:cNvGrpSpPr/>
          <p:nvPr/>
        </p:nvGrpSpPr>
        <p:grpSpPr>
          <a:xfrm>
            <a:off x="1276528" y="4832212"/>
            <a:ext cx="2434680" cy="594000"/>
            <a:chOff x="1276528" y="4832212"/>
            <a:chExt cx="2434680" cy="59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6A23A0D-11AB-3F90-8F08-27866A539479}"/>
                    </a:ext>
                  </a:extLst>
                </p14:cNvPr>
                <p14:cNvContentPartPr/>
                <p14:nvPr/>
              </p14:nvContentPartPr>
              <p14:xfrm>
                <a:off x="1803568" y="4852012"/>
                <a:ext cx="716400" cy="301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6A23A0D-11AB-3F90-8F08-27866A53947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85928" y="4834372"/>
                  <a:ext cx="7520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E2F098-B4F5-3040-20BC-036077603CF8}"/>
                    </a:ext>
                  </a:extLst>
                </p14:cNvPr>
                <p14:cNvContentPartPr/>
                <p14:nvPr/>
              </p14:nvContentPartPr>
              <p14:xfrm>
                <a:off x="2325208" y="4859932"/>
                <a:ext cx="18360" cy="543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E2F098-B4F5-3040-20BC-036077603C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07208" y="4842292"/>
                  <a:ext cx="5400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BFF382C-E8B6-B814-4B31-87088A1195CF}"/>
                    </a:ext>
                  </a:extLst>
                </p14:cNvPr>
                <p14:cNvContentPartPr/>
                <p14:nvPr/>
              </p14:nvContentPartPr>
              <p14:xfrm>
                <a:off x="2618968" y="5370412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BFF382C-E8B6-B814-4B31-87088A1195C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01328" y="535277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133C057-0D47-F97B-EAF0-C4997A846687}"/>
                    </a:ext>
                  </a:extLst>
                </p14:cNvPr>
                <p14:cNvContentPartPr/>
                <p14:nvPr/>
              </p14:nvContentPartPr>
              <p14:xfrm>
                <a:off x="2817328" y="4900972"/>
                <a:ext cx="416880" cy="484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133C057-0D47-F97B-EAF0-C4997A8466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99688" y="4883332"/>
                  <a:ext cx="45252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7E02209-F764-BC7B-D1A3-93383534BD2E}"/>
                    </a:ext>
                  </a:extLst>
                </p14:cNvPr>
                <p14:cNvContentPartPr/>
                <p14:nvPr/>
              </p14:nvContentPartPr>
              <p14:xfrm>
                <a:off x="3248968" y="4856332"/>
                <a:ext cx="462240" cy="470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7E02209-F764-BC7B-D1A3-93383534BD2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30968" y="4838332"/>
                  <a:ext cx="49788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BFBB34A-A841-9122-B103-DC5C634A91C0}"/>
                    </a:ext>
                  </a:extLst>
                </p14:cNvPr>
                <p14:cNvContentPartPr/>
                <p14:nvPr/>
              </p14:nvContentPartPr>
              <p14:xfrm>
                <a:off x="1276528" y="4923292"/>
                <a:ext cx="349920" cy="240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BFBB34A-A841-9122-B103-DC5C634A91C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58888" y="4905652"/>
                  <a:ext cx="385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BB6034A-DD48-3ECE-3080-34E48F28220A}"/>
                    </a:ext>
                  </a:extLst>
                </p14:cNvPr>
                <p14:cNvContentPartPr/>
                <p14:nvPr/>
              </p14:nvContentPartPr>
              <p14:xfrm>
                <a:off x="1409008" y="4832212"/>
                <a:ext cx="84240" cy="594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BB6034A-DD48-3ECE-3080-34E48F28220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91368" y="4814572"/>
                  <a:ext cx="119880" cy="62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F50D733-A0B5-54D7-C6E7-A2A48F5EC26A}"/>
                  </a:ext>
                </a:extLst>
              </p14:cNvPr>
              <p14:cNvContentPartPr/>
              <p14:nvPr/>
            </p14:nvContentPartPr>
            <p14:xfrm>
              <a:off x="3975808" y="5127772"/>
              <a:ext cx="525960" cy="430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F50D733-A0B5-54D7-C6E7-A2A48F5EC26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57808" y="5110132"/>
                <a:ext cx="56160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DF75466-0278-F879-F1ED-0D504F173E9A}"/>
                  </a:ext>
                </a:extLst>
              </p14:cNvPr>
              <p14:cNvContentPartPr/>
              <p14:nvPr/>
            </p14:nvContentPartPr>
            <p14:xfrm>
              <a:off x="4799848" y="3335332"/>
              <a:ext cx="1392096" cy="42028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DF75466-0278-F879-F1ED-0D504F173E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81848" y="3317325"/>
                <a:ext cx="1427735" cy="455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1E54AB0-989C-6BA2-7B38-25A419223EC7}"/>
                  </a:ext>
                </a:extLst>
              </p14:cNvPr>
              <p14:cNvContentPartPr/>
              <p14:nvPr/>
            </p14:nvContentPartPr>
            <p14:xfrm>
              <a:off x="6209968" y="3787132"/>
              <a:ext cx="52560" cy="284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1E54AB0-989C-6BA2-7B38-25A419223EC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92328" y="3769492"/>
                <a:ext cx="8820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6EAFAFA-FF89-797E-474E-99B1D41FF008}"/>
                  </a:ext>
                </a:extLst>
              </p14:cNvPr>
              <p14:cNvContentPartPr/>
              <p14:nvPr/>
            </p14:nvContentPartPr>
            <p14:xfrm>
              <a:off x="6375928" y="3787492"/>
              <a:ext cx="298440" cy="304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6EAFAFA-FF89-797E-474E-99B1D41FF00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58288" y="3769852"/>
                <a:ext cx="33408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CECE164-270B-E97A-94D6-BA612C23C0D0}"/>
                  </a:ext>
                </a:extLst>
              </p14:cNvPr>
              <p14:cNvContentPartPr/>
              <p14:nvPr/>
            </p14:nvContentPartPr>
            <p14:xfrm>
              <a:off x="6672568" y="3730252"/>
              <a:ext cx="577800" cy="214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CECE164-270B-E97A-94D6-BA612C23C0D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54568" y="3712612"/>
                <a:ext cx="61344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8E7DAC6-3DBE-9421-080B-2B33D21721F3}"/>
                  </a:ext>
                </a:extLst>
              </p14:cNvPr>
              <p14:cNvContentPartPr/>
              <p14:nvPr/>
            </p14:nvContentPartPr>
            <p14:xfrm>
              <a:off x="6888208" y="3720892"/>
              <a:ext cx="49320" cy="445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8E7DAC6-3DBE-9421-080B-2B33D21721F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870208" y="3703252"/>
                <a:ext cx="8496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B36DC97-957B-8290-C05B-DC7FB2A7EE3B}"/>
                  </a:ext>
                </a:extLst>
              </p14:cNvPr>
              <p14:cNvContentPartPr/>
              <p14:nvPr/>
            </p14:nvContentPartPr>
            <p14:xfrm>
              <a:off x="5732608" y="3887212"/>
              <a:ext cx="352800" cy="133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B36DC97-957B-8290-C05B-DC7FB2A7EE3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714608" y="3869212"/>
                <a:ext cx="3884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B94F5A7-E446-0959-1CF3-ED1BF0810B50}"/>
                  </a:ext>
                </a:extLst>
              </p14:cNvPr>
              <p14:cNvContentPartPr/>
              <p14:nvPr/>
            </p14:nvContentPartPr>
            <p14:xfrm>
              <a:off x="5892088" y="3910612"/>
              <a:ext cx="12960" cy="1792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B94F5A7-E446-0959-1CF3-ED1BF0810B5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874088" y="3892612"/>
                <a:ext cx="4860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7AA4570-0E5A-6F15-8829-86C3266DC1AD}"/>
                  </a:ext>
                </a:extLst>
              </p14:cNvPr>
              <p14:cNvContentPartPr/>
              <p14:nvPr/>
            </p14:nvContentPartPr>
            <p14:xfrm>
              <a:off x="5797408" y="3850492"/>
              <a:ext cx="207360" cy="2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7AA4570-0E5A-6F15-8829-86C3266DC1A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79408" y="3832852"/>
                <a:ext cx="2430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F8383CE-07C5-498B-CEC7-847C6DBEED61}"/>
                  </a:ext>
                </a:extLst>
              </p14:cNvPr>
              <p14:cNvContentPartPr/>
              <p14:nvPr/>
            </p14:nvContentPartPr>
            <p14:xfrm rot="19572710">
              <a:off x="5412153" y="4687492"/>
              <a:ext cx="403920" cy="18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F8383CE-07C5-498B-CEC7-847C6DBEED6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 rot="19572710">
                <a:off x="5394137" y="4669492"/>
                <a:ext cx="439592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5673BA18-E01C-FC9F-B544-6D2DF4C18465}"/>
              </a:ext>
            </a:extLst>
          </p:cNvPr>
          <p:cNvGrpSpPr/>
          <p:nvPr/>
        </p:nvGrpSpPr>
        <p:grpSpPr>
          <a:xfrm>
            <a:off x="5169928" y="5274652"/>
            <a:ext cx="1530720" cy="340200"/>
            <a:chOff x="5169928" y="5274652"/>
            <a:chExt cx="153072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3624D56-93BD-05BA-27C8-0171E962215A}"/>
                    </a:ext>
                  </a:extLst>
                </p14:cNvPr>
                <p14:cNvContentPartPr/>
                <p14:nvPr/>
              </p14:nvContentPartPr>
              <p14:xfrm>
                <a:off x="5440288" y="5326132"/>
                <a:ext cx="193680" cy="159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3624D56-93BD-05BA-27C8-0171E962215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22288" y="5308492"/>
                  <a:ext cx="229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F5A84E7-B27B-CDEA-BB42-526F4B181B83}"/>
                    </a:ext>
                  </a:extLst>
                </p14:cNvPr>
                <p14:cNvContentPartPr/>
                <p14:nvPr/>
              </p14:nvContentPartPr>
              <p14:xfrm>
                <a:off x="5722888" y="5483812"/>
                <a:ext cx="3240" cy="7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F5A84E7-B27B-CDEA-BB42-526F4B181B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04888" y="5465812"/>
                  <a:ext cx="38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9EFE13A-6216-4838-72E7-F2DF93621232}"/>
                    </a:ext>
                  </a:extLst>
                </p14:cNvPr>
                <p14:cNvContentPartPr/>
                <p14:nvPr/>
              </p14:nvContentPartPr>
              <p14:xfrm>
                <a:off x="5788768" y="5294812"/>
                <a:ext cx="198000" cy="138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9EFE13A-6216-4838-72E7-F2DF936212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70768" y="5276812"/>
                  <a:ext cx="233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D442F7C-3EDD-46FF-84B5-910E49C76BB0}"/>
                    </a:ext>
                  </a:extLst>
                </p14:cNvPr>
                <p14:cNvContentPartPr/>
                <p14:nvPr/>
              </p14:nvContentPartPr>
              <p14:xfrm>
                <a:off x="5932408" y="5291212"/>
                <a:ext cx="16200" cy="243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D442F7C-3EDD-46FF-84B5-910E49C76BB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14768" y="5273212"/>
                  <a:ext cx="518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067C9E6-5107-9BE6-8823-8A3986B61F79}"/>
                    </a:ext>
                  </a:extLst>
                </p14:cNvPr>
                <p14:cNvContentPartPr/>
                <p14:nvPr/>
              </p14:nvContentPartPr>
              <p14:xfrm>
                <a:off x="6019168" y="5318212"/>
                <a:ext cx="303840" cy="115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067C9E6-5107-9BE6-8823-8A3986B61F7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01528" y="5300572"/>
                  <a:ext cx="339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4180861-9B70-F64B-2338-6C77EB174C06}"/>
                    </a:ext>
                  </a:extLst>
                </p14:cNvPr>
                <p14:cNvContentPartPr/>
                <p14:nvPr/>
              </p14:nvContentPartPr>
              <p14:xfrm>
                <a:off x="6166768" y="5302012"/>
                <a:ext cx="20520" cy="227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4180861-9B70-F64B-2338-6C77EB174C0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48768" y="5284012"/>
                  <a:ext cx="56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AAB2B36-8D9F-D157-1C70-5572ED7F2B5E}"/>
                    </a:ext>
                  </a:extLst>
                </p14:cNvPr>
                <p14:cNvContentPartPr/>
                <p14:nvPr/>
              </p14:nvContentPartPr>
              <p14:xfrm>
                <a:off x="6450448" y="5324332"/>
                <a:ext cx="250200" cy="194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AAB2B36-8D9F-D157-1C70-5572ED7F2B5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32448" y="5306332"/>
                  <a:ext cx="285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2334A85-335F-BD6C-1C4A-851E63D31399}"/>
                    </a:ext>
                  </a:extLst>
                </p14:cNvPr>
                <p14:cNvContentPartPr/>
                <p14:nvPr/>
              </p14:nvContentPartPr>
              <p14:xfrm>
                <a:off x="5169928" y="5352772"/>
                <a:ext cx="213120" cy="100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2334A85-335F-BD6C-1C4A-851E63D3139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51928" y="5335132"/>
                  <a:ext cx="248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5B4918D-EF75-55EF-FE87-5148D881925B}"/>
                    </a:ext>
                  </a:extLst>
                </p14:cNvPr>
                <p14:cNvContentPartPr/>
                <p14:nvPr/>
              </p14:nvContentPartPr>
              <p14:xfrm>
                <a:off x="5272168" y="5274652"/>
                <a:ext cx="38160" cy="340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5B4918D-EF75-55EF-FE87-5148D881925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54168" y="5256652"/>
                  <a:ext cx="73800" cy="37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EB0BFF0-EF9D-6B1E-FD85-F6174D1D5F85}"/>
                  </a:ext>
                </a:extLst>
              </p14:cNvPr>
              <p14:cNvContentPartPr/>
              <p14:nvPr/>
            </p14:nvContentPartPr>
            <p14:xfrm>
              <a:off x="7688128" y="4622182"/>
              <a:ext cx="375120" cy="1195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EB0BFF0-EF9D-6B1E-FD85-F6174D1D5F8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70128" y="4604182"/>
                <a:ext cx="410760" cy="15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FC8665E9-CDAA-5658-3526-991483DEF021}"/>
              </a:ext>
            </a:extLst>
          </p:cNvPr>
          <p:cNvGrpSpPr/>
          <p:nvPr/>
        </p:nvGrpSpPr>
        <p:grpSpPr>
          <a:xfrm>
            <a:off x="7500568" y="5261692"/>
            <a:ext cx="1457640" cy="342000"/>
            <a:chOff x="7500568" y="5261692"/>
            <a:chExt cx="145764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ACDB0E8-38F5-6C4E-B0BE-0890B94B33C2}"/>
                    </a:ext>
                  </a:extLst>
                </p14:cNvPr>
                <p14:cNvContentPartPr/>
                <p14:nvPr/>
              </p14:nvContentPartPr>
              <p14:xfrm>
                <a:off x="7757608" y="5330812"/>
                <a:ext cx="5400" cy="1670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ACDB0E8-38F5-6C4E-B0BE-0890B94B33C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39608" y="5313172"/>
                  <a:ext cx="410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CF4CAA8-D2B0-D40E-4ABA-6A40F3EB0581}"/>
                    </a:ext>
                  </a:extLst>
                </p14:cNvPr>
                <p14:cNvContentPartPr/>
                <p14:nvPr/>
              </p14:nvContentPartPr>
              <p14:xfrm>
                <a:off x="7869208" y="5335492"/>
                <a:ext cx="214200" cy="182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CF4CAA8-D2B0-D40E-4ABA-6A40F3EB05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51208" y="5317852"/>
                  <a:ext cx="249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21FD074-15F5-A6ED-FBDF-1BF77508F170}"/>
                    </a:ext>
                  </a:extLst>
                </p14:cNvPr>
                <p14:cNvContentPartPr/>
                <p14:nvPr/>
              </p14:nvContentPartPr>
              <p14:xfrm>
                <a:off x="8203288" y="5502892"/>
                <a:ext cx="1260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21FD074-15F5-A6ED-FBDF-1BF77508F17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85288" y="5484892"/>
                  <a:ext cx="48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1C78B2A-55B8-34BC-A2EC-49E3A5FF5618}"/>
                    </a:ext>
                  </a:extLst>
                </p14:cNvPr>
                <p14:cNvContentPartPr/>
                <p14:nvPr/>
              </p14:nvContentPartPr>
              <p14:xfrm>
                <a:off x="8354488" y="5331892"/>
                <a:ext cx="30600" cy="225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1C78B2A-55B8-34BC-A2EC-49E3A5FF561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36488" y="5313892"/>
                  <a:ext cx="66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0BF9AAB-AF93-9B53-FD50-31CAEFA03A3D}"/>
                    </a:ext>
                  </a:extLst>
                </p14:cNvPr>
                <p14:cNvContentPartPr/>
                <p14:nvPr/>
              </p14:nvContentPartPr>
              <p14:xfrm>
                <a:off x="8443408" y="5362852"/>
                <a:ext cx="159480" cy="171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0BF9AAB-AF93-9B53-FD50-31CAEFA03A3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25408" y="5344852"/>
                  <a:ext cx="195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3C678A5-8C33-D195-BE5A-C9DBE5CD1477}"/>
                    </a:ext>
                  </a:extLst>
                </p14:cNvPr>
                <p14:cNvContentPartPr/>
                <p14:nvPr/>
              </p14:nvContentPartPr>
              <p14:xfrm>
                <a:off x="8752288" y="5395972"/>
                <a:ext cx="205920" cy="207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3C678A5-8C33-D195-BE5A-C9DBE5CD14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34288" y="5377972"/>
                  <a:ext cx="2415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765D8C0-4317-6138-0466-B71556E1026F}"/>
                    </a:ext>
                  </a:extLst>
                </p14:cNvPr>
                <p14:cNvContentPartPr/>
                <p14:nvPr/>
              </p14:nvContentPartPr>
              <p14:xfrm>
                <a:off x="7500568" y="5363572"/>
                <a:ext cx="90000" cy="78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765D8C0-4317-6138-0466-B71556E1026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82568" y="5345932"/>
                  <a:ext cx="125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B64F914-7613-6719-4E7E-7F89FC617BD3}"/>
                    </a:ext>
                  </a:extLst>
                </p14:cNvPr>
                <p14:cNvContentPartPr/>
                <p14:nvPr/>
              </p14:nvContentPartPr>
              <p14:xfrm>
                <a:off x="7581208" y="5261692"/>
                <a:ext cx="7560" cy="272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B64F914-7613-6719-4E7E-7F89FC617BD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63208" y="5244052"/>
                  <a:ext cx="43200" cy="30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00CDA3E-CB9F-B8C7-7922-28B83E151799}"/>
                  </a:ext>
                </a:extLst>
              </p14:cNvPr>
              <p14:cNvContentPartPr/>
              <p14:nvPr/>
            </p14:nvContentPartPr>
            <p14:xfrm>
              <a:off x="8239648" y="6088612"/>
              <a:ext cx="174240" cy="1796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00CDA3E-CB9F-B8C7-7922-28B83E15179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221648" y="6070612"/>
                <a:ext cx="2098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92D646B-BCA9-7C2A-4D27-2510BFDE1641}"/>
                  </a:ext>
                </a:extLst>
              </p14:cNvPr>
              <p14:cNvContentPartPr/>
              <p14:nvPr/>
            </p14:nvContentPartPr>
            <p14:xfrm>
              <a:off x="8528728" y="6118852"/>
              <a:ext cx="252360" cy="1213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92D646B-BCA9-7C2A-4D27-2510BFDE164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510728" y="6100852"/>
                <a:ext cx="2880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99ECCEE-8CA1-4C9C-E527-BDFF74254CE8}"/>
                  </a:ext>
                </a:extLst>
              </p14:cNvPr>
              <p14:cNvContentPartPr/>
              <p14:nvPr/>
            </p14:nvContentPartPr>
            <p14:xfrm>
              <a:off x="8787208" y="6078892"/>
              <a:ext cx="270720" cy="1641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99ECCEE-8CA1-4C9C-E527-BDFF74254CE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769208" y="6061252"/>
                <a:ext cx="306360" cy="19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04FF4BE9-B8BE-B606-0856-8DD769D82F4B}"/>
              </a:ext>
            </a:extLst>
          </p:cNvPr>
          <p:cNvGrpSpPr/>
          <p:nvPr/>
        </p:nvGrpSpPr>
        <p:grpSpPr>
          <a:xfrm>
            <a:off x="7584448" y="6114892"/>
            <a:ext cx="547920" cy="194040"/>
            <a:chOff x="7584448" y="6114892"/>
            <a:chExt cx="54792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2982003-738A-7DAA-64FD-4765653BF6A5}"/>
                    </a:ext>
                  </a:extLst>
                </p14:cNvPr>
                <p14:cNvContentPartPr/>
                <p14:nvPr/>
              </p14:nvContentPartPr>
              <p14:xfrm>
                <a:off x="7686688" y="6115612"/>
                <a:ext cx="2880" cy="171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2982003-738A-7DAA-64FD-4765653BF6A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69048" y="6097612"/>
                  <a:ext cx="38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972F06-DC46-6BB5-02C4-F78E3F25BC33}"/>
                    </a:ext>
                  </a:extLst>
                </p14:cNvPr>
                <p14:cNvContentPartPr/>
                <p14:nvPr/>
              </p14:nvContentPartPr>
              <p14:xfrm>
                <a:off x="7584448" y="6194452"/>
                <a:ext cx="194400" cy="1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972F06-DC46-6BB5-02C4-F78E3F25BC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66808" y="6176452"/>
                  <a:ext cx="230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1044699-2AE6-6FBE-59B3-778BA9B6044C}"/>
                    </a:ext>
                  </a:extLst>
                </p14:cNvPr>
                <p14:cNvContentPartPr/>
                <p14:nvPr/>
              </p14:nvContentPartPr>
              <p14:xfrm>
                <a:off x="7923928" y="6114892"/>
                <a:ext cx="208440" cy="194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1044699-2AE6-6FBE-59B3-778BA9B604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05928" y="6096892"/>
                  <a:ext cx="244080" cy="22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E75A06-BD2A-7394-5039-0DAD774089E8}"/>
                  </a:ext>
                </a:extLst>
              </p14:cNvPr>
              <p14:cNvContentPartPr/>
              <p14:nvPr/>
            </p14:nvContentPartPr>
            <p14:xfrm>
              <a:off x="5142928" y="5221372"/>
              <a:ext cx="1597320" cy="390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E75A06-BD2A-7394-5039-0DAD774089E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124928" y="5203372"/>
                <a:ext cx="1632960" cy="42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ED9DFBEF-06F2-07B2-1153-903B890BE5E7}"/>
              </a:ext>
            </a:extLst>
          </p:cNvPr>
          <p:cNvGrpSpPr/>
          <p:nvPr/>
        </p:nvGrpSpPr>
        <p:grpSpPr>
          <a:xfrm>
            <a:off x="5431288" y="5618452"/>
            <a:ext cx="1503000" cy="363240"/>
            <a:chOff x="5431288" y="5618452"/>
            <a:chExt cx="150300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BD55E4A-83F4-70C5-E778-0194B6D95FFE}"/>
                    </a:ext>
                  </a:extLst>
                </p14:cNvPr>
                <p14:cNvContentPartPr/>
                <p14:nvPr/>
              </p14:nvContentPartPr>
              <p14:xfrm>
                <a:off x="5431288" y="5707372"/>
                <a:ext cx="151560" cy="149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BD55E4A-83F4-70C5-E778-0194B6D95FF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13648" y="5689372"/>
                  <a:ext cx="187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F565488-91AF-D09F-287C-441C24BAD5EE}"/>
                    </a:ext>
                  </a:extLst>
                </p14:cNvPr>
                <p14:cNvContentPartPr/>
                <p14:nvPr/>
              </p14:nvContentPartPr>
              <p14:xfrm>
                <a:off x="5506888" y="5662012"/>
                <a:ext cx="41040" cy="319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F565488-91AF-D09F-287C-441C24BAD5E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89248" y="5644012"/>
                  <a:ext cx="766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BC29F28-1B9B-40F5-CA33-BEC9AB6E4F7C}"/>
                    </a:ext>
                  </a:extLst>
                </p14:cNvPr>
                <p14:cNvContentPartPr/>
                <p14:nvPr/>
              </p14:nvContentPartPr>
              <p14:xfrm>
                <a:off x="5738728" y="5657332"/>
                <a:ext cx="3960" cy="235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BC29F28-1B9B-40F5-CA33-BEC9AB6E4F7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21088" y="5639332"/>
                  <a:ext cx="396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8177D41-D039-15B4-6ED2-36A856AB3187}"/>
                    </a:ext>
                  </a:extLst>
                </p14:cNvPr>
                <p14:cNvContentPartPr/>
                <p14:nvPr/>
              </p14:nvContentPartPr>
              <p14:xfrm>
                <a:off x="5763568" y="5706652"/>
                <a:ext cx="293040" cy="201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8177D41-D039-15B4-6ED2-36A856AB318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45928" y="5689012"/>
                  <a:ext cx="3286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828AEFF-2826-C6BA-F322-7C7C3C0CEED3}"/>
                    </a:ext>
                  </a:extLst>
                </p14:cNvPr>
                <p14:cNvContentPartPr/>
                <p14:nvPr/>
              </p14:nvContentPartPr>
              <p14:xfrm>
                <a:off x="6176488" y="5815732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828AEFF-2826-C6BA-F322-7C7C3C0CEED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58848" y="579809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1617EB6-C4DE-7ED8-1BBC-C746D4EEC958}"/>
                    </a:ext>
                  </a:extLst>
                </p14:cNvPr>
                <p14:cNvContentPartPr/>
                <p14:nvPr/>
              </p14:nvContentPartPr>
              <p14:xfrm>
                <a:off x="6284488" y="5721772"/>
                <a:ext cx="157320" cy="169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1617EB6-C4DE-7ED8-1BBC-C746D4EEC95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66848" y="5703772"/>
                  <a:ext cx="192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B3E838C-01DF-8E45-A303-4EDB93FABC0C}"/>
                    </a:ext>
                  </a:extLst>
                </p14:cNvPr>
                <p14:cNvContentPartPr/>
                <p14:nvPr/>
              </p14:nvContentPartPr>
              <p14:xfrm>
                <a:off x="6243088" y="5718172"/>
                <a:ext cx="73440" cy="32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B3E838C-01DF-8E45-A303-4EDB93FABC0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225448" y="5700532"/>
                  <a:ext cx="1090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7C5C44-F2AB-B72E-EF89-7A3C31CA0F14}"/>
                    </a:ext>
                  </a:extLst>
                </p14:cNvPr>
                <p14:cNvContentPartPr/>
                <p14:nvPr/>
              </p14:nvContentPartPr>
              <p14:xfrm>
                <a:off x="6446848" y="5699092"/>
                <a:ext cx="181440" cy="172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7C5C44-F2AB-B72E-EF89-7A3C31CA0F1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29208" y="5681092"/>
                  <a:ext cx="217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9C5C253-1275-C739-B18E-870F36A11D6D}"/>
                    </a:ext>
                  </a:extLst>
                </p14:cNvPr>
                <p14:cNvContentPartPr/>
                <p14:nvPr/>
              </p14:nvContentPartPr>
              <p14:xfrm>
                <a:off x="6714328" y="5618452"/>
                <a:ext cx="219960" cy="244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9C5C253-1275-C739-B18E-870F36A11D6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6328" y="5600452"/>
                  <a:ext cx="25560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4C25029-4705-6D90-3EFE-8780C880C603}"/>
              </a:ext>
            </a:extLst>
          </p:cNvPr>
          <p:cNvGrpSpPr/>
          <p:nvPr/>
        </p:nvGrpSpPr>
        <p:grpSpPr>
          <a:xfrm>
            <a:off x="7597408" y="6426652"/>
            <a:ext cx="1239480" cy="198000"/>
            <a:chOff x="7597408" y="6426652"/>
            <a:chExt cx="123948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2007841-F86A-FF88-D1D4-139B790AF4EE}"/>
                    </a:ext>
                  </a:extLst>
                </p14:cNvPr>
                <p14:cNvContentPartPr/>
                <p14:nvPr/>
              </p14:nvContentPartPr>
              <p14:xfrm>
                <a:off x="7676608" y="6426652"/>
                <a:ext cx="19440" cy="154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2007841-F86A-FF88-D1D4-139B790AF4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58968" y="6408652"/>
                  <a:ext cx="550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0BBFB4A-85E7-E50B-CDA0-D0F9B5CDC297}"/>
                    </a:ext>
                  </a:extLst>
                </p14:cNvPr>
                <p14:cNvContentPartPr/>
                <p14:nvPr/>
              </p14:nvContentPartPr>
              <p14:xfrm>
                <a:off x="7597408" y="6511252"/>
                <a:ext cx="235440" cy="8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0BBFB4A-85E7-E50B-CDA0-D0F9B5CDC29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579408" y="6493252"/>
                  <a:ext cx="2710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3D018D5-15ED-52B6-0B1C-D7E50C550E87}"/>
                    </a:ext>
                  </a:extLst>
                </p14:cNvPr>
                <p14:cNvContentPartPr/>
                <p14:nvPr/>
              </p14:nvContentPartPr>
              <p14:xfrm>
                <a:off x="7995208" y="6454732"/>
                <a:ext cx="218160" cy="169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3D018D5-15ED-52B6-0B1C-D7E50C550E8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977568" y="6436732"/>
                  <a:ext cx="2538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E5E030-E354-94E5-7B16-358B2D26CAB6}"/>
                    </a:ext>
                  </a:extLst>
                </p14:cNvPr>
                <p14:cNvContentPartPr/>
                <p14:nvPr/>
              </p14:nvContentPartPr>
              <p14:xfrm>
                <a:off x="8257288" y="6436372"/>
                <a:ext cx="171000" cy="172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FE5E030-E354-94E5-7B16-358B2D26CAB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39288" y="6418732"/>
                  <a:ext cx="2066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D1E7A40-CBBD-78C6-F303-1B8E40E78DEE}"/>
                    </a:ext>
                  </a:extLst>
                </p14:cNvPr>
                <p14:cNvContentPartPr/>
                <p14:nvPr/>
              </p14:nvContentPartPr>
              <p14:xfrm>
                <a:off x="8570128" y="6456892"/>
                <a:ext cx="266760" cy="147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D1E7A40-CBBD-78C6-F303-1B8E40E78DE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52128" y="6438892"/>
                  <a:ext cx="30240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8CCFF22-AF85-2C2B-12E3-37496CBE362C}"/>
                  </a:ext>
                </a:extLst>
              </p14:cNvPr>
              <p14:cNvContentPartPr/>
              <p14:nvPr/>
            </p14:nvContentPartPr>
            <p14:xfrm>
              <a:off x="1397848" y="5115892"/>
              <a:ext cx="2490480" cy="4089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8CCFF22-AF85-2C2B-12E3-37496CBE362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380208" y="5098252"/>
                <a:ext cx="252612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642AE40-9C24-BC3C-2BB1-030CA7D89D6F}"/>
                  </a:ext>
                </a:extLst>
              </p14:cNvPr>
              <p14:cNvContentPartPr/>
              <p14:nvPr/>
            </p14:nvContentPartPr>
            <p14:xfrm>
              <a:off x="2014888" y="5989612"/>
              <a:ext cx="360" cy="3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642AE40-9C24-BC3C-2BB1-030CA7D89D6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97248" y="5971972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EBBFF9B-34FD-4190-7EB3-4E2EC4B51D15}"/>
                  </a:ext>
                </a:extLst>
              </p14:cNvPr>
              <p14:cNvContentPartPr/>
              <p14:nvPr/>
            </p14:nvContentPartPr>
            <p14:xfrm>
              <a:off x="8813488" y="6422692"/>
              <a:ext cx="211320" cy="1904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EBBFF9B-34FD-4190-7EB3-4E2EC4B51D15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8795488" y="6405052"/>
                <a:ext cx="246960" cy="22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63FF04EC-6866-46BF-B445-8F4A7718B43B}"/>
              </a:ext>
            </a:extLst>
          </p:cNvPr>
          <p:cNvGrpSpPr/>
          <p:nvPr/>
        </p:nvGrpSpPr>
        <p:grpSpPr>
          <a:xfrm>
            <a:off x="1392808" y="5725372"/>
            <a:ext cx="1173240" cy="372240"/>
            <a:chOff x="1392808" y="5725372"/>
            <a:chExt cx="117324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B94F59E-BB9C-91BE-67DC-E2516D51319E}"/>
                    </a:ext>
                  </a:extLst>
                </p14:cNvPr>
                <p14:cNvContentPartPr/>
                <p14:nvPr/>
              </p14:nvContentPartPr>
              <p14:xfrm>
                <a:off x="1392808" y="5745172"/>
                <a:ext cx="243360" cy="199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B94F59E-BB9C-91BE-67DC-E2516D51319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74808" y="5727172"/>
                  <a:ext cx="279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783F494-90D9-65BE-973B-0C727EA8856D}"/>
                    </a:ext>
                  </a:extLst>
                </p14:cNvPr>
                <p14:cNvContentPartPr/>
                <p14:nvPr/>
              </p14:nvContentPartPr>
              <p14:xfrm>
                <a:off x="1516648" y="5725372"/>
                <a:ext cx="3960" cy="346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783F494-90D9-65BE-973B-0C727EA8856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498648" y="5707372"/>
                  <a:ext cx="396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5EBB963-1D99-8262-2956-96B69F5C4853}"/>
                    </a:ext>
                  </a:extLst>
                </p14:cNvPr>
                <p14:cNvContentPartPr/>
                <p14:nvPr/>
              </p14:nvContentPartPr>
              <p14:xfrm>
                <a:off x="2102368" y="5754172"/>
                <a:ext cx="238320" cy="155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5EBB963-1D99-8262-2956-96B69F5C485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084368" y="5736172"/>
                  <a:ext cx="2739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C5B9D08-A523-91EA-97CD-E8E247DD3D97}"/>
                    </a:ext>
                  </a:extLst>
                </p14:cNvPr>
                <p14:cNvContentPartPr/>
                <p14:nvPr/>
              </p14:nvContentPartPr>
              <p14:xfrm>
                <a:off x="2238448" y="5754892"/>
                <a:ext cx="27000" cy="280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C5B9D08-A523-91EA-97CD-E8E247DD3D9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220808" y="5737252"/>
                  <a:ext cx="626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13C4A21-89FD-BE59-8A94-1B3C7A84576A}"/>
                    </a:ext>
                  </a:extLst>
                </p14:cNvPr>
                <p14:cNvContentPartPr/>
                <p14:nvPr/>
              </p14:nvContentPartPr>
              <p14:xfrm>
                <a:off x="2338168" y="5756332"/>
                <a:ext cx="227880" cy="179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13C4A21-89FD-BE59-8A94-1B3C7A84576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320528" y="5738332"/>
                  <a:ext cx="263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51F150-96D3-86FD-B007-25DEFFC75CE2}"/>
                    </a:ext>
                  </a:extLst>
                </p14:cNvPr>
                <p14:cNvContentPartPr/>
                <p14:nvPr/>
              </p14:nvContentPartPr>
              <p14:xfrm>
                <a:off x="2506288" y="5773972"/>
                <a:ext cx="23760" cy="323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51F150-96D3-86FD-B007-25DEFFC75CE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488648" y="5755972"/>
                  <a:ext cx="594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C207D2C-5767-7FD4-92ED-E02D6FDD1DD9}"/>
                    </a:ext>
                  </a:extLst>
                </p14:cNvPr>
                <p14:cNvContentPartPr/>
                <p14:nvPr/>
              </p14:nvContentPartPr>
              <p14:xfrm>
                <a:off x="1714288" y="5757412"/>
                <a:ext cx="262080" cy="154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C207D2C-5767-7FD4-92ED-E02D6FDD1DD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696288" y="5739412"/>
                  <a:ext cx="297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6011E94-4EB3-E3EB-083E-19294FC31959}"/>
                    </a:ext>
                  </a:extLst>
                </p14:cNvPr>
                <p14:cNvContentPartPr/>
                <p14:nvPr/>
              </p14:nvContentPartPr>
              <p14:xfrm>
                <a:off x="1878088" y="5768572"/>
                <a:ext cx="9360" cy="312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6011E94-4EB3-E3EB-083E-19294FC3195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860448" y="5750572"/>
                  <a:ext cx="45000" cy="34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1C40C681-F884-F06C-F942-E5ED2C25B9A6}"/>
                  </a:ext>
                </a:extLst>
              </p14:cNvPr>
              <p14:cNvContentPartPr/>
              <p14:nvPr/>
            </p14:nvContentPartPr>
            <p14:xfrm>
              <a:off x="7468528" y="5290132"/>
              <a:ext cx="1049040" cy="2836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1C40C681-F884-F06C-F942-E5ED2C25B9A6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7450888" y="5272132"/>
                <a:ext cx="1084680" cy="31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AF3D6F5F-8B95-144F-4633-2FC7A88622DC}"/>
              </a:ext>
            </a:extLst>
          </p:cNvPr>
          <p:cNvGrpSpPr/>
          <p:nvPr/>
        </p:nvGrpSpPr>
        <p:grpSpPr>
          <a:xfrm>
            <a:off x="8351968" y="4868932"/>
            <a:ext cx="961920" cy="350280"/>
            <a:chOff x="8351968" y="4868932"/>
            <a:chExt cx="96192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F7B2EE7-F060-DE4E-B5EC-1087B6728140}"/>
                    </a:ext>
                  </a:extLst>
                </p14:cNvPr>
                <p14:cNvContentPartPr/>
                <p14:nvPr/>
              </p14:nvContentPartPr>
              <p14:xfrm>
                <a:off x="8351968" y="4895932"/>
                <a:ext cx="195480" cy="126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F7B2EE7-F060-DE4E-B5EC-1087B672814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333968" y="4877932"/>
                  <a:ext cx="231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E793FCE-2562-D34C-DF2C-390643D4208E}"/>
                    </a:ext>
                  </a:extLst>
                </p14:cNvPr>
                <p14:cNvContentPartPr/>
                <p14:nvPr/>
              </p14:nvContentPartPr>
              <p14:xfrm>
                <a:off x="8459608" y="4868932"/>
                <a:ext cx="21600" cy="277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E793FCE-2562-D34C-DF2C-390643D4208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41968" y="4850932"/>
                  <a:ext cx="572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7AA87DB-15A1-38F2-560E-890502F0B975}"/>
                    </a:ext>
                  </a:extLst>
                </p14:cNvPr>
                <p14:cNvContentPartPr/>
                <p14:nvPr/>
              </p14:nvContentPartPr>
              <p14:xfrm>
                <a:off x="8594608" y="4908532"/>
                <a:ext cx="96480" cy="250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7AA87DB-15A1-38F2-560E-890502F0B97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76968" y="4890892"/>
                  <a:ext cx="1321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D309990-31D1-22E9-CB5D-05E7D2CC8C06}"/>
                    </a:ext>
                  </a:extLst>
                </p14:cNvPr>
                <p14:cNvContentPartPr/>
                <p14:nvPr/>
              </p14:nvContentPartPr>
              <p14:xfrm>
                <a:off x="8650768" y="5048932"/>
                <a:ext cx="140400" cy="8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D309990-31D1-22E9-CB5D-05E7D2CC8C0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33128" y="5030932"/>
                  <a:ext cx="176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BF347E2-8CA2-3614-E2FE-858A8F695DF9}"/>
                    </a:ext>
                  </a:extLst>
                </p14:cNvPr>
                <p14:cNvContentPartPr/>
                <p14:nvPr/>
              </p14:nvContentPartPr>
              <p14:xfrm>
                <a:off x="8837608" y="5143972"/>
                <a:ext cx="360" cy="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BF347E2-8CA2-3614-E2FE-858A8F695DF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19968" y="512633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772B095-D5A5-9C1B-C4BE-73D40F11E333}"/>
                    </a:ext>
                  </a:extLst>
                </p14:cNvPr>
                <p14:cNvContentPartPr/>
                <p14:nvPr/>
              </p14:nvContentPartPr>
              <p14:xfrm>
                <a:off x="8902768" y="4896652"/>
                <a:ext cx="244080" cy="163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772B095-D5A5-9C1B-C4BE-73D40F11E33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85128" y="4879012"/>
                  <a:ext cx="279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59F6F2D-02A6-4C40-C188-7C393547A056}"/>
                    </a:ext>
                  </a:extLst>
                </p14:cNvPr>
                <p14:cNvContentPartPr/>
                <p14:nvPr/>
              </p14:nvContentPartPr>
              <p14:xfrm>
                <a:off x="9029488" y="4939852"/>
                <a:ext cx="4320" cy="2592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59F6F2D-02A6-4C40-C188-7C393547A05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11848" y="4922212"/>
                  <a:ext cx="399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2E9DA57-40E6-2F71-4FE7-7DACF1E81811}"/>
                    </a:ext>
                  </a:extLst>
                </p14:cNvPr>
                <p14:cNvContentPartPr/>
                <p14:nvPr/>
              </p14:nvContentPartPr>
              <p14:xfrm>
                <a:off x="9088888" y="4919692"/>
                <a:ext cx="225000" cy="299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2E9DA57-40E6-2F71-4FE7-7DACF1E8181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71248" y="4901692"/>
                  <a:ext cx="260640" cy="33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C364F6A-1E6F-068D-734A-2B36CAE4690C}"/>
                  </a:ext>
                </a:extLst>
              </p14:cNvPr>
              <p14:cNvContentPartPr/>
              <p14:nvPr/>
            </p14:nvContentPartPr>
            <p14:xfrm>
              <a:off x="7434328" y="5732212"/>
              <a:ext cx="1949760" cy="11624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C364F6A-1E6F-068D-734A-2B36CAE4690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416688" y="5714572"/>
                <a:ext cx="1985400" cy="11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0D438A8-BDB2-85FE-AFA0-EB7CD49C0381}"/>
                  </a:ext>
                </a:extLst>
              </p14:cNvPr>
              <p14:cNvContentPartPr/>
              <p14:nvPr/>
            </p14:nvContentPartPr>
            <p14:xfrm>
              <a:off x="7483648" y="3107812"/>
              <a:ext cx="1459080" cy="6404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0D438A8-BDB2-85FE-AFA0-EB7CD49C038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466008" y="3089812"/>
                <a:ext cx="1494720" cy="67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557CBB6-B21D-1E60-F503-DBD7A925080F}"/>
              </a:ext>
            </a:extLst>
          </p:cNvPr>
          <p:cNvGrpSpPr/>
          <p:nvPr/>
        </p:nvGrpSpPr>
        <p:grpSpPr>
          <a:xfrm>
            <a:off x="7757608" y="3760852"/>
            <a:ext cx="768600" cy="249480"/>
            <a:chOff x="7757608" y="3760852"/>
            <a:chExt cx="76860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411FFE6-8D21-ABE6-0B05-9C9621E9D76B}"/>
                    </a:ext>
                  </a:extLst>
                </p14:cNvPr>
                <p14:cNvContentPartPr/>
                <p14:nvPr/>
              </p14:nvContentPartPr>
              <p14:xfrm>
                <a:off x="7757608" y="3771652"/>
                <a:ext cx="322920" cy="1803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411FFE6-8D21-ABE6-0B05-9C9621E9D76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739608" y="3754012"/>
                  <a:ext cx="358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0C5D6A7-783A-8A0E-DB98-F9C4B568DC24}"/>
                    </a:ext>
                  </a:extLst>
                </p14:cNvPr>
                <p14:cNvContentPartPr/>
                <p14:nvPr/>
              </p14:nvContentPartPr>
              <p14:xfrm>
                <a:off x="8086648" y="3760852"/>
                <a:ext cx="205920" cy="118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0C5D6A7-783A-8A0E-DB98-F9C4B568DC2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68648" y="3742852"/>
                  <a:ext cx="241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B53AC70-D646-329A-AEB1-AA810CE34272}"/>
                    </a:ext>
                  </a:extLst>
                </p14:cNvPr>
                <p14:cNvContentPartPr/>
                <p14:nvPr/>
              </p14:nvContentPartPr>
              <p14:xfrm>
                <a:off x="8273128" y="3774172"/>
                <a:ext cx="36360" cy="226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B53AC70-D646-329A-AEB1-AA810CE3427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55128" y="3756172"/>
                  <a:ext cx="720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7DC51DF-4A2B-E91F-5BC4-D59303B1FD3C}"/>
                    </a:ext>
                  </a:extLst>
                </p14:cNvPr>
                <p14:cNvContentPartPr/>
                <p14:nvPr/>
              </p14:nvContentPartPr>
              <p14:xfrm>
                <a:off x="8490928" y="3776692"/>
                <a:ext cx="35280" cy="233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7DC51DF-4A2B-E91F-5BC4-D59303B1FD3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72928" y="3759052"/>
                  <a:ext cx="70920" cy="26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9723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Costs and Frequency by Attack Vector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8E9082-5F95-E641-9BD4-215A8ED1A1E9}"/>
              </a:ext>
            </a:extLst>
          </p:cNvPr>
          <p:cNvSpPr txBox="1"/>
          <p:nvPr/>
        </p:nvSpPr>
        <p:spPr>
          <a:xfrm>
            <a:off x="3501341" y="5956956"/>
            <a:ext cx="56426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-- IBM Security – Cost of a Data Breach Report 2022</a:t>
            </a:r>
          </a:p>
        </p:txBody>
      </p:sp>
      <p:pic>
        <p:nvPicPr>
          <p:cNvPr id="10" name="Picture 9" descr="Chart, scatter chart&#10;&#10;Description automatically generated">
            <a:extLst>
              <a:ext uri="{FF2B5EF4-FFF2-40B4-BE49-F238E27FC236}">
                <a16:creationId xmlns:a16="http://schemas.microsoft.com/office/drawing/2014/main" id="{9283FD40-467C-882A-01A8-3CA29CBAC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905" y="1288858"/>
            <a:ext cx="6818524" cy="46680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3566536-D928-0644-93BA-12BF5392CC9F}"/>
                  </a:ext>
                </a:extLst>
              </p14:cNvPr>
              <p14:cNvContentPartPr/>
              <p14:nvPr/>
            </p14:nvContentPartPr>
            <p14:xfrm>
              <a:off x="4001368" y="3760492"/>
              <a:ext cx="91800" cy="74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3566536-D928-0644-93BA-12BF5392CC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83728" y="3742852"/>
                <a:ext cx="12744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AD6247-5F0E-65FB-D5E5-3B053FAB5153}"/>
                  </a:ext>
                </a:extLst>
              </p14:cNvPr>
              <p14:cNvContentPartPr/>
              <p14:nvPr/>
            </p14:nvContentPartPr>
            <p14:xfrm>
              <a:off x="5372608" y="2822692"/>
              <a:ext cx="109800" cy="70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AD6247-5F0E-65FB-D5E5-3B053FAB51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54608" y="2804692"/>
                <a:ext cx="1454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A10E1B0-A4DA-A53E-EED9-C98AAB49AECD}"/>
                  </a:ext>
                </a:extLst>
              </p14:cNvPr>
              <p14:cNvContentPartPr/>
              <p14:nvPr/>
            </p14:nvContentPartPr>
            <p14:xfrm>
              <a:off x="4077328" y="4900252"/>
              <a:ext cx="111240" cy="78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A10E1B0-A4DA-A53E-EED9-C98AAB49AE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59688" y="4882252"/>
                <a:ext cx="14688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4881D7A-BEEF-231D-2ED4-ACA36552946D}"/>
                  </a:ext>
                </a:extLst>
              </p14:cNvPr>
              <p14:cNvContentPartPr/>
              <p14:nvPr/>
            </p14:nvContentPartPr>
            <p14:xfrm>
              <a:off x="4271368" y="3109972"/>
              <a:ext cx="88560" cy="770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4881D7A-BEEF-231D-2ED4-ACA3655294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53728" y="3092332"/>
                <a:ext cx="12420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82277EA-F8FA-864F-3824-6D302D7BF1C6}"/>
                  </a:ext>
                </a:extLst>
              </p14:cNvPr>
              <p14:cNvContentPartPr/>
              <p14:nvPr/>
            </p14:nvContentPartPr>
            <p14:xfrm>
              <a:off x="4353808" y="3219412"/>
              <a:ext cx="1959480" cy="136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82277EA-F8FA-864F-3824-6D302D7BF1C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36168" y="3111772"/>
                <a:ext cx="199512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B8D24DA-4232-6D97-C874-95D12520A0FA}"/>
                  </a:ext>
                </a:extLst>
              </p14:cNvPr>
              <p14:cNvContentPartPr/>
              <p14:nvPr/>
            </p14:nvContentPartPr>
            <p14:xfrm>
              <a:off x="4068328" y="3865252"/>
              <a:ext cx="427320" cy="1512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B8D24DA-4232-6D97-C874-95D12520A0F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50328" y="3757612"/>
                <a:ext cx="46296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47C5B4D-CD5B-87C3-D76B-478BC9528AE2}"/>
                  </a:ext>
                </a:extLst>
              </p14:cNvPr>
              <p14:cNvContentPartPr/>
              <p14:nvPr/>
            </p14:nvContentPartPr>
            <p14:xfrm>
              <a:off x="3630928" y="4933732"/>
              <a:ext cx="466920" cy="68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47C5B4D-CD5B-87C3-D76B-478BC9528AE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13288" y="4825732"/>
                <a:ext cx="5025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EE5EB97-D9D0-8601-DAC3-3F44A7DBD215}"/>
                  </a:ext>
                </a:extLst>
              </p14:cNvPr>
              <p14:cNvContentPartPr/>
              <p14:nvPr/>
            </p14:nvContentPartPr>
            <p14:xfrm>
              <a:off x="3893008" y="4495612"/>
              <a:ext cx="101880" cy="86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EE5EB97-D9D0-8601-DAC3-3F44A7DBD21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75008" y="4477612"/>
                <a:ext cx="1375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3582B6C-19CF-BAC2-55D7-A901C73CEDEE}"/>
                  </a:ext>
                </a:extLst>
              </p14:cNvPr>
              <p14:cNvContentPartPr/>
              <p14:nvPr/>
            </p14:nvContentPartPr>
            <p14:xfrm>
              <a:off x="5617768" y="2375932"/>
              <a:ext cx="86400" cy="68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3582B6C-19CF-BAC2-55D7-A901C73CEDE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00128" y="2357932"/>
                <a:ext cx="1220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1C9F3C3-020C-FD70-051E-57264408CFCE}"/>
                  </a:ext>
                </a:extLst>
              </p14:cNvPr>
              <p14:cNvContentPartPr/>
              <p14:nvPr/>
            </p14:nvContentPartPr>
            <p14:xfrm>
              <a:off x="5697688" y="2275852"/>
              <a:ext cx="114840" cy="1382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1C9F3C3-020C-FD70-051E-57264408CFC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680048" y="2167852"/>
                <a:ext cx="15048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3911408-7E0E-E5CB-53A1-7AD9FA3F86C7}"/>
                  </a:ext>
                </a:extLst>
              </p14:cNvPr>
              <p14:cNvContentPartPr/>
              <p14:nvPr/>
            </p14:nvContentPartPr>
            <p14:xfrm>
              <a:off x="5036728" y="2960212"/>
              <a:ext cx="437400" cy="2030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3911408-7E0E-E5CB-53A1-7AD9FA3F86C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18728" y="2852572"/>
                <a:ext cx="473040" cy="41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4703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Economic Losses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D66A3-48FB-9F48-9D8E-B6658DB05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285750" indent="-285750"/>
            <a:r>
              <a:rPr lang="en-US" sz="2200" i="1" dirty="0">
                <a:solidFill>
                  <a:srgbClr val="FF0000"/>
                </a:solidFill>
                <a:latin typeface="Verdana"/>
                <a:cs typeface="Verdana"/>
              </a:rPr>
              <a:t>Direct costs</a:t>
            </a:r>
            <a:r>
              <a:rPr lang="en-US" sz="2200" dirty="0">
                <a:latin typeface="Verdana"/>
                <a:cs typeface="Verdana"/>
              </a:rPr>
              <a:t>:</a:t>
            </a:r>
          </a:p>
          <a:p>
            <a:pPr marL="400050" lvl="1" indent="0">
              <a:buNone/>
            </a:pPr>
            <a:r>
              <a:rPr lang="en-US" sz="2200" dirty="0">
                <a:latin typeface="Verdana"/>
                <a:cs typeface="Verdana"/>
              </a:rPr>
              <a:t>Theft of financial assets, lost revenues during outages, loss of sensitive business information, cost of recovery, compensation to victims, deferred investments.</a:t>
            </a:r>
          </a:p>
          <a:p>
            <a:pPr lvl="1"/>
            <a:endParaRPr lang="en-US" sz="2200" dirty="0">
              <a:latin typeface="Verdana"/>
              <a:cs typeface="Verdana"/>
            </a:endParaRPr>
          </a:p>
          <a:p>
            <a:pPr marL="285750" indent="-285750"/>
            <a:r>
              <a:rPr lang="en-US" sz="2200" i="1" dirty="0">
                <a:solidFill>
                  <a:srgbClr val="FF0000"/>
                </a:solidFill>
                <a:latin typeface="Verdana"/>
                <a:cs typeface="Verdana"/>
              </a:rPr>
              <a:t>Indirect costs</a:t>
            </a:r>
            <a:r>
              <a:rPr lang="en-US" sz="2200" dirty="0">
                <a:latin typeface="Verdana"/>
                <a:cs typeface="Verdana"/>
              </a:rPr>
              <a:t>:</a:t>
            </a:r>
          </a:p>
          <a:p>
            <a:pPr marL="457200" lvl="1" indent="0">
              <a:buNone/>
            </a:pPr>
            <a:r>
              <a:rPr lang="en-US" sz="2200" dirty="0">
                <a:latin typeface="Verdana"/>
                <a:cs typeface="Verdana"/>
              </a:rPr>
              <a:t>Reputational damage, loss of confidence in cyber transactions, lower returns on innovation.</a:t>
            </a:r>
          </a:p>
        </p:txBody>
      </p:sp>
    </p:spTree>
    <p:extLst>
      <p:ext uri="{BB962C8B-B14F-4D97-AF65-F5344CB8AC3E}">
        <p14:creationId xmlns:p14="http://schemas.microsoft.com/office/powerpoint/2010/main" val="1357498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Cost Component of Cyber Breach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1497" y="1452085"/>
            <a:ext cx="8659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Verdana"/>
              <a:cs typeface="Verdana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CC1C838-B91E-C346-A92E-7BF5CCE24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0368" y="1331089"/>
            <a:ext cx="6117429" cy="4074826"/>
          </a:xfrm>
          <a:solidFill>
            <a:srgbClr val="FF0000"/>
          </a:solid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E87A87-5725-4648-9354-B34932D747E7}"/>
              </a:ext>
            </a:extLst>
          </p:cNvPr>
          <p:cNvSpPr txBox="1"/>
          <p:nvPr/>
        </p:nvSpPr>
        <p:spPr>
          <a:xfrm>
            <a:off x="109959" y="5559413"/>
            <a:ext cx="8924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--	The Cost of Malicious Cyber Activity to the U.S. Economy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Council of Economic    	Advisors 2018</a:t>
            </a: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AC310E0D-B7CD-3748-B302-AA6349851433}"/>
              </a:ext>
            </a:extLst>
          </p:cNvPr>
          <p:cNvSpPr/>
          <p:nvPr/>
        </p:nvSpPr>
        <p:spPr>
          <a:xfrm>
            <a:off x="3449256" y="5005806"/>
            <a:ext cx="2152891" cy="318548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220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Verdana"/>
                <a:cs typeface="Verdana"/>
              </a:rPr>
              <a:t>Longtail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 Cost of Cyber Breach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1497" y="1452085"/>
            <a:ext cx="8659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Verdana"/>
              <a:cs typeface="Verdan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E87A87-5725-4648-9354-B34932D747E7}"/>
              </a:ext>
            </a:extLst>
          </p:cNvPr>
          <p:cNvSpPr txBox="1"/>
          <p:nvPr/>
        </p:nvSpPr>
        <p:spPr>
          <a:xfrm>
            <a:off x="3009002" y="5663722"/>
            <a:ext cx="58520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16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-- IBM Security – Cost of a Data Breach Report 2019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D65C161-985F-0643-95FB-DDF627222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2612" y="1434780"/>
            <a:ext cx="8338775" cy="4010882"/>
          </a:xfrm>
        </p:spPr>
      </p:pic>
    </p:spTree>
    <p:extLst>
      <p:ext uri="{BB962C8B-B14F-4D97-AF65-F5344CB8AC3E}">
        <p14:creationId xmlns:p14="http://schemas.microsoft.com/office/powerpoint/2010/main" val="2579798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Asymmetric Costs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12090" y="1454212"/>
            <a:ext cx="8519819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Verdana"/>
                <a:cs typeface="Verdana"/>
              </a:rPr>
              <a:t>Asymmetric costs of defense vs. offense:</a:t>
            </a:r>
          </a:p>
          <a:p>
            <a:endParaRPr lang="en-US" sz="2200" dirty="0">
              <a:latin typeface="Verdana"/>
              <a:cs typeface="Verdan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/>
                <a:cs typeface="Verdana"/>
              </a:rPr>
              <a:t>Attacking is </a:t>
            </a:r>
            <a:r>
              <a:rPr lang="en-US" sz="2200" dirty="0">
                <a:solidFill>
                  <a:srgbClr val="FF0000"/>
                </a:solidFill>
                <a:latin typeface="Verdana"/>
                <a:cs typeface="Verdana"/>
              </a:rPr>
              <a:t>easy and cheap</a:t>
            </a:r>
            <a:r>
              <a:rPr lang="en-US" sz="2200" dirty="0">
                <a:latin typeface="Verdana"/>
                <a:cs typeface="Verdana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Verdana"/>
              <a:cs typeface="Verdan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/>
                <a:cs typeface="Verdana"/>
              </a:rPr>
              <a:t>Defending is </a:t>
            </a:r>
            <a:r>
              <a:rPr lang="en-US" sz="2200" dirty="0">
                <a:solidFill>
                  <a:srgbClr val="FF0000"/>
                </a:solidFill>
                <a:latin typeface="Verdana"/>
                <a:cs typeface="Verdana"/>
              </a:rPr>
              <a:t>extremely expensive</a:t>
            </a:r>
            <a:r>
              <a:rPr lang="en-US" sz="2200" dirty="0">
                <a:latin typeface="Verdana"/>
                <a:cs typeface="Verdana"/>
              </a:rPr>
              <a:t>, with perfect security unachievable.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>
              <a:latin typeface="Verdana"/>
              <a:cs typeface="Verdan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Verdana"/>
                <a:cs typeface="Verdana"/>
              </a:rPr>
              <a:t>According to Ponemon Institute, “real-world cost of an unmitigated attack is $40,000 per hour,” while the price of launching certain kinds of attacks (DDOS) is about $38 dollars per hour.</a:t>
            </a:r>
          </a:p>
          <a:p>
            <a:endParaRPr lang="en-US" sz="20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54195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Cost of Compliance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2046" y="1280592"/>
            <a:ext cx="88199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defRPr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Public and private attempts to establish cybersecurity standards entail a </a:t>
            </a:r>
            <a:r>
              <a:rPr lang="en-US" sz="2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significant </a:t>
            </a:r>
            <a:r>
              <a:rPr lang="en-US" sz="2200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cost of compliance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</a:p>
        </p:txBody>
      </p:sp>
      <p:pic>
        <p:nvPicPr>
          <p:cNvPr id="5" name="Picture 4" descr="http://www.itvikings.com/images/iso27001_en1.jpg">
            <a:extLst>
              <a:ext uri="{FF2B5EF4-FFF2-40B4-BE49-F238E27FC236}">
                <a16:creationId xmlns:a16="http://schemas.microsoft.com/office/drawing/2014/main" id="{B7502085-F55C-6A41-9A6A-E6B3CF8B1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306" y="2050033"/>
            <a:ext cx="5370404" cy="4193138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588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Cybersecurity Risk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2046" y="1323949"/>
            <a:ext cx="8819908" cy="476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>
              <a:buNone/>
              <a:defRPr/>
            </a:pPr>
            <a:r>
              <a:rPr lang="en-GB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 </a:t>
            </a:r>
            <a:r>
              <a:rPr 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the extent to which an entity is threatened by a potential adverse event.</a:t>
            </a:r>
            <a:endParaRPr lang="en-GB" sz="22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buNone/>
              <a:defRPr/>
            </a:pPr>
            <a:endParaRPr lang="en-GB" sz="1400" b="1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buNone/>
              <a:defRPr/>
            </a:pPr>
            <a:r>
              <a:rPr lang="en-GB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 Dependencies:</a:t>
            </a:r>
            <a:r>
              <a:rPr lang="en-GB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(1) </a:t>
            </a:r>
            <a:r>
              <a:rPr lang="en-US" sz="2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Negative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impacts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that arise if the adverse event occurs, and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(2) </a:t>
            </a:r>
            <a:r>
              <a:rPr lang="en-US" sz="2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Likelihood of occurrence </a:t>
            </a: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adverse event.</a:t>
            </a:r>
            <a:endParaRPr lang="en-GB" alt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lnSpc>
                <a:spcPct val="120000"/>
              </a:lnSpc>
              <a:buNone/>
              <a:defRPr/>
            </a:pPr>
            <a:endParaRPr lang="en-GB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lnSpc>
                <a:spcPct val="120000"/>
              </a:lnSpc>
              <a:buNone/>
              <a:defRPr/>
            </a:pPr>
            <a:r>
              <a:rPr lang="en-GB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 Management:</a:t>
            </a:r>
            <a:r>
              <a:rPr lang="en-GB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Process of </a:t>
            </a:r>
            <a:r>
              <a:rPr lang="en-GB" sz="2200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identifying</a:t>
            </a:r>
            <a:r>
              <a:rPr lang="en-GB" sz="2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</a:t>
            </a:r>
            <a:r>
              <a:rPr lang="en-GB" sz="2200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controlling</a:t>
            </a:r>
            <a:r>
              <a:rPr lang="en-GB" sz="2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risks. </a:t>
            </a:r>
          </a:p>
          <a:p>
            <a:pPr marL="0" lvl="1" indent="0">
              <a:lnSpc>
                <a:spcPct val="120000"/>
              </a:lnSpc>
              <a:buNone/>
              <a:defRPr/>
            </a:pPr>
            <a:endParaRPr lang="en-GB" sz="1400" b="1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lnSpc>
                <a:spcPct val="120000"/>
              </a:lnSpc>
              <a:buNone/>
              <a:defRPr/>
            </a:pPr>
            <a:r>
              <a:rPr lang="en-GB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 Identification:</a:t>
            </a:r>
            <a:r>
              <a:rPr lang="en-GB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Process of examining organization’s </a:t>
            </a:r>
            <a:r>
              <a:rPr lang="en-GB" sz="2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current security situation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0" lvl="1" indent="0">
              <a:lnSpc>
                <a:spcPct val="120000"/>
              </a:lnSpc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>
              <a:lnSpc>
                <a:spcPct val="120000"/>
              </a:lnSpc>
              <a:defRPr/>
            </a:pPr>
            <a:r>
              <a:rPr lang="en-GB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 Control:</a:t>
            </a:r>
            <a:r>
              <a:rPr lang="en-GB" sz="2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Applying </a:t>
            </a:r>
            <a:r>
              <a:rPr lang="en-GB" sz="22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controls to reduce risks</a:t>
            </a:r>
            <a:r>
              <a:rPr lang="en-GB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551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Risk Function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2046" y="1182482"/>
            <a:ext cx="8819908" cy="522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>
              <a:lnSpc>
                <a:spcPct val="120000"/>
              </a:lnSpc>
              <a:buNone/>
              <a:defRPr/>
            </a:pPr>
            <a:r>
              <a:rPr lang="en-GB" sz="21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 = threat x vulnerability x asset</a:t>
            </a:r>
          </a:p>
          <a:p>
            <a:pPr marL="0" lvl="1" indent="0">
              <a:lnSpc>
                <a:spcPct val="120000"/>
              </a:lnSpc>
              <a:buNone/>
              <a:defRPr/>
            </a:pPr>
            <a:endParaRPr lang="en-GB" sz="1400" b="1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lnSpc>
                <a:spcPct val="120000"/>
              </a:lnSpc>
              <a:buNone/>
              <a:defRPr/>
            </a:pPr>
            <a:r>
              <a:rPr lang="en-GB" sz="2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Asset:</a:t>
            </a:r>
            <a:r>
              <a:rPr lang="en-GB" sz="21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Any tangible or intangible thing or characteristic that has value to an organization.</a:t>
            </a:r>
            <a:endParaRPr lang="en-GB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lnSpc>
                <a:spcPct val="120000"/>
              </a:lnSpc>
              <a:buNone/>
              <a:defRPr/>
            </a:pPr>
            <a:endParaRPr lang="en-GB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lnSpc>
                <a:spcPct val="120000"/>
              </a:lnSpc>
              <a:buNone/>
              <a:defRPr/>
            </a:pPr>
            <a:r>
              <a:rPr lang="en-GB" sz="2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Threat:</a:t>
            </a:r>
            <a:r>
              <a:rPr lang="en-GB" sz="21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Circumstance or event with the potential to adversely impact organizational operations (including mission, functions, image, or reputation), organizational assets, individuals, other organizations, or the Nation through an information system [CNSSI 4009].</a:t>
            </a:r>
            <a:endParaRPr lang="en-GB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lnSpc>
                <a:spcPct val="120000"/>
              </a:lnSpc>
              <a:buNone/>
              <a:defRPr/>
            </a:pPr>
            <a:endParaRPr lang="en-GB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lvl="1" indent="0">
              <a:lnSpc>
                <a:spcPct val="120000"/>
              </a:lnSpc>
              <a:buNone/>
              <a:defRPr/>
            </a:pPr>
            <a:r>
              <a:rPr lang="en-GB" sz="2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Vulnerability:</a:t>
            </a:r>
            <a:r>
              <a:rPr lang="en-GB" sz="21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Weakness in an information system, system security procedures, internal controls, or implementation that could be exploited by a threat source [CNSSI 4009].</a:t>
            </a:r>
            <a:endParaRPr lang="en-GB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406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Risk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2046" y="1240355"/>
            <a:ext cx="88199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 assessment evaluates relative risk for each vulnerability and </a:t>
            </a:r>
            <a:r>
              <a:rPr lang="en-GB" altLang="en-US" sz="2200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assigns a risk rating or score to each information asset</a:t>
            </a:r>
            <a:r>
              <a:rPr lang="en-GB" alt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68A5AC-8352-2F4F-A2A4-BC745423B8A1}"/>
              </a:ext>
            </a:extLst>
          </p:cNvPr>
          <p:cNvSpPr/>
          <p:nvPr/>
        </p:nvSpPr>
        <p:spPr>
          <a:xfrm>
            <a:off x="262359" y="2095018"/>
            <a:ext cx="4228618" cy="40164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Likelihood:</a:t>
            </a:r>
          </a:p>
          <a:p>
            <a:endParaRPr lang="en-US" sz="1200" b="1" i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probability that a specific vulnerability will be the object of a successful attack.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Assign numeric value: number between 0.1 (low) and 1.0 (high), or a number between 1 and 100.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Zero not used since vulnerabilities with zero likelihood are removed from asset/vulnerability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selected rating model consistently.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external references for values that have been reviewed/adjusted for your circumstances.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76E30-6B90-044C-92F8-5B8A104E52AF}"/>
              </a:ext>
            </a:extLst>
          </p:cNvPr>
          <p:cNvSpPr/>
          <p:nvPr/>
        </p:nvSpPr>
        <p:spPr>
          <a:xfrm>
            <a:off x="4833517" y="2095018"/>
            <a:ext cx="4048124" cy="25845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 Determination:</a:t>
            </a:r>
          </a:p>
          <a:p>
            <a:endParaRPr lang="en-US" sz="1200" b="1" i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the purpose of relative risk assessment risk equals: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Likelihood of vulnerability occurrence TIMES value (or impact)‏.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MINUS percentage risk already controlled.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PLUS an element of uncertainty.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55D96E-10ED-F246-A4D5-45E81A23EC6B}"/>
              </a:ext>
            </a:extLst>
          </p:cNvPr>
          <p:cNvSpPr/>
          <p:nvPr/>
        </p:nvSpPr>
        <p:spPr>
          <a:xfrm>
            <a:off x="4833517" y="4863657"/>
            <a:ext cx="4048124" cy="1247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8263" indent="0" eaLnBrk="1" hangingPunct="1"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altLang="en-US" sz="1600" b="1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 = (LIKELIHOOD X VALUE) 		– ALREADY CONTROLLED 		+ UNCERTAINTY</a:t>
            </a:r>
          </a:p>
        </p:txBody>
      </p:sp>
    </p:spTree>
    <p:extLst>
      <p:ext uri="{BB962C8B-B14F-4D97-AF65-F5344CB8AC3E}">
        <p14:creationId xmlns:p14="http://schemas.microsoft.com/office/powerpoint/2010/main" val="1647798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Risk Control Strategies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0349" y="1520926"/>
            <a:ext cx="818330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Once risk assessment is complete, choose (business continuity) strategy to control each risk:</a:t>
            </a:r>
          </a:p>
          <a:p>
            <a:endParaRPr lang="en-GB" altLang="en-US" sz="1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Defend</a:t>
            </a:r>
            <a:r>
              <a:rPr lang="en-GB" altLang="en-US" sz="2000" dirty="0"/>
              <a:t> </a:t>
            </a:r>
            <a:r>
              <a:rPr lang="en-GB" alt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(Preferred Approach)</a:t>
            </a:r>
            <a:r>
              <a:rPr lang="en-GB" alt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alt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GB" alt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Attempt to </a:t>
            </a:r>
            <a:r>
              <a:rPr lang="en-GB" altLang="en-US" sz="2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prevent exploitation </a:t>
            </a: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vulnerability.</a:t>
            </a:r>
          </a:p>
          <a:p>
            <a:endParaRPr lang="en-GB" altLang="en-US" sz="1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Transfer -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Control approach that attempts to 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shift risk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other assets, processes or organizations. </a:t>
            </a:r>
          </a:p>
          <a:p>
            <a:endParaRPr lang="en-US" altLang="en-US" sz="1400" b="1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Mitigate </a:t>
            </a:r>
            <a:r>
              <a:rPr lang="en-GB" alt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lang="en-GB" alt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Attempt to 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reduce impact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through planning and preparation. </a:t>
            </a:r>
          </a:p>
          <a:p>
            <a:endParaRPr lang="en-US" alt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Incident Response Plan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Disaster Recovery Plan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Continuity Plan</a:t>
            </a:r>
            <a:endParaRPr lang="en-GB" altLang="en-US" sz="2000" b="1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872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Risk Control Strategies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5625" y="1674674"/>
            <a:ext cx="8252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en-US" sz="1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Accept </a:t>
            </a:r>
            <a:r>
              <a:rPr lang="en-GB" alt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GB" altLang="en-US" sz="2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 not protect</a:t>
            </a:r>
            <a:r>
              <a:rPr lang="en-GB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 vulnerability and accept the outcome of its exploitation. </a:t>
            </a:r>
          </a:p>
          <a:p>
            <a:endParaRPr lang="en-GB" altLang="en-US" sz="1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Terminate </a:t>
            </a:r>
            <a:r>
              <a:rPr lang="en-GB" alt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altLang="en-US" sz="20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Avoid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those business activities that introduce uncontrollable risks. </a:t>
            </a:r>
          </a:p>
        </p:txBody>
      </p:sp>
    </p:spTree>
    <p:extLst>
      <p:ext uri="{BB962C8B-B14F-4D97-AF65-F5344CB8AC3E}">
        <p14:creationId xmlns:p14="http://schemas.microsoft.com/office/powerpoint/2010/main" val="158295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Risk Control Strategies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2046" y="1602205"/>
            <a:ext cx="881990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Risk control strategies from a technology standpoint:</a:t>
            </a:r>
          </a:p>
          <a:p>
            <a:endParaRPr lang="en-GB" altLang="en-US" sz="22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Attack Prevention </a:t>
            </a:r>
            <a:r>
              <a:rPr lang="en-GB" alt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GB" alt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Stop attacks before they can hit their target.</a:t>
            </a:r>
          </a:p>
          <a:p>
            <a:endParaRPr lang="en-GB" altLang="en-US" sz="1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Attack Detection </a:t>
            </a:r>
            <a:r>
              <a:rPr lang="en-GB" alt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alt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Detect attacks as they occur.</a:t>
            </a:r>
          </a:p>
          <a:p>
            <a:endParaRPr lang="en-GB" altLang="en-US" sz="1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Attack Source Identification </a:t>
            </a:r>
            <a:r>
              <a:rPr lang="en-GB" alt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alt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Locate the attack sources.</a:t>
            </a:r>
          </a:p>
          <a:p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2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Attack Reaction </a:t>
            </a:r>
            <a:r>
              <a:rPr lang="en-GB" altLang="en-US" sz="22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alt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Eliminate or curtail the effects of an attack.</a:t>
            </a:r>
          </a:p>
        </p:txBody>
      </p:sp>
    </p:spTree>
    <p:extLst>
      <p:ext uri="{BB962C8B-B14F-4D97-AF65-F5344CB8AC3E}">
        <p14:creationId xmlns:p14="http://schemas.microsoft.com/office/powerpoint/2010/main" val="2336508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Risk Control Characteristics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2046" y="1344510"/>
            <a:ext cx="881990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1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Important characteristics of risk control strategies:</a:t>
            </a:r>
          </a:p>
          <a:p>
            <a:endParaRPr lang="en-GB" altLang="en-US" sz="1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Effective </a:t>
            </a:r>
            <a:r>
              <a:rPr lang="en-GB" altLang="en-US" sz="21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</a:t>
            </a:r>
            <a:r>
              <a:rPr lang="en-GB" altLang="en-US" sz="2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Stops disruptive and degrading attacks. Successful against variants and does not “push problem upstream”.</a:t>
            </a:r>
          </a:p>
          <a:p>
            <a:endParaRPr lang="en-GB" altLang="en-US" sz="1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Accurate </a:t>
            </a:r>
            <a:r>
              <a:rPr lang="en-GB" altLang="en-US" sz="21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alt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Attack traffic is dropped while legitimate traffic continues. </a:t>
            </a:r>
            <a:r>
              <a:rPr lang="en-US" altLang="en-US" sz="21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Low collateral damage</a:t>
            </a:r>
            <a:r>
              <a:rPr lang="en-US" alt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endParaRPr lang="en-GB" altLang="en-US" sz="1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Reasonable Cost </a:t>
            </a:r>
            <a:r>
              <a:rPr lang="en-GB" altLang="en-US" sz="21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alt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Defense system is economical and relatively low cost, especially when no attack is occurring.</a:t>
            </a:r>
          </a:p>
          <a:p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GB" altLang="en-US" sz="2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Deployable </a:t>
            </a:r>
            <a:r>
              <a:rPr lang="en-GB" altLang="en-US" sz="21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alt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Defense systems on or near to the potential target.</a:t>
            </a:r>
          </a:p>
          <a:p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defRPr/>
            </a:pPr>
            <a:r>
              <a:rPr lang="en-GB" altLang="en-US" sz="2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GB" altLang="en-US" sz="21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– </a:t>
            </a: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Ideal defense system should handle most types of attacks and </a:t>
            </a:r>
            <a:r>
              <a:rPr lang="en-US" sz="21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easily evolve</a:t>
            </a: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alt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597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Risk Control Methodologies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2046" y="1344510"/>
            <a:ext cx="8819908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1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Common risk control assessment and management methodologies:</a:t>
            </a:r>
          </a:p>
          <a:p>
            <a:endParaRPr lang="en-GB" altLang="en-US" sz="14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National Institute of Standards &amp; Technology (NIST) 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ISO/IEC 27001/27002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OCTAVE® - Operationally Critical, Threat, Asset and Vulnerability Evaluation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FRAP - Facilitated Risk Assessment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COBRA - Consultative, Objective and Bi-functional Risk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COBIT - Control Objectives for IT</a:t>
            </a:r>
          </a:p>
        </p:txBody>
      </p:sp>
    </p:spTree>
    <p:extLst>
      <p:ext uri="{BB962C8B-B14F-4D97-AF65-F5344CB8AC3E}">
        <p14:creationId xmlns:p14="http://schemas.microsoft.com/office/powerpoint/2010/main" val="1283503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61307"/>
            <a:ext cx="9144000" cy="755462"/>
          </a:xfrm>
          <a:solidFill>
            <a:srgbClr val="002E62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Acknowledgement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95510"/>
            <a:ext cx="9144000" cy="328462"/>
          </a:xfrm>
          <a:prstGeom prst="rect">
            <a:avLst/>
          </a:prstGeom>
          <a:solidFill>
            <a:srgbClr val="002E62"/>
          </a:solidFill>
          <a:ln>
            <a:solidFill>
              <a:srgbClr val="002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small" dirty="0">
                <a:solidFill>
                  <a:schemeClr val="bg1">
                    <a:lumMod val="85000"/>
                  </a:schemeClr>
                </a:solidFill>
                <a:latin typeface="Verdana"/>
                <a:cs typeface="Verdana"/>
              </a:rPr>
              <a:t>CS 151 – Introduction to Cybersecurity</a:t>
            </a:r>
            <a:endParaRPr lang="en-US" sz="1600" cap="small" dirty="0">
              <a:solidFill>
                <a:schemeClr val="bg1">
                  <a:lumMod val="8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1497" y="1238906"/>
            <a:ext cx="8852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This material is based upon work supported by the  National Science Foundation under Grant No. 1516724.</a:t>
            </a:r>
          </a:p>
        </p:txBody>
      </p:sp>
      <p:pic>
        <p:nvPicPr>
          <p:cNvPr id="5" name="Picture 4" descr="Nevada_N_blue_revers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93" y="2949483"/>
            <a:ext cx="2060377" cy="2060377"/>
          </a:xfrm>
          <a:prstGeom prst="rect">
            <a:avLst/>
          </a:prstGeom>
        </p:spPr>
      </p:pic>
      <p:pic>
        <p:nvPicPr>
          <p:cNvPr id="6" name="Picture 5" descr="nsf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460" y="2952460"/>
            <a:ext cx="2045081" cy="2057400"/>
          </a:xfrm>
          <a:prstGeom prst="rect">
            <a:avLst/>
          </a:prstGeom>
        </p:spPr>
      </p:pic>
      <p:pic>
        <p:nvPicPr>
          <p:cNvPr id="7" name="Picture 6" descr="tmcc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264" y="2952460"/>
            <a:ext cx="2057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7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</TotalTime>
  <Words>1167</Words>
  <Application>Microsoft Macintosh PowerPoint</Application>
  <PresentationFormat>On-screen Show (4:3)</PresentationFormat>
  <Paragraphs>175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Verdana</vt:lpstr>
      <vt:lpstr>Office Theme</vt:lpstr>
      <vt:lpstr>Economics &amp; Risk Management  </vt:lpstr>
      <vt:lpstr>Cyber-Risk Oversight</vt:lpstr>
      <vt:lpstr>Cyber-Risk Oversight</vt:lpstr>
      <vt:lpstr>Losses Due to Cybersecurity Breaches</vt:lpstr>
      <vt:lpstr>Costs and Frequency by Attack Vector</vt:lpstr>
      <vt:lpstr>Economic Losses</vt:lpstr>
      <vt:lpstr>Cost Component of Cyber Breach</vt:lpstr>
      <vt:lpstr>Longtail Cost of Cyber Breach</vt:lpstr>
      <vt:lpstr>Asymmetric Costs</vt:lpstr>
      <vt:lpstr>Cost of Compliance</vt:lpstr>
      <vt:lpstr>Cybersecurity Risk Management</vt:lpstr>
      <vt:lpstr>Risk Function</vt:lpstr>
      <vt:lpstr>Risk Assessment</vt:lpstr>
      <vt:lpstr>Risk Control Strategies</vt:lpstr>
      <vt:lpstr>Risk Control Strategies</vt:lpstr>
      <vt:lpstr>Risk Control Strategies</vt:lpstr>
      <vt:lpstr>Risk Control Characteristics</vt:lpstr>
      <vt:lpstr>Risk Control Methodologies</vt:lpstr>
      <vt:lpstr>Acknowledgement</vt:lpstr>
    </vt:vector>
  </TitlesOfParts>
  <Company>University of Nevada, Reno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Nancy LaTourrette</dc:creator>
  <cp:lastModifiedBy>Nancy P Latourrette</cp:lastModifiedBy>
  <cp:revision>196</cp:revision>
  <cp:lastPrinted>2016-06-28T22:20:13Z</cp:lastPrinted>
  <dcterms:created xsi:type="dcterms:W3CDTF">2016-02-28T22:40:58Z</dcterms:created>
  <dcterms:modified xsi:type="dcterms:W3CDTF">2025-09-11T07:28:17Z</dcterms:modified>
</cp:coreProperties>
</file>